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3" r:id="rId2"/>
  </p:sldMasterIdLst>
  <p:notesMasterIdLst>
    <p:notesMasterId r:id="rId30"/>
  </p:notesMasterIdLst>
  <p:sldIdLst>
    <p:sldId id="272" r:id="rId3"/>
    <p:sldId id="2145704871" r:id="rId4"/>
    <p:sldId id="2145704873" r:id="rId5"/>
    <p:sldId id="2145704872" r:id="rId6"/>
    <p:sldId id="2145704878" r:id="rId7"/>
    <p:sldId id="2145704880" r:id="rId8"/>
    <p:sldId id="2145704879" r:id="rId9"/>
    <p:sldId id="2145704875" r:id="rId10"/>
    <p:sldId id="2145704881" r:id="rId11"/>
    <p:sldId id="2145704882" r:id="rId12"/>
    <p:sldId id="2145704883" r:id="rId13"/>
    <p:sldId id="2145704884" r:id="rId14"/>
    <p:sldId id="2145704885" r:id="rId15"/>
    <p:sldId id="2145704886" r:id="rId16"/>
    <p:sldId id="2145704887" r:id="rId17"/>
    <p:sldId id="2145704876" r:id="rId18"/>
    <p:sldId id="2145704888" r:id="rId19"/>
    <p:sldId id="2145704889" r:id="rId20"/>
    <p:sldId id="2145704890" r:id="rId21"/>
    <p:sldId id="2145704891" r:id="rId22"/>
    <p:sldId id="2145704877" r:id="rId23"/>
    <p:sldId id="2145704893" r:id="rId24"/>
    <p:sldId id="2145704892" r:id="rId25"/>
    <p:sldId id="2145704894" r:id="rId26"/>
    <p:sldId id="2145704874" r:id="rId27"/>
    <p:sldId id="264" r:id="rId28"/>
    <p:sldId id="258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AF6E"/>
    <a:srgbClr val="1746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31" autoAdjust="0"/>
  </p:normalViewPr>
  <p:slideViewPr>
    <p:cSldViewPr snapToGrid="0" showGuides="1">
      <p:cViewPr>
        <p:scale>
          <a:sx n="100" d="100"/>
          <a:sy n="100" d="100"/>
        </p:scale>
        <p:origin x="990" y="-6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174677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E0-4FE3-B80E-C98EE611898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D5AF6E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E0-4FE3-B80E-C98EE61189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0"/>
        <c:overlap val="-25"/>
        <c:axId val="807598280"/>
        <c:axId val="792484280"/>
      </c:barChart>
      <c:catAx>
        <c:axId val="807598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defRPr>
            </a:pPr>
            <a:endParaRPr lang="zh-CN"/>
          </a:p>
        </c:txPr>
        <c:crossAx val="792484280"/>
        <c:crosses val="autoZero"/>
        <c:auto val="1"/>
        <c:lblAlgn val="ctr"/>
        <c:lblOffset val="100"/>
        <c:noMultiLvlLbl val="0"/>
      </c:catAx>
      <c:valAx>
        <c:axId val="79248428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defRPr>
            </a:pPr>
            <a:endParaRPr lang="zh-CN"/>
          </a:p>
        </c:txPr>
        <c:crossAx val="807598280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chemeClr val="tx1">
              <a:lumMod val="85000"/>
              <a:lumOff val="15000"/>
            </a:schemeClr>
          </a:solidFill>
          <a:latin typeface="思源宋体 CN" panose="02020400000000000000" pitchFamily="18" charset="-122"/>
          <a:ea typeface="思源宋体 CN" panose="02020400000000000000" pitchFamily="18" charset="-122"/>
          <a:sym typeface="思源黑体 CN Regular" panose="020B0500000000000000" pitchFamily="34" charset="-122"/>
        </a:defRPr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2-28T08:59:41.401"/>
    </inkml:context>
    <inkml:brush xml:id="br0">
      <inkml:brushProperty name="width" value="0.1" units="cm"/>
      <inkml:brushProperty name="height" value="0.6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115E18E4-022C-4D28-A2BF-BBCD47B2AB0A}" type="datetimeFigureOut">
              <a:rPr lang="zh-CN" altLang="en-US" smtClean="0"/>
              <a:pPr/>
              <a:t>2026/2/14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05D983F2-1F65-4771-98CF-0E40727844E4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54022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思源宋体 CN" panose="02020400000000000000" pitchFamily="18" charset="-122"/>
        <a:ea typeface="思源宋体 CN" panose="02020400000000000000" pitchFamily="18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123C9A-387C-4093-9F63-C9F12F125CC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301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123C9A-387C-4093-9F63-C9F12F125CC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5450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模板来自于：第一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https://www.1ppt.com/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983F2-1F65-4771-98CF-0E40727844E4}" type="slidenum">
              <a:rPr lang="zh-CN" altLang="en-US" smtClean="0"/>
              <a:pPr/>
              <a:t>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103658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BA384-BBBD-0212-F703-407CF026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3549A72-A7F8-74DF-74B3-D1A5253FE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5D5F0B1-6067-F1D7-05E6-F7D6B4E2B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7DD9B8-1452-E9D7-5E70-167E22AE59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123C9A-387C-4093-9F63-C9F12F125CC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5578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和结束页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0288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341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目录页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9">
            <a:extLst>
              <a:ext uri="{FF2B5EF4-FFF2-40B4-BE49-F238E27FC236}">
                <a16:creationId xmlns:a16="http://schemas.microsoft.com/office/drawing/2014/main" id="{B86132BB-3642-A378-DFA2-BECB04901C2C}"/>
              </a:ext>
            </a:extLst>
          </p:cNvPr>
          <p:cNvSpPr txBox="1"/>
          <p:nvPr userDrawn="1"/>
        </p:nvSpPr>
        <p:spPr>
          <a:xfrm>
            <a:off x="11759951" y="0"/>
            <a:ext cx="43204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下载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http://www.1ppt.com/xiazai/</a:t>
            </a:r>
          </a:p>
        </p:txBody>
      </p:sp>
    </p:spTree>
    <p:extLst>
      <p:ext uri="{BB962C8B-B14F-4D97-AF65-F5344CB8AC3E}">
        <p14:creationId xmlns:p14="http://schemas.microsoft.com/office/powerpoint/2010/main" val="291819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/>
              <a:t>2026/2/14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500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/>
              <a:t>2026/2/14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51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406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FE631D-6176-45BA-8BD5-B7D272295C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C7CBDBFC-686F-454E-A954-AD2F0EBFE7C0}" type="datetimeFigureOut">
              <a:rPr lang="zh-CN" altLang="en-US" smtClean="0"/>
              <a:pPr/>
              <a:t>2026/2/14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584B49-B670-4CA4-AFE5-B27D24D980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EE07DD-7E9E-4717-A982-40FEF9955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defRPr>
            </a:lvl1pPr>
          </a:lstStyle>
          <a:p>
            <a:fld id="{B7B21D2A-4631-4778-8BDA-AD7842BAE7AC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9908260-9D82-4E66-814E-336F92BF23BA}"/>
              </a:ext>
            </a:extLst>
          </p:cNvPr>
          <p:cNvSpPr/>
          <p:nvPr userDrawn="1"/>
        </p:nvSpPr>
        <p:spPr>
          <a:xfrm>
            <a:off x="5283200" y="-23063200"/>
            <a:ext cx="1625600" cy="1828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83CDBCA-913E-4DDB-99D7-B13C41DF8B5B}"/>
              </a:ext>
            </a:extLst>
          </p:cNvPr>
          <p:cNvSpPr/>
          <p:nvPr userDrawn="1"/>
        </p:nvSpPr>
        <p:spPr>
          <a:xfrm>
            <a:off x="6096000" y="27330400"/>
            <a:ext cx="1625600" cy="1828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700BFBCF-97F6-4351-BEC2-2CB2479A9061}"/>
              </a:ext>
            </a:extLst>
          </p:cNvPr>
          <p:cNvSpPr/>
          <p:nvPr userDrawn="1"/>
        </p:nvSpPr>
        <p:spPr>
          <a:xfrm>
            <a:off x="-38201600" y="2514600"/>
            <a:ext cx="1625600" cy="1828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65F734-920C-41E9-B731-223CBC933302}"/>
              </a:ext>
            </a:extLst>
          </p:cNvPr>
          <p:cNvSpPr/>
          <p:nvPr userDrawn="1"/>
        </p:nvSpPr>
        <p:spPr>
          <a:xfrm>
            <a:off x="48768000" y="3098800"/>
            <a:ext cx="1625600" cy="18288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48958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</p:sldLayoutIdLst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64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344">
          <p15:clr>
            <a:srgbClr val="F26B43"/>
          </p15:clr>
        </p15:guide>
        <p15:guide id="4" orient="horz" pos="3968">
          <p15:clr>
            <a:srgbClr val="F26B43"/>
          </p15:clr>
        </p15:guide>
        <p15:guide id="5" pos="416">
          <p15:clr>
            <a:srgbClr val="F26B43"/>
          </p15:clr>
        </p15:guide>
        <p15:guide id="6" pos="7256">
          <p15:clr>
            <a:srgbClr val="F26B43"/>
          </p15:clr>
        </p15:guide>
        <p15:guide id="7" orient="horz" pos="5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6560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ibaotu.com/ppt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://www.1ppt.com/xiazai/" TargetMode="External"/><Relationship Id="rId13" Type="http://schemas.openxmlformats.org/officeDocument/2006/relationships/hyperlink" Target="http://www.1ppt.com/kejian/" TargetMode="External"/><Relationship Id="rId18" Type="http://schemas.openxmlformats.org/officeDocument/2006/relationships/image" Target="../media/image30.png"/><Relationship Id="rId3" Type="http://schemas.openxmlformats.org/officeDocument/2006/relationships/hyperlink" Target="http://www.1ppt.com/hangye/" TargetMode="External"/><Relationship Id="rId7" Type="http://schemas.openxmlformats.org/officeDocument/2006/relationships/hyperlink" Target="http://www.1ppt.com/tubiao/" TargetMode="External"/><Relationship Id="rId12" Type="http://schemas.openxmlformats.org/officeDocument/2006/relationships/hyperlink" Target="http://www.1ppt.com/jianli/" TargetMode="External"/><Relationship Id="rId17" Type="http://schemas.openxmlformats.org/officeDocument/2006/relationships/hyperlink" Target="http://www.1ppt.com/ziti/" TargetMode="External"/><Relationship Id="rId2" Type="http://schemas.openxmlformats.org/officeDocument/2006/relationships/hyperlink" Target="http://www.1ppt.com/moban/" TargetMode="External"/><Relationship Id="rId16" Type="http://schemas.openxmlformats.org/officeDocument/2006/relationships/hyperlink" Target="http://www.1ppt.com/jiaoan/" TargetMode="External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://www.1ppt.com/beijing/" TargetMode="External"/><Relationship Id="rId11" Type="http://schemas.openxmlformats.org/officeDocument/2006/relationships/hyperlink" Target="http://www.1ppt.com/excel/" TargetMode="External"/><Relationship Id="rId5" Type="http://schemas.openxmlformats.org/officeDocument/2006/relationships/hyperlink" Target="http://www.1ppt.com/sucai/" TargetMode="External"/><Relationship Id="rId15" Type="http://schemas.openxmlformats.org/officeDocument/2006/relationships/hyperlink" Target="http://www.1ppt.com/shiti/" TargetMode="External"/><Relationship Id="rId10" Type="http://schemas.openxmlformats.org/officeDocument/2006/relationships/hyperlink" Target="http://www.1ppt.com/word/" TargetMode="External"/><Relationship Id="rId19" Type="http://schemas.openxmlformats.org/officeDocument/2006/relationships/customXml" Target="../ink/ink1.xml"/><Relationship Id="rId4" Type="http://schemas.openxmlformats.org/officeDocument/2006/relationships/hyperlink" Target="http://www.1ppt.com/jieri/" TargetMode="External"/><Relationship Id="rId9" Type="http://schemas.openxmlformats.org/officeDocument/2006/relationships/hyperlink" Target="http://www.1ppt.com/powerpoint/" TargetMode="External"/><Relationship Id="rId14" Type="http://schemas.openxmlformats.org/officeDocument/2006/relationships/hyperlink" Target="http://www.1ppt.com/shouchaoba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图片 37" descr="建筑的摆设布局&#10;&#10;中度可信度描述已自动生成">
            <a:extLst>
              <a:ext uri="{FF2B5EF4-FFF2-40B4-BE49-F238E27FC236}">
                <a16:creationId xmlns:a16="http://schemas.microsoft.com/office/drawing/2014/main" id="{5C2E3159-4440-1073-C965-D963147BEC9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1"/>
            <a:ext cx="12192001" cy="4442815"/>
          </a:xfrm>
          <a:custGeom>
            <a:avLst/>
            <a:gdLst>
              <a:gd name="connsiteX0" fmla="*/ 0 w 12192001"/>
              <a:gd name="connsiteY0" fmla="*/ 0 h 4442815"/>
              <a:gd name="connsiteX1" fmla="*/ 12192001 w 12192001"/>
              <a:gd name="connsiteY1" fmla="*/ 0 h 4442815"/>
              <a:gd name="connsiteX2" fmla="*/ 12192001 w 12192001"/>
              <a:gd name="connsiteY2" fmla="*/ 2817269 h 4442815"/>
              <a:gd name="connsiteX3" fmla="*/ 12007544 w 12192001"/>
              <a:gd name="connsiteY3" fmla="*/ 2948109 h 4442815"/>
              <a:gd name="connsiteX4" fmla="*/ 6096002 w 12192001"/>
              <a:gd name="connsiteY4" fmla="*/ 4442815 h 4442815"/>
              <a:gd name="connsiteX5" fmla="*/ 184460 w 12192001"/>
              <a:gd name="connsiteY5" fmla="*/ 2948109 h 4442815"/>
              <a:gd name="connsiteX6" fmla="*/ 0 w 12192001"/>
              <a:gd name="connsiteY6" fmla="*/ 2817267 h 444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4442815">
                <a:moveTo>
                  <a:pt x="0" y="0"/>
                </a:moveTo>
                <a:lnTo>
                  <a:pt x="12192001" y="0"/>
                </a:lnTo>
                <a:lnTo>
                  <a:pt x="12192001" y="2817269"/>
                </a:lnTo>
                <a:lnTo>
                  <a:pt x="12007544" y="2948109"/>
                </a:lnTo>
                <a:cubicBezTo>
                  <a:pt x="10662238" y="3855488"/>
                  <a:pt x="8515098" y="4442815"/>
                  <a:pt x="6096002" y="4442815"/>
                </a:cubicBezTo>
                <a:cubicBezTo>
                  <a:pt x="3676906" y="4442815"/>
                  <a:pt x="1529766" y="3855488"/>
                  <a:pt x="184460" y="2948109"/>
                </a:cubicBezTo>
                <a:lnTo>
                  <a:pt x="0" y="2817267"/>
                </a:lnTo>
                <a:close/>
              </a:path>
            </a:pathLst>
          </a:custGeom>
        </p:spPr>
      </p:pic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4483E5F-50A1-1316-E91F-3163BACCFCC1}"/>
              </a:ext>
            </a:extLst>
          </p:cNvPr>
          <p:cNvSpPr/>
          <p:nvPr/>
        </p:nvSpPr>
        <p:spPr>
          <a:xfrm>
            <a:off x="-12940" y="0"/>
            <a:ext cx="12217880" cy="4442815"/>
          </a:xfrm>
          <a:custGeom>
            <a:avLst/>
            <a:gdLst>
              <a:gd name="connsiteX0" fmla="*/ 0 w 12217880"/>
              <a:gd name="connsiteY0" fmla="*/ 0 h 4442815"/>
              <a:gd name="connsiteX1" fmla="*/ 12217880 w 12217880"/>
              <a:gd name="connsiteY1" fmla="*/ 0 h 4442815"/>
              <a:gd name="connsiteX2" fmla="*/ 12217880 w 12217880"/>
              <a:gd name="connsiteY2" fmla="*/ 2808090 h 4442815"/>
              <a:gd name="connsiteX3" fmla="*/ 12020483 w 12217880"/>
              <a:gd name="connsiteY3" fmla="*/ 2948109 h 4442815"/>
              <a:gd name="connsiteX4" fmla="*/ 6108941 w 12217880"/>
              <a:gd name="connsiteY4" fmla="*/ 4442815 h 4442815"/>
              <a:gd name="connsiteX5" fmla="*/ 197399 w 12217880"/>
              <a:gd name="connsiteY5" fmla="*/ 2948109 h 4442815"/>
              <a:gd name="connsiteX6" fmla="*/ 0 w 12217880"/>
              <a:gd name="connsiteY6" fmla="*/ 2808089 h 444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4442815">
                <a:moveTo>
                  <a:pt x="0" y="0"/>
                </a:moveTo>
                <a:lnTo>
                  <a:pt x="12217880" y="0"/>
                </a:lnTo>
                <a:lnTo>
                  <a:pt x="12217880" y="2808090"/>
                </a:lnTo>
                <a:lnTo>
                  <a:pt x="12020483" y="2948109"/>
                </a:lnTo>
                <a:cubicBezTo>
                  <a:pt x="10675177" y="3855488"/>
                  <a:pt x="8528037" y="4442815"/>
                  <a:pt x="6108941" y="4442815"/>
                </a:cubicBezTo>
                <a:cubicBezTo>
                  <a:pt x="3689845" y="4442815"/>
                  <a:pt x="1542705" y="3855488"/>
                  <a:pt x="197399" y="2948109"/>
                </a:cubicBezTo>
                <a:lnTo>
                  <a:pt x="0" y="2808089"/>
                </a:lnTo>
                <a:close/>
              </a:path>
            </a:pathLst>
          </a:custGeom>
          <a:solidFill>
            <a:srgbClr val="174677">
              <a:alpha val="9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lIns="80632" tIns="40316" rIns="80632" bIns="40316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FE8E129D-F009-458B-BBF7-3F6ABB94DD8D}"/>
              </a:ext>
            </a:extLst>
          </p:cNvPr>
          <p:cNvSpPr/>
          <p:nvPr/>
        </p:nvSpPr>
        <p:spPr>
          <a:xfrm>
            <a:off x="673099" y="603409"/>
            <a:ext cx="10845800" cy="5473540"/>
          </a:xfrm>
          <a:custGeom>
            <a:avLst/>
            <a:gdLst>
              <a:gd name="connsiteX0" fmla="*/ 5422901 w 10845800"/>
              <a:gd name="connsiteY0" fmla="*/ 0 h 5473540"/>
              <a:gd name="connsiteX1" fmla="*/ 6326930 w 10845800"/>
              <a:gd name="connsiteY1" fmla="*/ 737070 h 5473540"/>
              <a:gd name="connsiteX2" fmla="*/ 6340624 w 10845800"/>
              <a:gd name="connsiteY2" fmla="*/ 872965 h 5473540"/>
              <a:gd name="connsiteX3" fmla="*/ 10845800 w 10845800"/>
              <a:gd name="connsiteY3" fmla="*/ 872965 h 5473540"/>
              <a:gd name="connsiteX4" fmla="*/ 10845800 w 10845800"/>
              <a:gd name="connsiteY4" fmla="*/ 5473540 h 5473540"/>
              <a:gd name="connsiteX5" fmla="*/ 0 w 10845800"/>
              <a:gd name="connsiteY5" fmla="*/ 5473540 h 5473540"/>
              <a:gd name="connsiteX6" fmla="*/ 0 w 10845800"/>
              <a:gd name="connsiteY6" fmla="*/ 872965 h 5473540"/>
              <a:gd name="connsiteX7" fmla="*/ 4505178 w 10845800"/>
              <a:gd name="connsiteY7" fmla="*/ 872965 h 5473540"/>
              <a:gd name="connsiteX8" fmla="*/ 4518873 w 10845800"/>
              <a:gd name="connsiteY8" fmla="*/ 737070 h 5473540"/>
              <a:gd name="connsiteX9" fmla="*/ 5422901 w 10845800"/>
              <a:gd name="connsiteY9" fmla="*/ 0 h 547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45800" h="5473540">
                <a:moveTo>
                  <a:pt x="5422901" y="0"/>
                </a:moveTo>
                <a:cubicBezTo>
                  <a:pt x="5868832" y="0"/>
                  <a:pt x="6240884" y="316425"/>
                  <a:pt x="6326930" y="737070"/>
                </a:cubicBezTo>
                <a:lnTo>
                  <a:pt x="6340624" y="872965"/>
                </a:lnTo>
                <a:lnTo>
                  <a:pt x="10845800" y="872965"/>
                </a:lnTo>
                <a:lnTo>
                  <a:pt x="10845800" y="5473540"/>
                </a:lnTo>
                <a:lnTo>
                  <a:pt x="0" y="5473540"/>
                </a:lnTo>
                <a:lnTo>
                  <a:pt x="0" y="872965"/>
                </a:lnTo>
                <a:lnTo>
                  <a:pt x="4505178" y="872965"/>
                </a:lnTo>
                <a:lnTo>
                  <a:pt x="4518873" y="737070"/>
                </a:lnTo>
                <a:cubicBezTo>
                  <a:pt x="4604918" y="316425"/>
                  <a:pt x="4976971" y="0"/>
                  <a:pt x="542290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78" name="任意多边形: 形状 77">
            <a:extLst>
              <a:ext uri="{FF2B5EF4-FFF2-40B4-BE49-F238E27FC236}">
                <a16:creationId xmlns:a16="http://schemas.microsoft.com/office/drawing/2014/main" id="{7866B48D-BFDB-AD96-65BD-96E1E88989AD}"/>
              </a:ext>
            </a:extLst>
          </p:cNvPr>
          <p:cNvSpPr/>
          <p:nvPr/>
        </p:nvSpPr>
        <p:spPr>
          <a:xfrm>
            <a:off x="-12940" y="4759436"/>
            <a:ext cx="12217880" cy="2098564"/>
          </a:xfrm>
          <a:custGeom>
            <a:avLst/>
            <a:gdLst>
              <a:gd name="connsiteX0" fmla="*/ 0 w 12217880"/>
              <a:gd name="connsiteY0" fmla="*/ 0 h 2098564"/>
              <a:gd name="connsiteX1" fmla="*/ 416402 w 12217880"/>
              <a:gd name="connsiteY1" fmla="*/ 280879 h 2098564"/>
              <a:gd name="connsiteX2" fmla="*/ 6108941 w 12217880"/>
              <a:gd name="connsiteY2" fmla="*/ 1635014 h 2098564"/>
              <a:gd name="connsiteX3" fmla="*/ 11801480 w 12217880"/>
              <a:gd name="connsiteY3" fmla="*/ 280879 h 2098564"/>
              <a:gd name="connsiteX4" fmla="*/ 12217880 w 12217880"/>
              <a:gd name="connsiteY4" fmla="*/ 1 h 2098564"/>
              <a:gd name="connsiteX5" fmla="*/ 12217880 w 12217880"/>
              <a:gd name="connsiteY5" fmla="*/ 2098564 h 2098564"/>
              <a:gd name="connsiteX6" fmla="*/ 0 w 12217880"/>
              <a:gd name="connsiteY6" fmla="*/ 2098564 h 2098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2098564">
                <a:moveTo>
                  <a:pt x="0" y="0"/>
                </a:moveTo>
                <a:lnTo>
                  <a:pt x="416402" y="280879"/>
                </a:lnTo>
                <a:cubicBezTo>
                  <a:pt x="1769473" y="1107884"/>
                  <a:pt x="3817166" y="1635014"/>
                  <a:pt x="6108941" y="1635014"/>
                </a:cubicBezTo>
                <a:cubicBezTo>
                  <a:pt x="8400716" y="1635014"/>
                  <a:pt x="10448409" y="1107884"/>
                  <a:pt x="11801480" y="280879"/>
                </a:cubicBezTo>
                <a:lnTo>
                  <a:pt x="12217880" y="1"/>
                </a:lnTo>
                <a:lnTo>
                  <a:pt x="12217880" y="2098564"/>
                </a:lnTo>
                <a:lnTo>
                  <a:pt x="0" y="2098564"/>
                </a:lnTo>
                <a:close/>
              </a:path>
            </a:pathLst>
          </a:custGeom>
          <a:solidFill>
            <a:srgbClr val="1746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F883B619-BA21-9064-0876-4A15253FB3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631" y="781051"/>
            <a:ext cx="984738" cy="98473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906067C-692B-CB17-C993-910C4E63821E}"/>
              </a:ext>
            </a:extLst>
          </p:cNvPr>
          <p:cNvSpPr txBox="1"/>
          <p:nvPr/>
        </p:nvSpPr>
        <p:spPr>
          <a:xfrm>
            <a:off x="3171133" y="2398789"/>
            <a:ext cx="5832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Graduation Defense</a:t>
            </a:r>
          </a:p>
        </p:txBody>
      </p:sp>
      <p:sp>
        <p:nvSpPr>
          <p:cNvPr id="13" name="_3">
            <a:extLst>
              <a:ext uri="{FF2B5EF4-FFF2-40B4-BE49-F238E27FC236}">
                <a16:creationId xmlns:a16="http://schemas.microsoft.com/office/drawing/2014/main" id="{57AB1C44-9FDD-57D5-A947-6FB323CE3BF0}"/>
              </a:ext>
            </a:extLst>
          </p:cNvPr>
          <p:cNvSpPr/>
          <p:nvPr/>
        </p:nvSpPr>
        <p:spPr>
          <a:xfrm>
            <a:off x="2917237" y="2800231"/>
            <a:ext cx="6340198" cy="1323439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0" b="1" i="0" u="none" strike="noStrike" kern="1200" cap="none" spc="0" normalizeH="0" baseline="0" noProof="0" dirty="0">
                <a:ln>
                  <a:noFill/>
                </a:ln>
                <a:solidFill>
                  <a:srgbClr val="174677"/>
                </a:solidFill>
                <a:effectLst>
                  <a:glow>
                    <a:prstClr val="white"/>
                  </a:glow>
                </a:effectLst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rPr>
              <a:t>毕业论文答辩</a:t>
            </a:r>
          </a:p>
        </p:txBody>
      </p:sp>
      <p:sp>
        <p:nvSpPr>
          <p:cNvPr id="14" name="TextBox 36">
            <a:extLst>
              <a:ext uri="{FF2B5EF4-FFF2-40B4-BE49-F238E27FC236}">
                <a16:creationId xmlns:a16="http://schemas.microsoft.com/office/drawing/2014/main" id="{BD99396A-90D1-B5E7-E113-66AC0A215AB7}"/>
              </a:ext>
            </a:extLst>
          </p:cNvPr>
          <p:cNvSpPr txBox="1"/>
          <p:nvPr/>
        </p:nvSpPr>
        <p:spPr>
          <a:xfrm>
            <a:off x="3050886" y="4108041"/>
            <a:ext cx="60729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毕业答辩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/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开题报告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/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学术研究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/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调研报告</a:t>
            </a: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145706B-4E00-267D-3311-D0136C890983}"/>
              </a:ext>
            </a:extLst>
          </p:cNvPr>
          <p:cNvGrpSpPr/>
          <p:nvPr/>
        </p:nvGrpSpPr>
        <p:grpSpPr>
          <a:xfrm>
            <a:off x="4157365" y="5075815"/>
            <a:ext cx="3877268" cy="432000"/>
            <a:chOff x="4181264" y="3289958"/>
            <a:chExt cx="4069257" cy="432000"/>
          </a:xfrm>
        </p:grpSpPr>
        <p:sp>
          <p:nvSpPr>
            <p:cNvPr id="16" name="Rectangle: Rounded Corners 16">
              <a:extLst>
                <a:ext uri="{FF2B5EF4-FFF2-40B4-BE49-F238E27FC236}">
                  <a16:creationId xmlns:a16="http://schemas.microsoft.com/office/drawing/2014/main" id="{FFEF6432-2B1A-A1D5-E16C-676EE4B1BE15}"/>
                </a:ext>
              </a:extLst>
            </p:cNvPr>
            <p:cNvSpPr/>
            <p:nvPr/>
          </p:nvSpPr>
          <p:spPr>
            <a:xfrm>
              <a:off x="4181264" y="3289958"/>
              <a:ext cx="2066674" cy="432000"/>
            </a:xfrm>
            <a:prstGeom prst="roundRect">
              <a:avLst>
                <a:gd name="adj" fmla="val 50000"/>
              </a:avLst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rPr>
                <a:t>答辩人：第一</a:t>
              </a:r>
              <a:r>
                <a:rPr kumimoji="0" lang="en-US" altLang="zh-CN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rPr>
                <a:t>PPT</a:t>
              </a:r>
              <a:endPara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宋体 CN" panose="02020400000000000000" pitchFamily="18" charset="-122"/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AF1068FE-CF47-1B3F-2B1F-EF856E19FF95}"/>
                </a:ext>
              </a:extLst>
            </p:cNvPr>
            <p:cNvSpPr/>
            <p:nvPr/>
          </p:nvSpPr>
          <p:spPr>
            <a:xfrm>
              <a:off x="6414521" y="3289958"/>
              <a:ext cx="1836000" cy="432000"/>
            </a:xfrm>
            <a:prstGeom prst="roundRect">
              <a:avLst>
                <a:gd name="adj" fmla="val 50000"/>
              </a:avLst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rPr>
                <a:t>日期：</a:t>
              </a:r>
              <a:r>
                <a:rPr kumimoji="0" lang="en-US" altLang="zh-CN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rPr>
                <a:t>20XX</a:t>
              </a:r>
              <a:endPara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宋体 CN" panose="02020400000000000000" pitchFamily="18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8609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9883FC0B-DEED-4F27-B6E5-ED3002B30A06}"/>
              </a:ext>
            </a:extLst>
          </p:cNvPr>
          <p:cNvSpPr/>
          <p:nvPr/>
        </p:nvSpPr>
        <p:spPr>
          <a:xfrm>
            <a:off x="-12940" y="0"/>
            <a:ext cx="12217880" cy="5275639"/>
          </a:xfrm>
          <a:custGeom>
            <a:avLst/>
            <a:gdLst>
              <a:gd name="connsiteX0" fmla="*/ 0 w 12217880"/>
              <a:gd name="connsiteY0" fmla="*/ 0 h 5275639"/>
              <a:gd name="connsiteX1" fmla="*/ 12217880 w 12217880"/>
              <a:gd name="connsiteY1" fmla="*/ 0 h 5275639"/>
              <a:gd name="connsiteX2" fmla="*/ 12217880 w 12217880"/>
              <a:gd name="connsiteY2" fmla="*/ 2334360 h 5275639"/>
              <a:gd name="connsiteX3" fmla="*/ 12217880 w 12217880"/>
              <a:gd name="connsiteY3" fmla="*/ 3543600 h 5275639"/>
              <a:gd name="connsiteX4" fmla="*/ 6085286 w 12217880"/>
              <a:gd name="connsiteY4" fmla="*/ 5275639 h 5275639"/>
              <a:gd name="connsiteX5" fmla="*/ 0 w 12217880"/>
              <a:gd name="connsiteY5" fmla="*/ 3556962 h 5275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217880" h="5275639">
                <a:moveTo>
                  <a:pt x="0" y="0"/>
                </a:moveTo>
                <a:lnTo>
                  <a:pt x="12217880" y="0"/>
                </a:lnTo>
                <a:lnTo>
                  <a:pt x="12217880" y="2334360"/>
                </a:lnTo>
                <a:lnTo>
                  <a:pt x="12217880" y="3543600"/>
                </a:lnTo>
                <a:lnTo>
                  <a:pt x="6085286" y="5275639"/>
                </a:lnTo>
                <a:lnTo>
                  <a:pt x="0" y="3556962"/>
                </a:lnTo>
                <a:close/>
              </a:path>
            </a:pathLst>
          </a:custGeom>
          <a:solidFill>
            <a:srgbClr val="174677"/>
          </a:solidFill>
          <a:ln w="25400" cap="flat" cmpd="sng" algn="ctr">
            <a:noFill/>
            <a:prstDash val="solid"/>
          </a:ln>
          <a:effectLst>
            <a:outerShdw blurRad="762000" dist="381000" dir="5400000" algn="t" rotWithShape="0">
              <a:srgbClr val="0070C0">
                <a:alpha val="15000"/>
              </a:srgbClr>
            </a:outerShdw>
          </a:effectLst>
        </p:spPr>
        <p:txBody>
          <a:bodyPr lIns="80632" tIns="40316" rIns="80632" bIns="40316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0D3015D1-3F4B-4EDD-B88C-A1F0E79435F4}"/>
              </a:ext>
            </a:extLst>
          </p:cNvPr>
          <p:cNvSpPr/>
          <p:nvPr/>
        </p:nvSpPr>
        <p:spPr>
          <a:xfrm>
            <a:off x="666750" y="889001"/>
            <a:ext cx="10858500" cy="5410200"/>
          </a:xfrm>
          <a:prstGeom prst="roundRect">
            <a:avLst>
              <a:gd name="adj" fmla="val 3815"/>
            </a:avLst>
          </a:prstGeom>
          <a:solidFill>
            <a:schemeClr val="bg1"/>
          </a:solidFill>
          <a:ln>
            <a:noFill/>
          </a:ln>
          <a:effectLst>
            <a:outerShdw blurRad="762000" dist="508000" dir="5400000" algn="ctr" rotWithShape="0">
              <a:srgbClr val="0070C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F8B166D5-183A-499A-D188-905F951EFA3C}"/>
              </a:ext>
            </a:extLst>
          </p:cNvPr>
          <p:cNvGrpSpPr/>
          <p:nvPr/>
        </p:nvGrpSpPr>
        <p:grpSpPr>
          <a:xfrm>
            <a:off x="4328626" y="1117287"/>
            <a:ext cx="3534749" cy="1291747"/>
            <a:chOff x="4328626" y="993462"/>
            <a:chExt cx="3534749" cy="1291747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B809493-610C-4601-BCA8-213D72FC7C7D}"/>
                </a:ext>
              </a:extLst>
            </p:cNvPr>
            <p:cNvSpPr txBox="1"/>
            <p:nvPr/>
          </p:nvSpPr>
          <p:spPr>
            <a:xfrm>
              <a:off x="4328626" y="993462"/>
              <a:ext cx="3534749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6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目 录</a:t>
              </a:r>
              <a:endParaRPr kumimoji="0" lang="en-US" altLang="zh-CN" sz="6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650737B9-83FA-8EBF-E6A7-70FE8BB3E52D}"/>
                </a:ext>
              </a:extLst>
            </p:cNvPr>
            <p:cNvSpPr txBox="1"/>
            <p:nvPr/>
          </p:nvSpPr>
          <p:spPr>
            <a:xfrm>
              <a:off x="4682883" y="1823544"/>
              <a:ext cx="282623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contents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BC1C208D-773F-44A5-B609-657B34FB44AC}"/>
              </a:ext>
            </a:extLst>
          </p:cNvPr>
          <p:cNvGrpSpPr/>
          <p:nvPr/>
        </p:nvGrpSpPr>
        <p:grpSpPr>
          <a:xfrm>
            <a:off x="2011916" y="3025876"/>
            <a:ext cx="3237376" cy="755360"/>
            <a:chOff x="2680044" y="2690423"/>
            <a:chExt cx="3237376" cy="755360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1ADA094-FEAE-4650-A9A0-A0153F585B88}"/>
                </a:ext>
              </a:extLst>
            </p:cNvPr>
            <p:cNvGrpSpPr/>
            <p:nvPr/>
          </p:nvGrpSpPr>
          <p:grpSpPr>
            <a:xfrm>
              <a:off x="2680044" y="2725783"/>
              <a:ext cx="760040" cy="720000"/>
              <a:chOff x="3626528" y="2662988"/>
              <a:chExt cx="760040" cy="720000"/>
            </a:xfrm>
          </p:grpSpPr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D2E1F207-BCAD-462A-AF19-A38DF2F1BA1D}"/>
                  </a:ext>
                </a:extLst>
              </p:cNvPr>
              <p:cNvSpPr/>
              <p:nvPr/>
            </p:nvSpPr>
            <p:spPr>
              <a:xfrm>
                <a:off x="3666568" y="2662988"/>
                <a:ext cx="720000" cy="720000"/>
              </a:xfrm>
              <a:prstGeom prst="ellipse">
                <a:avLst/>
              </a:prstGeom>
              <a:solidFill>
                <a:srgbClr val="17467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7F0B138C-2124-4A80-9DAF-A09E9C845CEC}"/>
                  </a:ext>
                </a:extLst>
              </p:cNvPr>
              <p:cNvSpPr txBox="1"/>
              <p:nvPr/>
            </p:nvSpPr>
            <p:spPr>
              <a:xfrm>
                <a:off x="3626528" y="2761378"/>
                <a:ext cx="7600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思源宋体 CN Heavy" panose="02020900000000000000" pitchFamily="18" charset="-122"/>
                  </a:rPr>
                  <a:t>01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 Black" panose="020B0A04020102020204" pitchFamily="34" charset="0"/>
                  <a:ea typeface="思源宋体 CN Heavy" panose="02020900000000000000" pitchFamily="18" charset="-122"/>
                </a:endParaRPr>
              </a:p>
            </p:txBody>
          </p:sp>
        </p:grp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B4246F2-73CF-4D6F-943A-0D24B4565191}"/>
                </a:ext>
              </a:extLst>
            </p:cNvPr>
            <p:cNvSpPr/>
            <p:nvPr/>
          </p:nvSpPr>
          <p:spPr>
            <a:xfrm>
              <a:off x="3475726" y="2690423"/>
              <a:ext cx="2441694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课题研究背景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Please </a:t>
              </a:r>
              <a:r>
                <a:rPr kumimoji="0" lang="en-US" altLang="zh-CN" sz="1400" b="0" i="0" u="none" strike="noStrike" kern="0" cap="none" spc="0" normalizeH="0" baseline="0" noProof="1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Arial" panose="020B0604020202020204" pitchFamily="34" charset="0"/>
                </a:rPr>
                <a:t>add your title here.</a:t>
              </a:r>
              <a:endParaRPr kumimoji="0" lang="zh-CN" altLang="en-US" sz="1400" b="0" i="0" u="none" strike="noStrike" kern="0" cap="none" spc="0" normalizeH="0" baseline="0" noProof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Arial" panose="020B0604020202020204" pitchFamily="34" charset="0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C6CD4E5F-6F51-4342-A0F7-FDD009F7A896}"/>
              </a:ext>
            </a:extLst>
          </p:cNvPr>
          <p:cNvGrpSpPr/>
          <p:nvPr/>
        </p:nvGrpSpPr>
        <p:grpSpPr>
          <a:xfrm>
            <a:off x="2011916" y="4526583"/>
            <a:ext cx="3493857" cy="755360"/>
            <a:chOff x="2680044" y="2690423"/>
            <a:chExt cx="3493857" cy="755360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1921ACA8-828E-4B30-B54E-D41DF14E3C8F}"/>
                </a:ext>
              </a:extLst>
            </p:cNvPr>
            <p:cNvGrpSpPr/>
            <p:nvPr/>
          </p:nvGrpSpPr>
          <p:grpSpPr>
            <a:xfrm>
              <a:off x="2680044" y="2725783"/>
              <a:ext cx="760040" cy="720000"/>
              <a:chOff x="3626528" y="2662988"/>
              <a:chExt cx="760040" cy="720000"/>
            </a:xfrm>
          </p:grpSpPr>
          <p:sp>
            <p:nvSpPr>
              <p:cNvPr id="16" name="椭圆 15">
                <a:extLst>
                  <a:ext uri="{FF2B5EF4-FFF2-40B4-BE49-F238E27FC236}">
                    <a16:creationId xmlns:a16="http://schemas.microsoft.com/office/drawing/2014/main" id="{FFF6DD0E-AFFD-4122-AFFE-74634B14DA26}"/>
                  </a:ext>
                </a:extLst>
              </p:cNvPr>
              <p:cNvSpPr/>
              <p:nvPr/>
            </p:nvSpPr>
            <p:spPr>
              <a:xfrm>
                <a:off x="3666568" y="2662988"/>
                <a:ext cx="720000" cy="720000"/>
              </a:xfrm>
              <a:prstGeom prst="ellipse">
                <a:avLst/>
              </a:prstGeom>
              <a:solidFill>
                <a:srgbClr val="17467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53B54293-A15C-4684-8B38-FCA8CFD17CBA}"/>
                  </a:ext>
                </a:extLst>
              </p:cNvPr>
              <p:cNvSpPr txBox="1"/>
              <p:nvPr/>
            </p:nvSpPr>
            <p:spPr>
              <a:xfrm>
                <a:off x="3626528" y="2761378"/>
                <a:ext cx="7200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思源宋体 CN Heavy" panose="02020900000000000000" pitchFamily="18" charset="-122"/>
                  </a:rPr>
                  <a:t>02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 Black" panose="020B0A04020102020204" pitchFamily="34" charset="0"/>
                  <a:ea typeface="思源宋体 CN Heavy" panose="02020900000000000000" pitchFamily="18" charset="-122"/>
                </a:endParaRPr>
              </a:p>
            </p:txBody>
          </p:sp>
        </p:grp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726D3F9-C5FE-4258-89C3-34A113E93EA4}"/>
                </a:ext>
              </a:extLst>
            </p:cNvPr>
            <p:cNvSpPr/>
            <p:nvPr/>
          </p:nvSpPr>
          <p:spPr>
            <a:xfrm>
              <a:off x="3475726" y="2690423"/>
              <a:ext cx="2698175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研究方法与过程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Please </a:t>
              </a:r>
              <a:r>
                <a:rPr kumimoji="0" lang="en-US" altLang="zh-CN" sz="1400" b="0" i="0" u="none" strike="noStrike" kern="0" cap="none" spc="0" normalizeH="0" baseline="0" noProof="1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Arial" panose="020B0604020202020204" pitchFamily="34" charset="0"/>
                </a:rPr>
                <a:t>add your title here.</a:t>
              </a:r>
              <a:endParaRPr kumimoji="0" lang="zh-CN" altLang="en-US" sz="1400" b="0" i="0" u="none" strike="noStrike" kern="0" cap="none" spc="0" normalizeH="0" baseline="0" noProof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Arial" panose="020B0604020202020204" pitchFamily="34" charset="0"/>
              </a:endParaRP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E8009B61-FF28-4D9A-82C2-D6A04FBF31F2}"/>
              </a:ext>
            </a:extLst>
          </p:cNvPr>
          <p:cNvGrpSpPr/>
          <p:nvPr/>
        </p:nvGrpSpPr>
        <p:grpSpPr>
          <a:xfrm>
            <a:off x="6935568" y="3025876"/>
            <a:ext cx="3244516" cy="755360"/>
            <a:chOff x="2672904" y="2690423"/>
            <a:chExt cx="3244516" cy="75536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49DFFA3F-F0E4-43C9-A593-09B2647308FA}"/>
                </a:ext>
              </a:extLst>
            </p:cNvPr>
            <p:cNvGrpSpPr/>
            <p:nvPr/>
          </p:nvGrpSpPr>
          <p:grpSpPr>
            <a:xfrm>
              <a:off x="2672904" y="2725783"/>
              <a:ext cx="767180" cy="720000"/>
              <a:chOff x="3619388" y="2662988"/>
              <a:chExt cx="767180" cy="720000"/>
            </a:xfrm>
          </p:grpSpPr>
          <p:sp>
            <p:nvSpPr>
              <p:cNvPr id="21" name="椭圆 20">
                <a:extLst>
                  <a:ext uri="{FF2B5EF4-FFF2-40B4-BE49-F238E27FC236}">
                    <a16:creationId xmlns:a16="http://schemas.microsoft.com/office/drawing/2014/main" id="{5A16B5D8-6A4C-4377-B4F2-7210828A4C52}"/>
                  </a:ext>
                </a:extLst>
              </p:cNvPr>
              <p:cNvSpPr/>
              <p:nvPr/>
            </p:nvSpPr>
            <p:spPr>
              <a:xfrm>
                <a:off x="3666568" y="2662988"/>
                <a:ext cx="720000" cy="720000"/>
              </a:xfrm>
              <a:prstGeom prst="ellipse">
                <a:avLst/>
              </a:prstGeom>
              <a:solidFill>
                <a:srgbClr val="17467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B276898-DBC1-455A-BA87-1A389F2AA1A8}"/>
                  </a:ext>
                </a:extLst>
              </p:cNvPr>
              <p:cNvSpPr txBox="1"/>
              <p:nvPr/>
            </p:nvSpPr>
            <p:spPr>
              <a:xfrm>
                <a:off x="3619388" y="2761378"/>
                <a:ext cx="76717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思源宋体 CN Heavy" panose="02020900000000000000" pitchFamily="18" charset="-122"/>
                  </a:rPr>
                  <a:t>03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 Black" panose="020B0A04020102020204" pitchFamily="34" charset="0"/>
                  <a:ea typeface="思源宋体 CN Heavy" panose="02020900000000000000" pitchFamily="18" charset="-122"/>
                </a:endParaRPr>
              </a:p>
            </p:txBody>
          </p:sp>
        </p:grp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C2B4A43D-D601-4019-BF56-0AE622986D52}"/>
                </a:ext>
              </a:extLst>
            </p:cNvPr>
            <p:cNvSpPr/>
            <p:nvPr/>
          </p:nvSpPr>
          <p:spPr>
            <a:xfrm>
              <a:off x="3475726" y="2690423"/>
              <a:ext cx="2441694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研究成果展示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Please </a:t>
              </a:r>
              <a:r>
                <a:rPr kumimoji="0" lang="en-US" altLang="zh-CN" sz="1400" b="0" i="0" u="none" strike="noStrike" kern="0" cap="none" spc="0" normalizeH="0" baseline="0" noProof="1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Arial" panose="020B0604020202020204" pitchFamily="34" charset="0"/>
                </a:rPr>
                <a:t>add your title here.</a:t>
              </a:r>
              <a:endParaRPr kumimoji="0" lang="zh-CN" altLang="en-US" sz="1400" b="0" i="0" u="none" strike="noStrike" kern="0" cap="none" spc="0" normalizeH="0" baseline="0" noProof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Arial" panose="020B0604020202020204" pitchFamily="34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B496F70C-8644-4D40-A7E0-38BAC8882366}"/>
              </a:ext>
            </a:extLst>
          </p:cNvPr>
          <p:cNvGrpSpPr/>
          <p:nvPr/>
        </p:nvGrpSpPr>
        <p:grpSpPr>
          <a:xfrm>
            <a:off x="6982748" y="4526583"/>
            <a:ext cx="3453817" cy="755360"/>
            <a:chOff x="2720084" y="2690423"/>
            <a:chExt cx="3453817" cy="755360"/>
          </a:xfrm>
        </p:grpSpPr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8FF9E833-54A0-46A3-9CF2-CDE113309336}"/>
                </a:ext>
              </a:extLst>
            </p:cNvPr>
            <p:cNvGrpSpPr/>
            <p:nvPr/>
          </p:nvGrpSpPr>
          <p:grpSpPr>
            <a:xfrm>
              <a:off x="2720084" y="2725783"/>
              <a:ext cx="755642" cy="720000"/>
              <a:chOff x="3666568" y="2662988"/>
              <a:chExt cx="755642" cy="720000"/>
            </a:xfrm>
          </p:grpSpPr>
          <p:sp>
            <p:nvSpPr>
              <p:cNvPr id="26" name="椭圆 25">
                <a:extLst>
                  <a:ext uri="{FF2B5EF4-FFF2-40B4-BE49-F238E27FC236}">
                    <a16:creationId xmlns:a16="http://schemas.microsoft.com/office/drawing/2014/main" id="{4DC3D15E-CE7A-450F-AD51-E3C909F1B684}"/>
                  </a:ext>
                </a:extLst>
              </p:cNvPr>
              <p:cNvSpPr/>
              <p:nvPr/>
            </p:nvSpPr>
            <p:spPr>
              <a:xfrm>
                <a:off x="3666568" y="2662988"/>
                <a:ext cx="720000" cy="720000"/>
              </a:xfrm>
              <a:prstGeom prst="ellipse">
                <a:avLst/>
              </a:prstGeom>
              <a:solidFill>
                <a:srgbClr val="17467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2C591F3-9D74-46EF-AE53-F3C0FD69C6E8}"/>
                  </a:ext>
                </a:extLst>
              </p:cNvPr>
              <p:cNvSpPr txBox="1"/>
              <p:nvPr/>
            </p:nvSpPr>
            <p:spPr>
              <a:xfrm>
                <a:off x="3666568" y="2761378"/>
                <a:ext cx="75564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思源宋体 CN Heavy" panose="02020900000000000000" pitchFamily="18" charset="-122"/>
                  </a:rPr>
                  <a:t>04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 Black" panose="020B0A04020102020204" pitchFamily="34" charset="0"/>
                  <a:ea typeface="思源宋体 CN Heavy" panose="02020900000000000000" pitchFamily="18" charset="-122"/>
                </a:endParaRP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CB804153-2692-4E7D-946D-60BE91F5A52F}"/>
                </a:ext>
              </a:extLst>
            </p:cNvPr>
            <p:cNvSpPr/>
            <p:nvPr/>
          </p:nvSpPr>
          <p:spPr>
            <a:xfrm>
              <a:off x="3475726" y="2690423"/>
              <a:ext cx="2698175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论文总结与答谢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Please </a:t>
              </a:r>
              <a:r>
                <a:rPr kumimoji="0" lang="en-US" altLang="zh-CN" sz="1400" b="0" i="0" u="none" strike="noStrike" kern="0" cap="none" spc="0" normalizeH="0" baseline="0" noProof="1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Arial" panose="020B0604020202020204" pitchFamily="34" charset="0"/>
                </a:rPr>
                <a:t>add your title here.</a:t>
              </a:r>
              <a:endParaRPr kumimoji="0" lang="zh-CN" altLang="en-US" sz="1400" b="0" i="0" u="none" strike="noStrike" kern="0" cap="none" spc="0" normalizeH="0" baseline="0" noProof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Arial" panose="020B0604020202020204" pitchFamily="34" charset="0"/>
              </a:endParaRPr>
            </a:p>
          </p:txBody>
        </p:sp>
      </p:grpSp>
      <p:sp>
        <p:nvSpPr>
          <p:cNvPr id="28" name="TextBox 9">
            <a:extLst>
              <a:ext uri="{FF2B5EF4-FFF2-40B4-BE49-F238E27FC236}">
                <a16:creationId xmlns:a16="http://schemas.microsoft.com/office/drawing/2014/main" id="{5FD30B95-A73B-4E89-1205-A5A7CE883EEC}"/>
              </a:ext>
            </a:extLst>
          </p:cNvPr>
          <p:cNvSpPr txBox="1"/>
          <p:nvPr/>
        </p:nvSpPr>
        <p:spPr>
          <a:xfrm>
            <a:off x="96230" y="0"/>
            <a:ext cx="453651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下载 </a:t>
            </a:r>
            <a:r>
              <a:rPr lang="en-US" altLang="zh-CN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http://www.1ppt.com/xiazai/</a:t>
            </a:r>
          </a:p>
        </p:txBody>
      </p:sp>
    </p:spTree>
    <p:extLst>
      <p:ext uri="{BB962C8B-B14F-4D97-AF65-F5344CB8AC3E}">
        <p14:creationId xmlns:p14="http://schemas.microsoft.com/office/powerpoint/2010/main" val="239433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B6D4AF2C-0F1F-EB15-9239-344455069A6D}"/>
              </a:ext>
            </a:extLst>
          </p:cNvPr>
          <p:cNvSpPr/>
          <p:nvPr/>
        </p:nvSpPr>
        <p:spPr>
          <a:xfrm>
            <a:off x="-12940" y="0"/>
            <a:ext cx="12217880" cy="4442815"/>
          </a:xfrm>
          <a:custGeom>
            <a:avLst/>
            <a:gdLst>
              <a:gd name="connsiteX0" fmla="*/ 0 w 12217880"/>
              <a:gd name="connsiteY0" fmla="*/ 0 h 4442815"/>
              <a:gd name="connsiteX1" fmla="*/ 12217880 w 12217880"/>
              <a:gd name="connsiteY1" fmla="*/ 0 h 4442815"/>
              <a:gd name="connsiteX2" fmla="*/ 12217880 w 12217880"/>
              <a:gd name="connsiteY2" fmla="*/ 2808090 h 4442815"/>
              <a:gd name="connsiteX3" fmla="*/ 12020483 w 12217880"/>
              <a:gd name="connsiteY3" fmla="*/ 2948109 h 4442815"/>
              <a:gd name="connsiteX4" fmla="*/ 6108941 w 12217880"/>
              <a:gd name="connsiteY4" fmla="*/ 4442815 h 4442815"/>
              <a:gd name="connsiteX5" fmla="*/ 197399 w 12217880"/>
              <a:gd name="connsiteY5" fmla="*/ 2948109 h 4442815"/>
              <a:gd name="connsiteX6" fmla="*/ 0 w 12217880"/>
              <a:gd name="connsiteY6" fmla="*/ 2808089 h 444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4442815">
                <a:moveTo>
                  <a:pt x="0" y="0"/>
                </a:moveTo>
                <a:lnTo>
                  <a:pt x="12217880" y="0"/>
                </a:lnTo>
                <a:lnTo>
                  <a:pt x="12217880" y="2808090"/>
                </a:lnTo>
                <a:lnTo>
                  <a:pt x="12020483" y="2948109"/>
                </a:lnTo>
                <a:cubicBezTo>
                  <a:pt x="10675177" y="3855488"/>
                  <a:pt x="8528037" y="4442815"/>
                  <a:pt x="6108941" y="4442815"/>
                </a:cubicBezTo>
                <a:cubicBezTo>
                  <a:pt x="3689845" y="4442815"/>
                  <a:pt x="1542705" y="3855488"/>
                  <a:pt x="197399" y="2948109"/>
                </a:cubicBezTo>
                <a:lnTo>
                  <a:pt x="0" y="2808089"/>
                </a:lnTo>
                <a:close/>
              </a:path>
            </a:pathLst>
          </a:custGeom>
          <a:solidFill>
            <a:srgbClr val="174677">
              <a:alpha val="9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lIns="80632" tIns="40316" rIns="80632" bIns="40316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4" name="矩形: 圆顶角 3">
            <a:extLst>
              <a:ext uri="{FF2B5EF4-FFF2-40B4-BE49-F238E27FC236}">
                <a16:creationId xmlns:a16="http://schemas.microsoft.com/office/drawing/2014/main" id="{4A3267BC-D2CE-5646-4829-319FE60AC558}"/>
              </a:ext>
            </a:extLst>
          </p:cNvPr>
          <p:cNvSpPr/>
          <p:nvPr/>
        </p:nvSpPr>
        <p:spPr>
          <a:xfrm>
            <a:off x="666750" y="889001"/>
            <a:ext cx="10858500" cy="5410200"/>
          </a:xfrm>
          <a:prstGeom prst="round2SameRect">
            <a:avLst>
              <a:gd name="adj1" fmla="val 5752"/>
              <a:gd name="adj2" fmla="val 0"/>
            </a:avLst>
          </a:prstGeom>
          <a:solidFill>
            <a:schemeClr val="bg1"/>
          </a:solidFill>
          <a:ln>
            <a:noFill/>
          </a:ln>
          <a:effectLst>
            <a:outerShdw blurRad="762000" dist="508000" dir="5400000" algn="ctr" rotWithShape="0">
              <a:srgbClr val="0070C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99D34720-E9EC-AE83-73D9-ED7901C3E204}"/>
              </a:ext>
            </a:extLst>
          </p:cNvPr>
          <p:cNvSpPr/>
          <p:nvPr/>
        </p:nvSpPr>
        <p:spPr>
          <a:xfrm>
            <a:off x="-12940" y="4759436"/>
            <a:ext cx="12217880" cy="2098564"/>
          </a:xfrm>
          <a:custGeom>
            <a:avLst/>
            <a:gdLst>
              <a:gd name="connsiteX0" fmla="*/ 0 w 12217880"/>
              <a:gd name="connsiteY0" fmla="*/ 0 h 2098564"/>
              <a:gd name="connsiteX1" fmla="*/ 416402 w 12217880"/>
              <a:gd name="connsiteY1" fmla="*/ 280879 h 2098564"/>
              <a:gd name="connsiteX2" fmla="*/ 6108941 w 12217880"/>
              <a:gd name="connsiteY2" fmla="*/ 1635014 h 2098564"/>
              <a:gd name="connsiteX3" fmla="*/ 11801480 w 12217880"/>
              <a:gd name="connsiteY3" fmla="*/ 280879 h 2098564"/>
              <a:gd name="connsiteX4" fmla="*/ 12217880 w 12217880"/>
              <a:gd name="connsiteY4" fmla="*/ 1 h 2098564"/>
              <a:gd name="connsiteX5" fmla="*/ 12217880 w 12217880"/>
              <a:gd name="connsiteY5" fmla="*/ 2098564 h 2098564"/>
              <a:gd name="connsiteX6" fmla="*/ 0 w 12217880"/>
              <a:gd name="connsiteY6" fmla="*/ 2098564 h 2098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2098564">
                <a:moveTo>
                  <a:pt x="0" y="0"/>
                </a:moveTo>
                <a:lnTo>
                  <a:pt x="416402" y="280879"/>
                </a:lnTo>
                <a:cubicBezTo>
                  <a:pt x="1769473" y="1107884"/>
                  <a:pt x="3817166" y="1635014"/>
                  <a:pt x="6108941" y="1635014"/>
                </a:cubicBezTo>
                <a:cubicBezTo>
                  <a:pt x="8400716" y="1635014"/>
                  <a:pt x="10448409" y="1107884"/>
                  <a:pt x="11801480" y="280879"/>
                </a:cubicBezTo>
                <a:lnTo>
                  <a:pt x="12217880" y="1"/>
                </a:lnTo>
                <a:lnTo>
                  <a:pt x="12217880" y="2098564"/>
                </a:lnTo>
                <a:lnTo>
                  <a:pt x="0" y="2098564"/>
                </a:lnTo>
                <a:close/>
              </a:path>
            </a:pathLst>
          </a:custGeom>
          <a:solidFill>
            <a:srgbClr val="1746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0A84253-4953-612C-B600-3BD8595A7D70}"/>
              </a:ext>
            </a:extLst>
          </p:cNvPr>
          <p:cNvSpPr txBox="1"/>
          <p:nvPr/>
        </p:nvSpPr>
        <p:spPr>
          <a:xfrm>
            <a:off x="5293313" y="1821910"/>
            <a:ext cx="16053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1000">
                      <a:srgbClr val="174677"/>
                    </a:gs>
                    <a:gs pos="91000">
                      <a:srgbClr val="174677">
                        <a:alpha val="0"/>
                      </a:srgbClr>
                    </a:gs>
                  </a:gsLst>
                  <a:lin ang="5400000" scaled="0"/>
                </a:gradFill>
                <a:effectLst/>
                <a:uLnTx/>
                <a:uFillTx/>
                <a:latin typeface="Arial Black" panose="020B0A04020102020204" pitchFamily="34" charset="0"/>
                <a:ea typeface="思源宋体 CN Heavy" panose="02020900000000000000" pitchFamily="18" charset="-122"/>
              </a:rPr>
              <a:t>01</a:t>
            </a:r>
            <a:endParaRPr kumimoji="0" lang="zh-CN" altLang="en-US" sz="6600" b="0" i="0" u="none" strike="noStrike" kern="1200" cap="none" spc="0" normalizeH="0" baseline="0" noProof="0" dirty="0">
              <a:ln>
                <a:noFill/>
              </a:ln>
              <a:gradFill>
                <a:gsLst>
                  <a:gs pos="41000">
                    <a:srgbClr val="174677"/>
                  </a:gs>
                  <a:gs pos="91000">
                    <a:srgbClr val="174677">
                      <a:alpha val="0"/>
                    </a:srgbClr>
                  </a:gs>
                </a:gsLst>
                <a:lin ang="5400000" scaled="0"/>
              </a:gradFill>
              <a:effectLst/>
              <a:uLnTx/>
              <a:uFillTx/>
              <a:latin typeface="Arial Black" panose="020B0A04020102020204" pitchFamily="34" charset="0"/>
              <a:ea typeface="思源宋体 CN Heavy" panose="02020900000000000000" pitchFamily="18" charset="-122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4202EC98-A646-12BB-A3E4-238CB679A85D}"/>
              </a:ext>
            </a:extLst>
          </p:cNvPr>
          <p:cNvSpPr txBox="1"/>
          <p:nvPr/>
        </p:nvSpPr>
        <p:spPr>
          <a:xfrm>
            <a:off x="4157032" y="3061048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1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rPr>
              <a:t>课题研究背景</a:t>
            </a:r>
          </a:p>
        </p:txBody>
      </p:sp>
      <p:sp>
        <p:nvSpPr>
          <p:cNvPr id="10" name="TextBox 36">
            <a:extLst>
              <a:ext uri="{FF2B5EF4-FFF2-40B4-BE49-F238E27FC236}">
                <a16:creationId xmlns:a16="http://schemas.microsoft.com/office/drawing/2014/main" id="{4415C1F3-7F6A-3417-8326-F1A43CF88655}"/>
              </a:ext>
            </a:extLst>
          </p:cNvPr>
          <p:cNvSpPr txBox="1"/>
          <p:nvPr/>
        </p:nvSpPr>
        <p:spPr>
          <a:xfrm>
            <a:off x="3297214" y="3804117"/>
            <a:ext cx="5597621" cy="6065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A designer can use default text to simulate what text would look like. It looks even better with you using this text. </a:t>
            </a:r>
          </a:p>
        </p:txBody>
      </p:sp>
    </p:spTree>
    <p:extLst>
      <p:ext uri="{BB962C8B-B14F-4D97-AF65-F5344CB8AC3E}">
        <p14:creationId xmlns:p14="http://schemas.microsoft.com/office/powerpoint/2010/main" val="381131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76CF05A-FE97-D768-C483-68B833B1A3AD}"/>
              </a:ext>
            </a:extLst>
          </p:cNvPr>
          <p:cNvGrpSpPr/>
          <p:nvPr/>
        </p:nvGrpSpPr>
        <p:grpSpPr>
          <a:xfrm>
            <a:off x="272332" y="213941"/>
            <a:ext cx="3178598" cy="575393"/>
            <a:chOff x="272332" y="213941"/>
            <a:chExt cx="3178598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BC80DE0E-8DEE-291C-C489-54444868D2A5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6B9E448C-9B43-13B5-2FD5-709B4261F8D6}"/>
                </a:ext>
              </a:extLst>
            </p:cNvPr>
            <p:cNvSpPr txBox="1"/>
            <p:nvPr/>
          </p:nvSpPr>
          <p:spPr>
            <a:xfrm>
              <a:off x="885825" y="240027"/>
              <a:ext cx="256510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课题研究背景</a:t>
              </a: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E4FC74-8F12-C431-FB80-E148830316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80923" y="1781175"/>
            <a:ext cx="2932417" cy="3909890"/>
          </a:xfrm>
          <a:prstGeom prst="round1Rect">
            <a:avLst/>
          </a:prstGeom>
          <a:solidFill>
            <a:sysClr val="window" lastClr="FFFFFF"/>
          </a:solidFill>
          <a:ln>
            <a:noFill/>
          </a:ln>
          <a:effectLst>
            <a:outerShdw blurRad="762000" dist="203200" dir="5400000" sx="92000" sy="92000" algn="ctr" rotWithShape="0">
              <a:sysClr val="window" lastClr="FFFFFF">
                <a:lumMod val="50000"/>
                <a:alpha val="10000"/>
              </a:sysClr>
            </a:outerShdw>
          </a:effec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11337C15-7A7A-185D-1327-DA4F0900B425}"/>
              </a:ext>
            </a:extLst>
          </p:cNvPr>
          <p:cNvGrpSpPr/>
          <p:nvPr/>
        </p:nvGrpSpPr>
        <p:grpSpPr>
          <a:xfrm>
            <a:off x="758211" y="1612015"/>
            <a:ext cx="6661795" cy="1261790"/>
            <a:chOff x="494496" y="1516765"/>
            <a:chExt cx="7291536" cy="1261790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73421DB3-D344-FDE0-C4D7-1FEC0806E9A8}"/>
                </a:ext>
              </a:extLst>
            </p:cNvPr>
            <p:cNvSpPr/>
            <p:nvPr/>
          </p:nvSpPr>
          <p:spPr>
            <a:xfrm>
              <a:off x="494497" y="1516765"/>
              <a:ext cx="1668064" cy="445893"/>
            </a:xfrm>
            <a:prstGeom prst="roundRect">
              <a:avLst>
                <a:gd name="adj" fmla="val 50000"/>
              </a:avLst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思源宋体 CN Heavy" panose="02020900000000000000" pitchFamily="18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思源宋体 CN Heavy" panose="02020900000000000000" pitchFamily="18" charset="-122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D44D84F5-82BE-DE5D-0E1A-31DE447FE259}"/>
                </a:ext>
              </a:extLst>
            </p:cNvPr>
            <p:cNvSpPr txBox="1"/>
            <p:nvPr/>
          </p:nvSpPr>
          <p:spPr>
            <a:xfrm>
              <a:off x="494496" y="2077786"/>
              <a:ext cx="7291536" cy="700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请您单击此处输入文本内容，可根据需要适当地调整文字的颜色或者大小等属性。请您单击此处添加合适文字说明，可调整文字大小或者颜色等属性。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3B969CFA-CDBD-DEE8-DAC2-621818264E7A}"/>
              </a:ext>
            </a:extLst>
          </p:cNvPr>
          <p:cNvGrpSpPr/>
          <p:nvPr/>
        </p:nvGrpSpPr>
        <p:grpSpPr>
          <a:xfrm>
            <a:off x="758211" y="3093915"/>
            <a:ext cx="2643184" cy="2597150"/>
            <a:chOff x="529611" y="3074865"/>
            <a:chExt cx="2643184" cy="2597150"/>
          </a:xfrm>
        </p:grpSpPr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B7F1E866-CE57-4299-89E3-15EE4AA2D1A1}"/>
                </a:ext>
              </a:extLst>
            </p:cNvPr>
            <p:cNvSpPr/>
            <p:nvPr/>
          </p:nvSpPr>
          <p:spPr>
            <a:xfrm>
              <a:off x="544649" y="3074865"/>
              <a:ext cx="2613109" cy="2597150"/>
            </a:xfrm>
            <a:custGeom>
              <a:avLst/>
              <a:gdLst>
                <a:gd name="connsiteX0" fmla="*/ 0 w 2506518"/>
                <a:gd name="connsiteY0" fmla="*/ 0 h 2597150"/>
                <a:gd name="connsiteX1" fmla="*/ 2506518 w 2506518"/>
                <a:gd name="connsiteY1" fmla="*/ 0 h 2597150"/>
                <a:gd name="connsiteX2" fmla="*/ 2506518 w 2506518"/>
                <a:gd name="connsiteY2" fmla="*/ 2597150 h 2597150"/>
                <a:gd name="connsiteX3" fmla="*/ 0 w 2506518"/>
                <a:gd name="connsiteY3" fmla="*/ 2597150 h 259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6518" h="2597150">
                  <a:moveTo>
                    <a:pt x="0" y="0"/>
                  </a:moveTo>
                  <a:lnTo>
                    <a:pt x="2506518" y="0"/>
                  </a:lnTo>
                  <a:lnTo>
                    <a:pt x="2506518" y="2597150"/>
                  </a:lnTo>
                  <a:lnTo>
                    <a:pt x="0" y="2597150"/>
                  </a:lnTo>
                  <a:close/>
                </a:path>
              </a:pathLst>
            </a:cu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思源宋体 CN Heavy" panose="02020900000000000000" pitchFamily="18" charset="-122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24D77E3C-59BC-768D-B3AB-438757823F72}"/>
                </a:ext>
              </a:extLst>
            </p:cNvPr>
            <p:cNvSpPr txBox="1"/>
            <p:nvPr/>
          </p:nvSpPr>
          <p:spPr>
            <a:xfrm>
              <a:off x="529611" y="3899063"/>
              <a:ext cx="2643184" cy="14856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Heavy" panose="02020900000000000000" pitchFamily="18" charset="-122"/>
              </a:endParaRPr>
            </a:p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请您单击此处添加合适文字说明，可调整文字大小或者颜色等属性。</a:t>
              </a:r>
            </a:p>
          </p:txBody>
        </p: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5BE31554-9A69-81BD-6BF7-9D139767625D}"/>
                </a:ext>
              </a:extLst>
            </p:cNvPr>
            <p:cNvGrpSpPr/>
            <p:nvPr/>
          </p:nvGrpSpPr>
          <p:grpSpPr>
            <a:xfrm>
              <a:off x="1544066" y="3223698"/>
              <a:ext cx="614275" cy="614275"/>
              <a:chOff x="6564370" y="1668841"/>
              <a:chExt cx="1462919" cy="1462919"/>
            </a:xfrm>
          </p:grpSpPr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111721F1-3EDD-DCFB-5148-D90E8B29914A}"/>
                  </a:ext>
                </a:extLst>
              </p:cNvPr>
              <p:cNvSpPr/>
              <p:nvPr/>
            </p:nvSpPr>
            <p:spPr>
              <a:xfrm>
                <a:off x="6564370" y="1668841"/>
                <a:ext cx="1462919" cy="1462919"/>
              </a:xfrm>
              <a:prstGeom prst="ellipse">
                <a:avLst/>
              </a:prstGeom>
              <a:noFill/>
              <a:ln w="12700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思源宋体 CN Heavy" panose="02020900000000000000" pitchFamily="18" charset="-122"/>
                </a:endParaRPr>
              </a:p>
            </p:txBody>
          </p:sp>
          <p:pic>
            <p:nvPicPr>
              <p:cNvPr id="14" name="图形 13">
                <a:extLst>
                  <a:ext uri="{FF2B5EF4-FFF2-40B4-BE49-F238E27FC236}">
                    <a16:creationId xmlns:a16="http://schemas.microsoft.com/office/drawing/2014/main" id="{9649A56A-F9D4-2A3A-371F-12E35EDBE1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872465" y="1976936"/>
                <a:ext cx="846729" cy="846729"/>
              </a:xfrm>
              <a:prstGeom prst="rect">
                <a:avLst/>
              </a:prstGeom>
            </p:spPr>
          </p:pic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9A0297B7-9811-4D59-7EE5-0F3750B9F301}"/>
              </a:ext>
            </a:extLst>
          </p:cNvPr>
          <p:cNvGrpSpPr/>
          <p:nvPr/>
        </p:nvGrpSpPr>
        <p:grpSpPr>
          <a:xfrm>
            <a:off x="3416434" y="3093915"/>
            <a:ext cx="5013192" cy="2597150"/>
            <a:chOff x="3121159" y="3074865"/>
            <a:chExt cx="5013192" cy="2597150"/>
          </a:xfrm>
        </p:grpSpPr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946BF6C8-E30A-11EF-8FAA-F12C52F2FD44}"/>
                </a:ext>
              </a:extLst>
            </p:cNvPr>
            <p:cNvSpPr/>
            <p:nvPr/>
          </p:nvSpPr>
          <p:spPr>
            <a:xfrm>
              <a:off x="3121159" y="3074865"/>
              <a:ext cx="5013192" cy="2597150"/>
            </a:xfrm>
            <a:custGeom>
              <a:avLst/>
              <a:gdLst>
                <a:gd name="connsiteX0" fmla="*/ 0 w 5470910"/>
                <a:gd name="connsiteY0" fmla="*/ 0 h 2597150"/>
                <a:gd name="connsiteX1" fmla="*/ 5470910 w 5470910"/>
                <a:gd name="connsiteY1" fmla="*/ 0 h 2597150"/>
                <a:gd name="connsiteX2" fmla="*/ 5470910 w 5470910"/>
                <a:gd name="connsiteY2" fmla="*/ 2597150 h 2597150"/>
                <a:gd name="connsiteX3" fmla="*/ 0 w 5470910"/>
                <a:gd name="connsiteY3" fmla="*/ 2597150 h 259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70910" h="2597150">
                  <a:moveTo>
                    <a:pt x="0" y="0"/>
                  </a:moveTo>
                  <a:lnTo>
                    <a:pt x="5470910" y="0"/>
                  </a:lnTo>
                  <a:lnTo>
                    <a:pt x="5470910" y="2597150"/>
                  </a:lnTo>
                  <a:lnTo>
                    <a:pt x="0" y="2597150"/>
                  </a:lnTo>
                  <a:close/>
                </a:path>
              </a:pathLst>
            </a:cu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思源宋体 CN Heavy" panose="02020900000000000000" pitchFamily="18" charset="-122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13B9F8C-D00C-88C4-4489-9946159A2D2A}"/>
                </a:ext>
              </a:extLst>
            </p:cNvPr>
            <p:cNvSpPr txBox="1"/>
            <p:nvPr/>
          </p:nvSpPr>
          <p:spPr>
            <a:xfrm>
              <a:off x="3178464" y="3379418"/>
              <a:ext cx="4664431" cy="18087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Heavy" panose="02020900000000000000" pitchFamily="18" charset="-122"/>
              </a:endParaRPr>
            </a:p>
            <a:p>
              <a:pPr marL="0" marR="0" lvl="0" indent="0" algn="just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请您单击此处输入文本内容，可根据需要适当地调整文字的颜色或者大小等属性，祝您使用愉快。</a:t>
              </a:r>
              <a:endPara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Heavy" panose="02020900000000000000" pitchFamily="18" charset="-122"/>
              </a:endParaRPr>
            </a:p>
            <a:p>
              <a:pPr marL="0" marR="0" lvl="0" indent="0" algn="just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请您单击此处输入文本内容，可根据需要适当地调整文字的颜色或者大小等属性，祝您使用愉快。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611205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250"/>
                            </p:stCondLst>
                            <p:childTnLst>
                              <p:par>
                                <p:cTn id="10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750"/>
                            </p:stCondLst>
                            <p:childTnLst>
                              <p:par>
                                <p:cTn id="20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BF41-CF24-39E4-22E5-EBF508EC1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A9F6BDF-8DAB-B2E0-3CC1-EE774ED373F7}"/>
              </a:ext>
            </a:extLst>
          </p:cNvPr>
          <p:cNvGrpSpPr/>
          <p:nvPr/>
        </p:nvGrpSpPr>
        <p:grpSpPr>
          <a:xfrm>
            <a:off x="272332" y="213941"/>
            <a:ext cx="3178598" cy="575393"/>
            <a:chOff x="272332" y="213941"/>
            <a:chExt cx="3178598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5420A995-226E-C464-FCC9-630355B4A409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B1A12CDC-8BD9-FF4C-6BCC-5D3AE33A4AA2}"/>
                </a:ext>
              </a:extLst>
            </p:cNvPr>
            <p:cNvSpPr txBox="1"/>
            <p:nvPr/>
          </p:nvSpPr>
          <p:spPr>
            <a:xfrm>
              <a:off x="885825" y="240027"/>
              <a:ext cx="256510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课题研究背景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189C96F-65C0-E77C-A1E8-51F58532210C}"/>
              </a:ext>
            </a:extLst>
          </p:cNvPr>
          <p:cNvGrpSpPr/>
          <p:nvPr/>
        </p:nvGrpSpPr>
        <p:grpSpPr>
          <a:xfrm>
            <a:off x="4315208" y="1726829"/>
            <a:ext cx="3595805" cy="3732983"/>
            <a:chOff x="4315208" y="1822079"/>
            <a:chExt cx="3595805" cy="3732983"/>
          </a:xfrm>
        </p:grpSpPr>
        <p:sp>
          <p:nvSpPr>
            <p:cNvPr id="6" name="任意多边形 1">
              <a:extLst>
                <a:ext uri="{FF2B5EF4-FFF2-40B4-BE49-F238E27FC236}">
                  <a16:creationId xmlns:a16="http://schemas.microsoft.com/office/drawing/2014/main" id="{244D07B2-93B3-BEAF-B31E-CF330DE6CE18}"/>
                </a:ext>
              </a:extLst>
            </p:cNvPr>
            <p:cNvSpPr/>
            <p:nvPr/>
          </p:nvSpPr>
          <p:spPr>
            <a:xfrm>
              <a:off x="4790634" y="1822079"/>
              <a:ext cx="3120379" cy="2533940"/>
            </a:xfrm>
            <a:custGeom>
              <a:avLst/>
              <a:gdLst>
                <a:gd name="connsiteX0" fmla="*/ 654595 w 2483336"/>
                <a:gd name="connsiteY0" fmla="*/ 0 h 2037930"/>
                <a:gd name="connsiteX1" fmla="*/ 654595 w 2483336"/>
                <a:gd name="connsiteY1" fmla="*/ 180132 h 2037930"/>
                <a:gd name="connsiteX2" fmla="*/ 1568937 w 2483336"/>
                <a:gd name="connsiteY2" fmla="*/ 180132 h 2037930"/>
                <a:gd name="connsiteX3" fmla="*/ 1645137 w 2483336"/>
                <a:gd name="connsiteY3" fmla="*/ 180132 h 2037930"/>
                <a:gd name="connsiteX4" fmla="*/ 1645137 w 2483336"/>
                <a:gd name="connsiteY4" fmla="*/ 185195 h 2037930"/>
                <a:gd name="connsiteX5" fmla="*/ 1721122 w 2483336"/>
                <a:gd name="connsiteY5" fmla="*/ 196549 h 2037930"/>
                <a:gd name="connsiteX6" fmla="*/ 2483336 w 2483336"/>
                <a:gd name="connsiteY6" fmla="*/ 1125818 h 2037930"/>
                <a:gd name="connsiteX7" fmla="*/ 1817699 w 2483336"/>
                <a:gd name="connsiteY7" fmla="*/ 2030577 h 2037930"/>
                <a:gd name="connsiteX8" fmla="*/ 1789102 w 2483336"/>
                <a:gd name="connsiteY8" fmla="*/ 2037930 h 2037930"/>
                <a:gd name="connsiteX9" fmla="*/ 1834501 w 2483336"/>
                <a:gd name="connsiteY9" fmla="*/ 2023838 h 2037930"/>
                <a:gd name="connsiteX10" fmla="*/ 2217899 w 2483336"/>
                <a:gd name="connsiteY10" fmla="*/ 1445423 h 2037930"/>
                <a:gd name="connsiteX11" fmla="*/ 1716666 w 2483336"/>
                <a:gd name="connsiteY11" fmla="*/ 830431 h 2037930"/>
                <a:gd name="connsiteX12" fmla="*/ 1599617 w 2483336"/>
                <a:gd name="connsiteY12" fmla="*/ 818631 h 2037930"/>
                <a:gd name="connsiteX13" fmla="*/ 1580691 w 2483336"/>
                <a:gd name="connsiteY13" fmla="*/ 818631 h 2037930"/>
                <a:gd name="connsiteX14" fmla="*/ 1568937 w 2483336"/>
                <a:gd name="connsiteY14" fmla="*/ 819816 h 2037930"/>
                <a:gd name="connsiteX15" fmla="*/ 1568937 w 2483336"/>
                <a:gd name="connsiteY15" fmla="*/ 818631 h 2037930"/>
                <a:gd name="connsiteX16" fmla="*/ 654595 w 2483336"/>
                <a:gd name="connsiteY16" fmla="*/ 818631 h 2037930"/>
                <a:gd name="connsiteX17" fmla="*/ 654595 w 2483336"/>
                <a:gd name="connsiteY17" fmla="*/ 957943 h 2037930"/>
                <a:gd name="connsiteX18" fmla="*/ 0 w 2483336"/>
                <a:gd name="connsiteY18" fmla="*/ 478971 h 203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483336" h="2037930">
                  <a:moveTo>
                    <a:pt x="654595" y="0"/>
                  </a:moveTo>
                  <a:lnTo>
                    <a:pt x="654595" y="180132"/>
                  </a:lnTo>
                  <a:lnTo>
                    <a:pt x="1568937" y="180132"/>
                  </a:lnTo>
                  <a:lnTo>
                    <a:pt x="1645137" y="180132"/>
                  </a:lnTo>
                  <a:lnTo>
                    <a:pt x="1645137" y="185195"/>
                  </a:lnTo>
                  <a:lnTo>
                    <a:pt x="1721122" y="196549"/>
                  </a:lnTo>
                  <a:cubicBezTo>
                    <a:pt x="2155696" y="282643"/>
                    <a:pt x="2483336" y="665969"/>
                    <a:pt x="2483336" y="1125818"/>
                  </a:cubicBezTo>
                  <a:cubicBezTo>
                    <a:pt x="2483336" y="1550924"/>
                    <a:pt x="2203336" y="1910632"/>
                    <a:pt x="1817699" y="2030577"/>
                  </a:cubicBezTo>
                  <a:lnTo>
                    <a:pt x="1789102" y="2037930"/>
                  </a:lnTo>
                  <a:lnTo>
                    <a:pt x="1834501" y="2023838"/>
                  </a:lnTo>
                  <a:cubicBezTo>
                    <a:pt x="2059808" y="1928541"/>
                    <a:pt x="2217899" y="1705444"/>
                    <a:pt x="2217899" y="1445423"/>
                  </a:cubicBezTo>
                  <a:cubicBezTo>
                    <a:pt x="2217899" y="1142065"/>
                    <a:pt x="2002720" y="888966"/>
                    <a:pt x="1716666" y="830431"/>
                  </a:cubicBezTo>
                  <a:lnTo>
                    <a:pt x="1599617" y="818631"/>
                  </a:lnTo>
                  <a:lnTo>
                    <a:pt x="1580691" y="818631"/>
                  </a:lnTo>
                  <a:lnTo>
                    <a:pt x="1568937" y="819816"/>
                  </a:lnTo>
                  <a:lnTo>
                    <a:pt x="1568937" y="818631"/>
                  </a:lnTo>
                  <a:lnTo>
                    <a:pt x="654595" y="818631"/>
                  </a:lnTo>
                  <a:lnTo>
                    <a:pt x="654595" y="957943"/>
                  </a:lnTo>
                  <a:lnTo>
                    <a:pt x="0" y="478971"/>
                  </a:lnTo>
                  <a:close/>
                </a:path>
              </a:pathLst>
            </a:cu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67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4082D8F7-A353-2F56-40BD-66D02A700293}"/>
                </a:ext>
              </a:extLst>
            </p:cNvPr>
            <p:cNvSpPr/>
            <p:nvPr/>
          </p:nvSpPr>
          <p:spPr>
            <a:xfrm>
              <a:off x="6314928" y="3101816"/>
              <a:ext cx="1127359" cy="1127708"/>
            </a:xfrm>
            <a:prstGeom prst="ellipse">
              <a:avLst/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67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84FF8A9-7983-794C-0224-07D5BD5F5AEC}"/>
                </a:ext>
              </a:extLst>
            </p:cNvPr>
            <p:cNvSpPr txBox="1"/>
            <p:nvPr/>
          </p:nvSpPr>
          <p:spPr>
            <a:xfrm>
              <a:off x="5295666" y="2244148"/>
              <a:ext cx="16090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rPr>
                <a:t>添加标题</a:t>
              </a:r>
            </a:p>
          </p:txBody>
        </p:sp>
        <p:sp>
          <p:nvSpPr>
            <p:cNvPr id="9" name="任意多边形 6">
              <a:extLst>
                <a:ext uri="{FF2B5EF4-FFF2-40B4-BE49-F238E27FC236}">
                  <a16:creationId xmlns:a16="http://schemas.microsoft.com/office/drawing/2014/main" id="{8D2307E2-9C1B-4CAD-5488-E6DC3BE9AC9B}"/>
                </a:ext>
              </a:extLst>
            </p:cNvPr>
            <p:cNvSpPr/>
            <p:nvPr/>
          </p:nvSpPr>
          <p:spPr>
            <a:xfrm flipH="1" flipV="1">
              <a:off x="4315208" y="3021122"/>
              <a:ext cx="3120379" cy="2533940"/>
            </a:xfrm>
            <a:custGeom>
              <a:avLst/>
              <a:gdLst>
                <a:gd name="connsiteX0" fmla="*/ 654595 w 2483336"/>
                <a:gd name="connsiteY0" fmla="*/ 0 h 2037930"/>
                <a:gd name="connsiteX1" fmla="*/ 654595 w 2483336"/>
                <a:gd name="connsiteY1" fmla="*/ 180132 h 2037930"/>
                <a:gd name="connsiteX2" fmla="*/ 1568937 w 2483336"/>
                <a:gd name="connsiteY2" fmla="*/ 180132 h 2037930"/>
                <a:gd name="connsiteX3" fmla="*/ 1645137 w 2483336"/>
                <a:gd name="connsiteY3" fmla="*/ 180132 h 2037930"/>
                <a:gd name="connsiteX4" fmla="*/ 1645137 w 2483336"/>
                <a:gd name="connsiteY4" fmla="*/ 185195 h 2037930"/>
                <a:gd name="connsiteX5" fmla="*/ 1721122 w 2483336"/>
                <a:gd name="connsiteY5" fmla="*/ 196549 h 2037930"/>
                <a:gd name="connsiteX6" fmla="*/ 2483336 w 2483336"/>
                <a:gd name="connsiteY6" fmla="*/ 1125818 h 2037930"/>
                <a:gd name="connsiteX7" fmla="*/ 1817699 w 2483336"/>
                <a:gd name="connsiteY7" fmla="*/ 2030577 h 2037930"/>
                <a:gd name="connsiteX8" fmla="*/ 1789102 w 2483336"/>
                <a:gd name="connsiteY8" fmla="*/ 2037930 h 2037930"/>
                <a:gd name="connsiteX9" fmla="*/ 1834501 w 2483336"/>
                <a:gd name="connsiteY9" fmla="*/ 2023838 h 2037930"/>
                <a:gd name="connsiteX10" fmla="*/ 2217899 w 2483336"/>
                <a:gd name="connsiteY10" fmla="*/ 1445423 h 2037930"/>
                <a:gd name="connsiteX11" fmla="*/ 1716666 w 2483336"/>
                <a:gd name="connsiteY11" fmla="*/ 830431 h 2037930"/>
                <a:gd name="connsiteX12" fmla="*/ 1599617 w 2483336"/>
                <a:gd name="connsiteY12" fmla="*/ 818631 h 2037930"/>
                <a:gd name="connsiteX13" fmla="*/ 1580691 w 2483336"/>
                <a:gd name="connsiteY13" fmla="*/ 818631 h 2037930"/>
                <a:gd name="connsiteX14" fmla="*/ 1568937 w 2483336"/>
                <a:gd name="connsiteY14" fmla="*/ 819816 h 2037930"/>
                <a:gd name="connsiteX15" fmla="*/ 1568937 w 2483336"/>
                <a:gd name="connsiteY15" fmla="*/ 818631 h 2037930"/>
                <a:gd name="connsiteX16" fmla="*/ 654595 w 2483336"/>
                <a:gd name="connsiteY16" fmla="*/ 818631 h 2037930"/>
                <a:gd name="connsiteX17" fmla="*/ 654595 w 2483336"/>
                <a:gd name="connsiteY17" fmla="*/ 957943 h 2037930"/>
                <a:gd name="connsiteX18" fmla="*/ 0 w 2483336"/>
                <a:gd name="connsiteY18" fmla="*/ 478971 h 203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483336" h="2037930">
                  <a:moveTo>
                    <a:pt x="654595" y="0"/>
                  </a:moveTo>
                  <a:lnTo>
                    <a:pt x="654595" y="180132"/>
                  </a:lnTo>
                  <a:lnTo>
                    <a:pt x="1568937" y="180132"/>
                  </a:lnTo>
                  <a:lnTo>
                    <a:pt x="1645137" y="180132"/>
                  </a:lnTo>
                  <a:lnTo>
                    <a:pt x="1645137" y="185195"/>
                  </a:lnTo>
                  <a:lnTo>
                    <a:pt x="1721122" y="196549"/>
                  </a:lnTo>
                  <a:cubicBezTo>
                    <a:pt x="2155696" y="282643"/>
                    <a:pt x="2483336" y="665969"/>
                    <a:pt x="2483336" y="1125818"/>
                  </a:cubicBezTo>
                  <a:cubicBezTo>
                    <a:pt x="2483336" y="1550924"/>
                    <a:pt x="2203336" y="1910632"/>
                    <a:pt x="1817699" y="2030577"/>
                  </a:cubicBezTo>
                  <a:lnTo>
                    <a:pt x="1789102" y="2037930"/>
                  </a:lnTo>
                  <a:lnTo>
                    <a:pt x="1834501" y="2023838"/>
                  </a:lnTo>
                  <a:cubicBezTo>
                    <a:pt x="2059808" y="1928541"/>
                    <a:pt x="2217899" y="1705444"/>
                    <a:pt x="2217899" y="1445423"/>
                  </a:cubicBezTo>
                  <a:cubicBezTo>
                    <a:pt x="2217899" y="1142065"/>
                    <a:pt x="2002720" y="888966"/>
                    <a:pt x="1716666" y="830431"/>
                  </a:cubicBezTo>
                  <a:lnTo>
                    <a:pt x="1599617" y="818631"/>
                  </a:lnTo>
                  <a:lnTo>
                    <a:pt x="1580691" y="818631"/>
                  </a:lnTo>
                  <a:lnTo>
                    <a:pt x="1568937" y="819816"/>
                  </a:lnTo>
                  <a:lnTo>
                    <a:pt x="1568937" y="818631"/>
                  </a:lnTo>
                  <a:lnTo>
                    <a:pt x="654595" y="818631"/>
                  </a:lnTo>
                  <a:lnTo>
                    <a:pt x="654595" y="957943"/>
                  </a:lnTo>
                  <a:lnTo>
                    <a:pt x="0" y="478971"/>
                  </a:lnTo>
                  <a:close/>
                </a:path>
              </a:pathLst>
            </a:cu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67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535C77ED-6F40-E180-B634-4958DD03D912}"/>
                </a:ext>
              </a:extLst>
            </p:cNvPr>
            <p:cNvSpPr/>
            <p:nvPr/>
          </p:nvSpPr>
          <p:spPr>
            <a:xfrm flipH="1">
              <a:off x="4790634" y="3101816"/>
              <a:ext cx="1127359" cy="1127708"/>
            </a:xfrm>
            <a:prstGeom prst="ellipse">
              <a:avLst/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67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+mn-lt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F7066CD-17F4-5050-39E1-36EF48291326}"/>
                </a:ext>
              </a:extLst>
            </p:cNvPr>
            <p:cNvSpPr txBox="1"/>
            <p:nvPr/>
          </p:nvSpPr>
          <p:spPr>
            <a:xfrm>
              <a:off x="5295666" y="4724147"/>
              <a:ext cx="16090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rPr>
                <a:t>添加标题</a:t>
              </a:r>
            </a:p>
          </p:txBody>
        </p:sp>
        <p:pic>
          <p:nvPicPr>
            <p:cNvPr id="12" name="图形 11">
              <a:extLst>
                <a:ext uri="{FF2B5EF4-FFF2-40B4-BE49-F238E27FC236}">
                  <a16:creationId xmlns:a16="http://schemas.microsoft.com/office/drawing/2014/main" id="{FE93D1E5-628D-4E67-5E7B-1446F6BD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614586" y="3401649"/>
              <a:ext cx="528043" cy="528043"/>
            </a:xfrm>
            <a:prstGeom prst="rect">
              <a:avLst/>
            </a:prstGeom>
          </p:spPr>
        </p:pic>
        <p:pic>
          <p:nvPicPr>
            <p:cNvPr id="13" name="图片 5" descr="图层_layers">
              <a:extLst>
                <a:ext uri="{FF2B5EF4-FFF2-40B4-BE49-F238E27FC236}">
                  <a16:creationId xmlns:a16="http://schemas.microsoft.com/office/drawing/2014/main" id="{39CCB4FC-60F3-5E8D-B201-96742EB40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090292" y="3401649"/>
              <a:ext cx="528043" cy="528043"/>
            </a:xfrm>
            <a:prstGeom prst="rect">
              <a:avLst/>
            </a:prstGeom>
          </p:spPr>
        </p:pic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2B9219A3-DF01-4670-D31B-AE26D441D8B5}"/>
              </a:ext>
            </a:extLst>
          </p:cNvPr>
          <p:cNvSpPr txBox="1"/>
          <p:nvPr/>
        </p:nvSpPr>
        <p:spPr>
          <a:xfrm>
            <a:off x="530136" y="1794656"/>
            <a:ext cx="3705726" cy="148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思源宋体 CN Light" panose="02020300000000000000" pitchFamily="18" charset="-122"/>
              <a:buChar char="•"/>
              <a:tabLst/>
              <a:defRPr/>
            </a:pP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Light" panose="02020300000000000000" pitchFamily="18" charset="-122"/>
              </a:rPr>
              <a:t>添加标题</a:t>
            </a:r>
            <a:endParaRPr kumimoji="0" lang="en-US" altLang="zh-CN" sz="20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ea"/>
              <a:sym typeface="思源宋体 CN Light" panose="02020300000000000000" pitchFamily="18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Light" panose="02020300000000000000" pitchFamily="18" charset="-122"/>
              </a:rPr>
              <a:t>单击此处添加合适的文字加以解释说明，可根据自己的需要适当地调整文字大小或者颜色等属性，祝你使用愉快。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03D6EC-132B-0103-90FE-1BD45C82B477}"/>
              </a:ext>
            </a:extLst>
          </p:cNvPr>
          <p:cNvSpPr txBox="1"/>
          <p:nvPr/>
        </p:nvSpPr>
        <p:spPr>
          <a:xfrm>
            <a:off x="530136" y="3785381"/>
            <a:ext cx="3705726" cy="148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思源宋体 CN Light" panose="02020300000000000000" pitchFamily="18" charset="-122"/>
              <a:buChar char="•"/>
              <a:defRPr/>
            </a:pPr>
            <a:r>
              <a:rPr lang="zh-CN" altLang="en-US" sz="20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Light" panose="02020300000000000000" pitchFamily="18" charset="-122"/>
              </a:rPr>
              <a:t>添加标题</a:t>
            </a:r>
            <a:endParaRPr lang="en-US" altLang="zh-CN" sz="2000" b="1" kern="0" dirty="0">
              <a:solidFill>
                <a:prstClr val="black">
                  <a:lumMod val="85000"/>
                  <a:lumOff val="15000"/>
                </a:prstClr>
              </a:solidFill>
              <a:latin typeface="思源宋体 CN" panose="02020400000000000000" pitchFamily="18" charset="-122"/>
              <a:ea typeface="思源宋体 CN" panose="02020400000000000000" pitchFamily="18" charset="-122"/>
              <a:cs typeface="+mn-ea"/>
              <a:sym typeface="思源宋体 CN Light" panose="02020300000000000000" pitchFamily="18" charset="-122"/>
            </a:endParaRPr>
          </a:p>
          <a:p>
            <a:pPr lvl="0" algn="just">
              <a:lnSpc>
                <a:spcPct val="150000"/>
              </a:lnSpc>
              <a:defRPr/>
            </a:pPr>
            <a:r>
              <a:rPr lang="zh-CN" altLang="en-US" sz="1400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Light" panose="02020300000000000000" pitchFamily="18" charset="-122"/>
              </a:rPr>
              <a:t>单击此处添加合适的文字加以解释说明，可根据自己的需要适当地调整文字大小或者颜色等属性，祝你使用愉快。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7A69291-0936-570A-4C31-77A551A91FFB}"/>
              </a:ext>
            </a:extLst>
          </p:cNvPr>
          <p:cNvSpPr txBox="1"/>
          <p:nvPr/>
        </p:nvSpPr>
        <p:spPr>
          <a:xfrm>
            <a:off x="7941840" y="1794656"/>
            <a:ext cx="3705726" cy="148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思源宋体 CN Light" panose="02020300000000000000" pitchFamily="18" charset="-122"/>
              <a:buChar char="•"/>
              <a:defRPr/>
            </a:pPr>
            <a:r>
              <a:rPr lang="zh-CN" altLang="en-US" sz="20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Light" panose="02020300000000000000" pitchFamily="18" charset="-122"/>
              </a:rPr>
              <a:t>添加标题</a:t>
            </a:r>
            <a:endParaRPr lang="en-US" altLang="zh-CN" sz="2000" b="1" kern="0" dirty="0">
              <a:solidFill>
                <a:prstClr val="black">
                  <a:lumMod val="85000"/>
                  <a:lumOff val="15000"/>
                </a:prstClr>
              </a:solidFill>
              <a:latin typeface="思源宋体 CN" panose="02020400000000000000" pitchFamily="18" charset="-122"/>
              <a:ea typeface="思源宋体 CN" panose="02020400000000000000" pitchFamily="18" charset="-122"/>
              <a:cs typeface="+mn-ea"/>
              <a:sym typeface="思源宋体 CN Light" panose="02020300000000000000" pitchFamily="18" charset="-122"/>
            </a:endParaRPr>
          </a:p>
          <a:p>
            <a:pPr lvl="0" algn="just">
              <a:lnSpc>
                <a:spcPct val="150000"/>
              </a:lnSpc>
              <a:defRPr/>
            </a:pPr>
            <a:r>
              <a:rPr lang="zh-CN" altLang="en-US" sz="1400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Light" panose="02020300000000000000" pitchFamily="18" charset="-122"/>
              </a:rPr>
              <a:t>单击此处添加合适的文字加以解释说明，可根据自己的需要适当地调整文字大小或者颜色等属性，祝你使用愉快。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BBBFC86-CAD1-EF8D-FCE6-EF88BDCFC650}"/>
              </a:ext>
            </a:extLst>
          </p:cNvPr>
          <p:cNvSpPr txBox="1"/>
          <p:nvPr/>
        </p:nvSpPr>
        <p:spPr>
          <a:xfrm>
            <a:off x="7941840" y="3785381"/>
            <a:ext cx="3705726" cy="148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思源宋体 CN Light" panose="02020300000000000000" pitchFamily="18" charset="-122"/>
              <a:buChar char="•"/>
              <a:defRPr/>
            </a:pPr>
            <a:r>
              <a:rPr lang="zh-CN" altLang="en-US" sz="20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Light" panose="02020300000000000000" pitchFamily="18" charset="-122"/>
              </a:rPr>
              <a:t>添加标题</a:t>
            </a:r>
            <a:endParaRPr lang="en-US" altLang="zh-CN" sz="2000" b="1" kern="0" dirty="0">
              <a:solidFill>
                <a:prstClr val="black">
                  <a:lumMod val="85000"/>
                  <a:lumOff val="15000"/>
                </a:prstClr>
              </a:solidFill>
              <a:latin typeface="思源宋体 CN" panose="02020400000000000000" pitchFamily="18" charset="-122"/>
              <a:ea typeface="思源宋体 CN" panose="02020400000000000000" pitchFamily="18" charset="-122"/>
              <a:cs typeface="+mn-ea"/>
              <a:sym typeface="思源宋体 CN Light" panose="02020300000000000000" pitchFamily="18" charset="-122"/>
            </a:endParaRPr>
          </a:p>
          <a:p>
            <a:pPr lvl="0" algn="just">
              <a:lnSpc>
                <a:spcPct val="150000"/>
              </a:lnSpc>
              <a:defRPr/>
            </a:pPr>
            <a:r>
              <a:rPr lang="zh-CN" altLang="en-US" sz="1400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Light" panose="02020300000000000000" pitchFamily="18" charset="-122"/>
              </a:rPr>
              <a:t>单击此处添加合适的文字加以解释说明，可根据自己的需要适当地调整文字大小或者颜色等属性，祝你使用愉快。</a:t>
            </a:r>
          </a:p>
        </p:txBody>
      </p:sp>
    </p:spTree>
    <p:extLst>
      <p:ext uri="{BB962C8B-B14F-4D97-AF65-F5344CB8AC3E}">
        <p14:creationId xmlns:p14="http://schemas.microsoft.com/office/powerpoint/2010/main" val="2046170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0"/>
                            </p:stCondLst>
                            <p:childTnLst>
                              <p:par>
                                <p:cTn id="26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C38E-C307-A675-F3A6-1ED0A20E0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86BA9D5-9ED2-EA4C-F664-F05B74CA32C5}"/>
              </a:ext>
            </a:extLst>
          </p:cNvPr>
          <p:cNvGrpSpPr/>
          <p:nvPr/>
        </p:nvGrpSpPr>
        <p:grpSpPr>
          <a:xfrm>
            <a:off x="272332" y="213941"/>
            <a:ext cx="3178598" cy="575393"/>
            <a:chOff x="272332" y="213941"/>
            <a:chExt cx="3178598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A032ABC0-E503-A0C3-61F2-4B8B0FC97461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6D0546C7-2124-C6D0-543D-48A7AA294BF2}"/>
                </a:ext>
              </a:extLst>
            </p:cNvPr>
            <p:cNvSpPr txBox="1"/>
            <p:nvPr/>
          </p:nvSpPr>
          <p:spPr>
            <a:xfrm>
              <a:off x="885825" y="240027"/>
              <a:ext cx="256510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课题研究背景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08DAF8D1-4293-D680-7157-AC55CAE88364}"/>
              </a:ext>
            </a:extLst>
          </p:cNvPr>
          <p:cNvGrpSpPr/>
          <p:nvPr/>
        </p:nvGrpSpPr>
        <p:grpSpPr>
          <a:xfrm>
            <a:off x="695327" y="2424736"/>
            <a:ext cx="10801348" cy="3672586"/>
            <a:chOff x="695327" y="2424736"/>
            <a:chExt cx="10801348" cy="3672586"/>
          </a:xfrm>
        </p:grpSpPr>
        <p:sp>
          <p:nvSpPr>
            <p:cNvPr id="6" name="矩形: 圆顶角 5">
              <a:extLst>
                <a:ext uri="{FF2B5EF4-FFF2-40B4-BE49-F238E27FC236}">
                  <a16:creationId xmlns:a16="http://schemas.microsoft.com/office/drawing/2014/main" id="{2BF1AC0D-D86C-50A8-0A24-B221AB8EB0C2}"/>
                </a:ext>
              </a:extLst>
            </p:cNvPr>
            <p:cNvSpPr/>
            <p:nvPr/>
          </p:nvSpPr>
          <p:spPr>
            <a:xfrm rot="16200000">
              <a:off x="837612" y="2282451"/>
              <a:ext cx="1136481" cy="1421052"/>
            </a:xfrm>
            <a:prstGeom prst="round2SameRect">
              <a:avLst/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>
              <a:outerShdw blurRad="190500" dist="114300" dir="2700000" sx="98000" sy="98000" algn="tl" rotWithShape="0">
                <a:srgbClr val="0F6FC6">
                  <a:alpha val="22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CAD7207D-09B8-7FA5-F2CB-8A8C80EB24F7}"/>
                </a:ext>
              </a:extLst>
            </p:cNvPr>
            <p:cNvSpPr/>
            <p:nvPr/>
          </p:nvSpPr>
          <p:spPr>
            <a:xfrm>
              <a:off x="2247826" y="2424736"/>
              <a:ext cx="4560686" cy="1136482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algn="ctr" rotWithShape="0">
                <a:srgbClr val="174677">
                  <a:alpha val="10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8" name="矩形: 圆顶角 7">
              <a:extLst>
                <a:ext uri="{FF2B5EF4-FFF2-40B4-BE49-F238E27FC236}">
                  <a16:creationId xmlns:a16="http://schemas.microsoft.com/office/drawing/2014/main" id="{138DBF3A-6896-ACA8-902F-391539D7FC43}"/>
                </a:ext>
              </a:extLst>
            </p:cNvPr>
            <p:cNvSpPr/>
            <p:nvPr/>
          </p:nvSpPr>
          <p:spPr>
            <a:xfrm rot="5400000" flipH="1">
              <a:off x="8648091" y="712634"/>
              <a:ext cx="1136481" cy="4560687"/>
            </a:xfrm>
            <a:prstGeom prst="round2Same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algn="ctr" rotWithShape="0">
                <a:srgbClr val="174677">
                  <a:alpha val="10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9" name="矩形: 圆顶角 8">
              <a:extLst>
                <a:ext uri="{FF2B5EF4-FFF2-40B4-BE49-F238E27FC236}">
                  <a16:creationId xmlns:a16="http://schemas.microsoft.com/office/drawing/2014/main" id="{4C4B52F3-EC1F-46FD-3D90-154FA58A48B3}"/>
                </a:ext>
              </a:extLst>
            </p:cNvPr>
            <p:cNvSpPr/>
            <p:nvPr/>
          </p:nvSpPr>
          <p:spPr>
            <a:xfrm rot="16200000">
              <a:off x="837612" y="3530792"/>
              <a:ext cx="1136481" cy="1421052"/>
            </a:xfrm>
            <a:prstGeom prst="round2SameRect">
              <a:avLst/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>
              <a:outerShdw blurRad="190500" dist="114300" dir="2700000" sx="98000" sy="98000" algn="tl" rotWithShape="0">
                <a:srgbClr val="0F6FC6">
                  <a:alpha val="22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49A2CA2E-DABE-E2CA-0E28-DBF780E9D66B}"/>
                </a:ext>
              </a:extLst>
            </p:cNvPr>
            <p:cNvSpPr/>
            <p:nvPr/>
          </p:nvSpPr>
          <p:spPr>
            <a:xfrm>
              <a:off x="2247826" y="3680742"/>
              <a:ext cx="4560686" cy="1136482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algn="ctr" rotWithShape="0">
                <a:srgbClr val="174677">
                  <a:alpha val="10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1" name="矩形: 圆顶角 10">
              <a:extLst>
                <a:ext uri="{FF2B5EF4-FFF2-40B4-BE49-F238E27FC236}">
                  <a16:creationId xmlns:a16="http://schemas.microsoft.com/office/drawing/2014/main" id="{A0CDAC41-66CC-4DD1-8BCE-60158957BC66}"/>
                </a:ext>
              </a:extLst>
            </p:cNvPr>
            <p:cNvSpPr/>
            <p:nvPr/>
          </p:nvSpPr>
          <p:spPr>
            <a:xfrm rot="5400000" flipH="1">
              <a:off x="8648091" y="1968640"/>
              <a:ext cx="1136481" cy="4560687"/>
            </a:xfrm>
            <a:prstGeom prst="round2Same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algn="ctr" rotWithShape="0">
                <a:srgbClr val="174677">
                  <a:alpha val="10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2" name="矩形: 圆顶角 11">
              <a:extLst>
                <a:ext uri="{FF2B5EF4-FFF2-40B4-BE49-F238E27FC236}">
                  <a16:creationId xmlns:a16="http://schemas.microsoft.com/office/drawing/2014/main" id="{68732273-F494-1A1B-E569-2F6D623B8206}"/>
                </a:ext>
              </a:extLst>
            </p:cNvPr>
            <p:cNvSpPr/>
            <p:nvPr/>
          </p:nvSpPr>
          <p:spPr>
            <a:xfrm rot="16200000">
              <a:off x="837612" y="4779132"/>
              <a:ext cx="1136481" cy="1421052"/>
            </a:xfrm>
            <a:prstGeom prst="round2SameRect">
              <a:avLst/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>
              <a:outerShdw blurRad="190500" dist="114300" dir="2700000" sx="98000" sy="98000" algn="tl" rotWithShape="0">
                <a:srgbClr val="0F6FC6">
                  <a:alpha val="22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451DE3E4-8904-3F9A-13AF-39306A6B5AF0}"/>
                </a:ext>
              </a:extLst>
            </p:cNvPr>
            <p:cNvSpPr/>
            <p:nvPr/>
          </p:nvSpPr>
          <p:spPr>
            <a:xfrm>
              <a:off x="2247826" y="4960840"/>
              <a:ext cx="4560686" cy="1136482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algn="ctr" rotWithShape="0">
                <a:srgbClr val="174677">
                  <a:alpha val="10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4" name="矩形: 圆顶角 13">
              <a:extLst>
                <a:ext uri="{FF2B5EF4-FFF2-40B4-BE49-F238E27FC236}">
                  <a16:creationId xmlns:a16="http://schemas.microsoft.com/office/drawing/2014/main" id="{B9794495-FA4D-7851-2AD8-17ADBD1C018E}"/>
                </a:ext>
              </a:extLst>
            </p:cNvPr>
            <p:cNvSpPr/>
            <p:nvPr/>
          </p:nvSpPr>
          <p:spPr>
            <a:xfrm rot="5400000" flipH="1">
              <a:off x="8648091" y="3248738"/>
              <a:ext cx="1136481" cy="4560687"/>
            </a:xfrm>
            <a:prstGeom prst="round2Same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algn="ctr" rotWithShape="0">
                <a:srgbClr val="174677">
                  <a:alpha val="10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EF400C53-F83B-9934-D3E9-0746913F38D6}"/>
                </a:ext>
              </a:extLst>
            </p:cNvPr>
            <p:cNvSpPr txBox="1"/>
            <p:nvPr/>
          </p:nvSpPr>
          <p:spPr>
            <a:xfrm>
              <a:off x="759974" y="2762208"/>
              <a:ext cx="1291757" cy="4615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F488C1FB-01E8-F4E1-1630-C2105C3B17E2}"/>
                </a:ext>
              </a:extLst>
            </p:cNvPr>
            <p:cNvSpPr txBox="1"/>
            <p:nvPr/>
          </p:nvSpPr>
          <p:spPr>
            <a:xfrm>
              <a:off x="2488169" y="2640462"/>
              <a:ext cx="4063249" cy="700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单击此处添加合适的文字加以说明，可适当地调整文字大小或者颜色等属性。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94D13D2-C093-6B5D-AC25-CB9BB521D02B}"/>
                </a:ext>
              </a:extLst>
            </p:cNvPr>
            <p:cNvSpPr txBox="1"/>
            <p:nvPr/>
          </p:nvSpPr>
          <p:spPr>
            <a:xfrm>
              <a:off x="759974" y="4010550"/>
              <a:ext cx="1291757" cy="4615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9E0DC4C-7D99-6971-E9F9-07D982FBCA3E}"/>
                </a:ext>
              </a:extLst>
            </p:cNvPr>
            <p:cNvSpPr txBox="1"/>
            <p:nvPr/>
          </p:nvSpPr>
          <p:spPr>
            <a:xfrm>
              <a:off x="759974" y="5258890"/>
              <a:ext cx="1291757" cy="4615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0298B7A-5EFB-BC68-E5CB-4ABD3CD5C2BE}"/>
                </a:ext>
              </a:extLst>
            </p:cNvPr>
            <p:cNvSpPr txBox="1"/>
            <p:nvPr/>
          </p:nvSpPr>
          <p:spPr>
            <a:xfrm>
              <a:off x="2488169" y="3836075"/>
              <a:ext cx="4063248" cy="700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单击此处添加合适的文字加以说明，可适当地调整文字大小或者颜色等属性。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9E98DA9C-D3E8-FA41-71E6-7FA799312678}"/>
                </a:ext>
              </a:extLst>
            </p:cNvPr>
            <p:cNvSpPr txBox="1"/>
            <p:nvPr/>
          </p:nvSpPr>
          <p:spPr>
            <a:xfrm>
              <a:off x="2488169" y="5116173"/>
              <a:ext cx="4093091" cy="700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单击此处添加合适的文字加以说明，可适当地调整文字大小或者颜色等属性。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906B4FB-FB4C-1087-119A-017BED0A659D}"/>
                </a:ext>
              </a:extLst>
            </p:cNvPr>
            <p:cNvSpPr txBox="1"/>
            <p:nvPr/>
          </p:nvSpPr>
          <p:spPr>
            <a:xfrm>
              <a:off x="7176332" y="2640462"/>
              <a:ext cx="4044118" cy="700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单击此处添加合适的文字加以说明，可适当地调整文字大小或者颜色等属性。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81FD893A-238A-B24E-699F-B501E7115752}"/>
                </a:ext>
              </a:extLst>
            </p:cNvPr>
            <p:cNvSpPr txBox="1"/>
            <p:nvPr/>
          </p:nvSpPr>
          <p:spPr>
            <a:xfrm>
              <a:off x="7176332" y="3836075"/>
              <a:ext cx="4044118" cy="700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单击此处添加合适的文字加以说明，可适当地调整文字大小或者颜色等属性。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BC6D93C-FA6E-AA8A-3282-FAFDE225745A}"/>
                </a:ext>
              </a:extLst>
            </p:cNvPr>
            <p:cNvSpPr txBox="1"/>
            <p:nvPr/>
          </p:nvSpPr>
          <p:spPr>
            <a:xfrm>
              <a:off x="7176332" y="5116173"/>
              <a:ext cx="4093091" cy="700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单击此处添加合适的文字加以说明，可适当地调整文字大小或者颜色等属性。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A2AFB289-5413-07EB-C850-0173EA414EE1}"/>
              </a:ext>
            </a:extLst>
          </p:cNvPr>
          <p:cNvGrpSpPr/>
          <p:nvPr/>
        </p:nvGrpSpPr>
        <p:grpSpPr>
          <a:xfrm>
            <a:off x="3857344" y="1076583"/>
            <a:ext cx="1341650" cy="1341650"/>
            <a:chOff x="3857344" y="914658"/>
            <a:chExt cx="1341650" cy="1341650"/>
          </a:xfrm>
        </p:grpSpPr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17B44E63-2107-36CC-568A-ACEB2F14695D}"/>
                </a:ext>
              </a:extLst>
            </p:cNvPr>
            <p:cNvSpPr/>
            <p:nvPr/>
          </p:nvSpPr>
          <p:spPr>
            <a:xfrm>
              <a:off x="3857344" y="914658"/>
              <a:ext cx="1341650" cy="1341650"/>
            </a:xfrm>
            <a:prstGeom prst="ellipse">
              <a:avLst/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078C934E-CEA0-7BF3-9EDE-19FB3B875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997374" y="1049552"/>
              <a:ext cx="1061589" cy="1061589"/>
            </a:xfrm>
            <a:custGeom>
              <a:avLst/>
              <a:gdLst>
                <a:gd name="connsiteX0" fmla="*/ 670825 w 1341650"/>
                <a:gd name="connsiteY0" fmla="*/ 0 h 1341650"/>
                <a:gd name="connsiteX1" fmla="*/ 1341650 w 1341650"/>
                <a:gd name="connsiteY1" fmla="*/ 670825 h 1341650"/>
                <a:gd name="connsiteX2" fmla="*/ 670825 w 1341650"/>
                <a:gd name="connsiteY2" fmla="*/ 1341650 h 1341650"/>
                <a:gd name="connsiteX3" fmla="*/ 0 w 1341650"/>
                <a:gd name="connsiteY3" fmla="*/ 670825 h 1341650"/>
                <a:gd name="connsiteX4" fmla="*/ 670825 w 1341650"/>
                <a:gd name="connsiteY4" fmla="*/ 0 h 134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1650" h="1341650">
                  <a:moveTo>
                    <a:pt x="670825" y="0"/>
                  </a:moveTo>
                  <a:cubicBezTo>
                    <a:pt x="1041311" y="0"/>
                    <a:pt x="1341650" y="300339"/>
                    <a:pt x="1341650" y="670825"/>
                  </a:cubicBezTo>
                  <a:cubicBezTo>
                    <a:pt x="1341650" y="1041311"/>
                    <a:pt x="1041311" y="1341650"/>
                    <a:pt x="670825" y="1341650"/>
                  </a:cubicBezTo>
                  <a:cubicBezTo>
                    <a:pt x="300339" y="1341650"/>
                    <a:pt x="0" y="1041311"/>
                    <a:pt x="0" y="670825"/>
                  </a:cubicBezTo>
                  <a:cubicBezTo>
                    <a:pt x="0" y="300339"/>
                    <a:pt x="300339" y="0"/>
                    <a:pt x="670825" y="0"/>
                  </a:cubicBezTo>
                  <a:close/>
                </a:path>
              </a:pathLst>
            </a:custGeom>
          </p:spPr>
        </p:pic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E132F433-70AB-FA0C-C71A-AD1A77E0CF71}"/>
              </a:ext>
            </a:extLst>
          </p:cNvPr>
          <p:cNvGrpSpPr/>
          <p:nvPr/>
        </p:nvGrpSpPr>
        <p:grpSpPr>
          <a:xfrm>
            <a:off x="8545506" y="1076583"/>
            <a:ext cx="1341650" cy="1341650"/>
            <a:chOff x="8545506" y="914658"/>
            <a:chExt cx="1341650" cy="1341650"/>
          </a:xfrm>
        </p:grpSpPr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4F077FC1-7B39-A079-5C7F-8CE8F3DE2465}"/>
                </a:ext>
              </a:extLst>
            </p:cNvPr>
            <p:cNvSpPr/>
            <p:nvPr/>
          </p:nvSpPr>
          <p:spPr>
            <a:xfrm flipH="1">
              <a:off x="8545506" y="914658"/>
              <a:ext cx="1341650" cy="1341650"/>
            </a:xfrm>
            <a:prstGeom prst="ellipse">
              <a:avLst/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9542F890-A02F-D3A8-761B-A0FA98212D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8685536" y="1049551"/>
              <a:ext cx="1061589" cy="1061589"/>
            </a:xfrm>
            <a:custGeom>
              <a:avLst/>
              <a:gdLst>
                <a:gd name="connsiteX0" fmla="*/ 670825 w 1341650"/>
                <a:gd name="connsiteY0" fmla="*/ 0 h 1341650"/>
                <a:gd name="connsiteX1" fmla="*/ 1341650 w 1341650"/>
                <a:gd name="connsiteY1" fmla="*/ 670825 h 1341650"/>
                <a:gd name="connsiteX2" fmla="*/ 670825 w 1341650"/>
                <a:gd name="connsiteY2" fmla="*/ 1341650 h 1341650"/>
                <a:gd name="connsiteX3" fmla="*/ 0 w 1341650"/>
                <a:gd name="connsiteY3" fmla="*/ 670825 h 1341650"/>
                <a:gd name="connsiteX4" fmla="*/ 670825 w 1341650"/>
                <a:gd name="connsiteY4" fmla="*/ 0 h 134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1650" h="1341650">
                  <a:moveTo>
                    <a:pt x="670825" y="0"/>
                  </a:moveTo>
                  <a:cubicBezTo>
                    <a:pt x="1041311" y="0"/>
                    <a:pt x="1341650" y="300339"/>
                    <a:pt x="1341650" y="670825"/>
                  </a:cubicBezTo>
                  <a:cubicBezTo>
                    <a:pt x="1341650" y="1041311"/>
                    <a:pt x="1041311" y="1341650"/>
                    <a:pt x="670825" y="1341650"/>
                  </a:cubicBezTo>
                  <a:cubicBezTo>
                    <a:pt x="300339" y="1341650"/>
                    <a:pt x="0" y="1041311"/>
                    <a:pt x="0" y="670825"/>
                  </a:cubicBezTo>
                  <a:cubicBezTo>
                    <a:pt x="0" y="300339"/>
                    <a:pt x="300339" y="0"/>
                    <a:pt x="670825" y="0"/>
                  </a:cubicBez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1972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AE9EB-0974-3EA5-98DB-D74347BAD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1FE4259-0EA1-F3DB-6686-0F5DD314B3E2}"/>
              </a:ext>
            </a:extLst>
          </p:cNvPr>
          <p:cNvGrpSpPr/>
          <p:nvPr/>
        </p:nvGrpSpPr>
        <p:grpSpPr>
          <a:xfrm>
            <a:off x="272332" y="213941"/>
            <a:ext cx="3178598" cy="575393"/>
            <a:chOff x="272332" y="213941"/>
            <a:chExt cx="3178598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20A85B61-0FE4-B2ED-33BA-874FAE52A79D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F87A2764-91E8-6275-6E63-832C204D0F91}"/>
                </a:ext>
              </a:extLst>
            </p:cNvPr>
            <p:cNvSpPr txBox="1"/>
            <p:nvPr/>
          </p:nvSpPr>
          <p:spPr>
            <a:xfrm>
              <a:off x="885825" y="240027"/>
              <a:ext cx="256510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课题研究背景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5137BFF7-39BC-CFE7-5C0D-7CE5150BD033}"/>
              </a:ext>
            </a:extLst>
          </p:cNvPr>
          <p:cNvGrpSpPr>
            <a:grpSpLocks/>
          </p:cNvGrpSpPr>
          <p:nvPr/>
        </p:nvGrpSpPr>
        <p:grpSpPr bwMode="auto">
          <a:xfrm>
            <a:off x="831580" y="1710202"/>
            <a:ext cx="2462212" cy="4029075"/>
            <a:chOff x="624527" y="2082800"/>
            <a:chExt cx="2461489" cy="4029071"/>
          </a:xfrm>
        </p:grpSpPr>
        <p:sp>
          <p:nvSpPr>
            <p:cNvPr id="6" name="Google Shape;537;p23">
              <a:extLst>
                <a:ext uri="{FF2B5EF4-FFF2-40B4-BE49-F238E27FC236}">
                  <a16:creationId xmlns:a16="http://schemas.microsoft.com/office/drawing/2014/main" id="{AE6C3A77-5143-2C3C-182C-F063B5925E54}"/>
                </a:ext>
              </a:extLst>
            </p:cNvPr>
            <p:cNvSpPr/>
            <p:nvPr/>
          </p:nvSpPr>
          <p:spPr>
            <a:xfrm>
              <a:off x="624527" y="2728912"/>
              <a:ext cx="499915" cy="458787"/>
            </a:xfrm>
            <a:custGeom>
              <a:avLst/>
              <a:gdLst/>
              <a:ahLst/>
              <a:cxnLst/>
              <a:rect l="l" t="t" r="r" b="b"/>
              <a:pathLst>
                <a:path w="19739" h="23677" extrusionOk="0">
                  <a:moveTo>
                    <a:pt x="0" y="0"/>
                  </a:moveTo>
                  <a:lnTo>
                    <a:pt x="19739" y="23677"/>
                  </a:lnTo>
                  <a:lnTo>
                    <a:pt x="19739" y="0"/>
                  </a:lnTo>
                  <a:close/>
                </a:path>
              </a:pathLst>
            </a:custGeom>
            <a:solidFill>
              <a:srgbClr val="000000">
                <a:lumMod val="75000"/>
              </a:srgbClr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l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7" name="Google Shape;534;p23">
              <a:extLst>
                <a:ext uri="{FF2B5EF4-FFF2-40B4-BE49-F238E27FC236}">
                  <a16:creationId xmlns:a16="http://schemas.microsoft.com/office/drawing/2014/main" id="{3FA55245-B233-2027-97A5-56D136B089F3}"/>
                </a:ext>
              </a:extLst>
            </p:cNvPr>
            <p:cNvSpPr/>
            <p:nvPr/>
          </p:nvSpPr>
          <p:spPr>
            <a:xfrm>
              <a:off x="895909" y="4691060"/>
              <a:ext cx="2166302" cy="1420811"/>
            </a:xfrm>
            <a:custGeom>
              <a:avLst/>
              <a:gdLst/>
              <a:ahLst/>
              <a:cxnLst/>
              <a:rect l="l" t="t" r="r" b="b"/>
              <a:pathLst>
                <a:path w="76463" h="73424" extrusionOk="0">
                  <a:moveTo>
                    <a:pt x="1" y="1"/>
                  </a:moveTo>
                  <a:lnTo>
                    <a:pt x="76463" y="1"/>
                  </a:lnTo>
                  <a:lnTo>
                    <a:pt x="76463" y="39927"/>
                  </a:lnTo>
                  <a:cubicBezTo>
                    <a:pt x="76463" y="58420"/>
                    <a:pt x="61460" y="73423"/>
                    <a:pt x="42967" y="73423"/>
                  </a:cubicBezTo>
                  <a:lnTo>
                    <a:pt x="33497" y="73423"/>
                  </a:lnTo>
                  <a:cubicBezTo>
                    <a:pt x="15004" y="73423"/>
                    <a:pt x="1" y="58420"/>
                    <a:pt x="1" y="39927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l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8" name="Google Shape;535;p23">
              <a:extLst>
                <a:ext uri="{FF2B5EF4-FFF2-40B4-BE49-F238E27FC236}">
                  <a16:creationId xmlns:a16="http://schemas.microsoft.com/office/drawing/2014/main" id="{C6350DBC-FA6F-8789-898B-3939A5F57D71}"/>
                </a:ext>
              </a:extLst>
            </p:cNvPr>
            <p:cNvSpPr/>
            <p:nvPr/>
          </p:nvSpPr>
          <p:spPr>
            <a:xfrm>
              <a:off x="894323" y="2143125"/>
              <a:ext cx="2167888" cy="3482972"/>
            </a:xfrm>
            <a:custGeom>
              <a:avLst/>
              <a:gdLst/>
              <a:ahLst/>
              <a:cxnLst/>
              <a:rect l="l" t="t" r="r" b="b"/>
              <a:pathLst>
                <a:path w="76513" h="179943" extrusionOk="0">
                  <a:moveTo>
                    <a:pt x="51" y="0"/>
                  </a:moveTo>
                  <a:lnTo>
                    <a:pt x="76513" y="0"/>
                  </a:lnTo>
                  <a:lnTo>
                    <a:pt x="76513" y="141711"/>
                  </a:lnTo>
                  <a:cubicBezTo>
                    <a:pt x="76513" y="162795"/>
                    <a:pt x="59366" y="179942"/>
                    <a:pt x="38282" y="179942"/>
                  </a:cubicBezTo>
                  <a:lnTo>
                    <a:pt x="38282" y="179942"/>
                  </a:lnTo>
                  <a:cubicBezTo>
                    <a:pt x="17147" y="179942"/>
                    <a:pt x="1" y="162795"/>
                    <a:pt x="1" y="1416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ts val="1100"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9" name="Google Shape;536;p23">
              <a:extLst>
                <a:ext uri="{FF2B5EF4-FFF2-40B4-BE49-F238E27FC236}">
                  <a16:creationId xmlns:a16="http://schemas.microsoft.com/office/drawing/2014/main" id="{83CF1852-1BA3-62DA-DF1C-9C8BD911F347}"/>
                </a:ext>
              </a:extLst>
            </p:cNvPr>
            <p:cNvSpPr/>
            <p:nvPr/>
          </p:nvSpPr>
          <p:spPr>
            <a:xfrm>
              <a:off x="624527" y="2082800"/>
              <a:ext cx="2437684" cy="646112"/>
            </a:xfrm>
            <a:custGeom>
              <a:avLst/>
              <a:gdLst/>
              <a:ahLst/>
              <a:cxnLst/>
              <a:rect l="l" t="t" r="r" b="b"/>
              <a:pathLst>
                <a:path w="96201" h="33397" extrusionOk="0">
                  <a:moveTo>
                    <a:pt x="26966" y="0"/>
                  </a:moveTo>
                  <a:lnTo>
                    <a:pt x="96201" y="0"/>
                  </a:lnTo>
                  <a:lnTo>
                    <a:pt x="96201" y="7228"/>
                  </a:lnTo>
                  <a:cubicBezTo>
                    <a:pt x="96201" y="21683"/>
                    <a:pt x="84487" y="33396"/>
                    <a:pt x="70032" y="33396"/>
                  </a:cubicBezTo>
                  <a:lnTo>
                    <a:pt x="0" y="33396"/>
                  </a:lnTo>
                  <a:lnTo>
                    <a:pt x="0" y="26966"/>
                  </a:lnTo>
                  <a:cubicBezTo>
                    <a:pt x="0" y="12063"/>
                    <a:pt x="12063" y="0"/>
                    <a:pt x="26966" y="0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665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 Medium"/>
              </a:endParaRPr>
            </a:p>
          </p:txBody>
        </p:sp>
        <p:grpSp>
          <p:nvGrpSpPr>
            <p:cNvPr id="10" name="Google Shape;538;p23">
              <a:extLst>
                <a:ext uri="{FF2B5EF4-FFF2-40B4-BE49-F238E27FC236}">
                  <a16:creationId xmlns:a16="http://schemas.microsoft.com/office/drawing/2014/main" id="{5E7F7FB9-5604-D48F-EED9-93DF6505062E}"/>
                </a:ext>
              </a:extLst>
            </p:cNvPr>
            <p:cNvGrpSpPr/>
            <p:nvPr/>
          </p:nvGrpSpPr>
          <p:grpSpPr>
            <a:xfrm>
              <a:off x="1733447" y="2200310"/>
              <a:ext cx="353910" cy="379027"/>
              <a:chOff x="-48237000" y="2342650"/>
              <a:chExt cx="256800" cy="300225"/>
            </a:xfrm>
            <a:solidFill>
              <a:srgbClr val="FFFFFF"/>
            </a:solidFill>
          </p:grpSpPr>
          <p:sp>
            <p:nvSpPr>
              <p:cNvPr id="14" name="Google Shape;539;p23">
                <a:extLst>
                  <a:ext uri="{FF2B5EF4-FFF2-40B4-BE49-F238E27FC236}">
                    <a16:creationId xmlns:a16="http://schemas.microsoft.com/office/drawing/2014/main" id="{5BF85311-E844-6B1C-E9D4-60A29064598B}"/>
                  </a:ext>
                </a:extLst>
              </p:cNvPr>
              <p:cNvSpPr/>
              <p:nvPr/>
            </p:nvSpPr>
            <p:spPr>
              <a:xfrm>
                <a:off x="-48237000" y="2342650"/>
                <a:ext cx="256800" cy="3002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12009" extrusionOk="0">
                    <a:moveTo>
                      <a:pt x="4507" y="679"/>
                    </a:moveTo>
                    <a:cubicBezTo>
                      <a:pt x="4774" y="679"/>
                      <a:pt x="5048" y="706"/>
                      <a:pt x="5325" y="762"/>
                    </a:cubicBezTo>
                    <a:cubicBezTo>
                      <a:pt x="6774" y="1077"/>
                      <a:pt x="7940" y="2274"/>
                      <a:pt x="8255" y="3723"/>
                    </a:cubicBezTo>
                    <a:cubicBezTo>
                      <a:pt x="8381" y="4227"/>
                      <a:pt x="8381" y="4763"/>
                      <a:pt x="8318" y="5267"/>
                    </a:cubicBezTo>
                    <a:cubicBezTo>
                      <a:pt x="8318" y="5330"/>
                      <a:pt x="8318" y="5424"/>
                      <a:pt x="8350" y="5487"/>
                    </a:cubicBezTo>
                    <a:lnTo>
                      <a:pt x="9263" y="7220"/>
                    </a:lnTo>
                    <a:cubicBezTo>
                      <a:pt x="9389" y="7441"/>
                      <a:pt x="9232" y="7756"/>
                      <a:pt x="8980" y="7756"/>
                    </a:cubicBezTo>
                    <a:lnTo>
                      <a:pt x="8034" y="7756"/>
                    </a:lnTo>
                    <a:cubicBezTo>
                      <a:pt x="7845" y="7756"/>
                      <a:pt x="7688" y="7913"/>
                      <a:pt x="7688" y="8102"/>
                    </a:cubicBezTo>
                    <a:lnTo>
                      <a:pt x="7688" y="9867"/>
                    </a:lnTo>
                    <a:lnTo>
                      <a:pt x="5892" y="9867"/>
                    </a:lnTo>
                    <a:cubicBezTo>
                      <a:pt x="5703" y="9867"/>
                      <a:pt x="5546" y="10024"/>
                      <a:pt x="5546" y="10213"/>
                    </a:cubicBezTo>
                    <a:lnTo>
                      <a:pt x="5546" y="11284"/>
                    </a:lnTo>
                    <a:lnTo>
                      <a:pt x="2049" y="11284"/>
                    </a:lnTo>
                    <a:lnTo>
                      <a:pt x="2049" y="7693"/>
                    </a:lnTo>
                    <a:cubicBezTo>
                      <a:pt x="2049" y="7598"/>
                      <a:pt x="2017" y="7504"/>
                      <a:pt x="1923" y="7441"/>
                    </a:cubicBezTo>
                    <a:cubicBezTo>
                      <a:pt x="1103" y="6685"/>
                      <a:pt x="631" y="5645"/>
                      <a:pt x="631" y="4542"/>
                    </a:cubicBezTo>
                    <a:cubicBezTo>
                      <a:pt x="631" y="2387"/>
                      <a:pt x="2372" y="679"/>
                      <a:pt x="4507" y="679"/>
                    </a:cubicBezTo>
                    <a:close/>
                    <a:moveTo>
                      <a:pt x="4570" y="0"/>
                    </a:moveTo>
                    <a:cubicBezTo>
                      <a:pt x="2059" y="0"/>
                      <a:pt x="1" y="1999"/>
                      <a:pt x="1" y="4542"/>
                    </a:cubicBezTo>
                    <a:cubicBezTo>
                      <a:pt x="1" y="5802"/>
                      <a:pt x="505" y="7000"/>
                      <a:pt x="1418" y="7850"/>
                    </a:cubicBezTo>
                    <a:lnTo>
                      <a:pt x="1418" y="11631"/>
                    </a:lnTo>
                    <a:cubicBezTo>
                      <a:pt x="1418" y="11851"/>
                      <a:pt x="1576" y="12009"/>
                      <a:pt x="1765" y="12009"/>
                    </a:cubicBezTo>
                    <a:lnTo>
                      <a:pt x="5987" y="12009"/>
                    </a:lnTo>
                    <a:cubicBezTo>
                      <a:pt x="6176" y="12009"/>
                      <a:pt x="6333" y="11851"/>
                      <a:pt x="6333" y="11631"/>
                    </a:cubicBezTo>
                    <a:lnTo>
                      <a:pt x="6333" y="10591"/>
                    </a:lnTo>
                    <a:lnTo>
                      <a:pt x="8097" y="10591"/>
                    </a:lnTo>
                    <a:cubicBezTo>
                      <a:pt x="8287" y="10591"/>
                      <a:pt x="8444" y="10434"/>
                      <a:pt x="8444" y="10213"/>
                    </a:cubicBezTo>
                    <a:lnTo>
                      <a:pt x="8444" y="8449"/>
                    </a:lnTo>
                    <a:lnTo>
                      <a:pt x="9043" y="8449"/>
                    </a:lnTo>
                    <a:cubicBezTo>
                      <a:pt x="9799" y="8417"/>
                      <a:pt x="10271" y="7598"/>
                      <a:pt x="9925" y="6874"/>
                    </a:cubicBezTo>
                    <a:lnTo>
                      <a:pt x="9043" y="5267"/>
                    </a:lnTo>
                    <a:cubicBezTo>
                      <a:pt x="9137" y="4700"/>
                      <a:pt x="9137" y="4164"/>
                      <a:pt x="9011" y="3597"/>
                    </a:cubicBezTo>
                    <a:cubicBezTo>
                      <a:pt x="8665" y="1864"/>
                      <a:pt x="7247" y="510"/>
                      <a:pt x="5546" y="100"/>
                    </a:cubicBezTo>
                    <a:cubicBezTo>
                      <a:pt x="5215" y="33"/>
                      <a:pt x="4889" y="0"/>
                      <a:pt x="457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15" name="Google Shape;540;p23">
                <a:extLst>
                  <a:ext uri="{FF2B5EF4-FFF2-40B4-BE49-F238E27FC236}">
                    <a16:creationId xmlns:a16="http://schemas.microsoft.com/office/drawing/2014/main" id="{FF5EAFE5-2AB6-C886-E3AC-3C98C66BCCC4}"/>
                  </a:ext>
                </a:extLst>
              </p:cNvPr>
              <p:cNvSpPr/>
              <p:nvPr/>
            </p:nvSpPr>
            <p:spPr>
              <a:xfrm>
                <a:off x="-48195250" y="2377425"/>
                <a:ext cx="144150" cy="140225"/>
              </a:xfrm>
              <a:custGeom>
                <a:avLst/>
                <a:gdLst/>
                <a:ahLst/>
                <a:cxnLst/>
                <a:rect l="l" t="t" r="r" b="b"/>
                <a:pathLst>
                  <a:path w="5766" h="5609" extrusionOk="0">
                    <a:moveTo>
                      <a:pt x="3214" y="757"/>
                    </a:moveTo>
                    <a:lnTo>
                      <a:pt x="3214" y="883"/>
                    </a:lnTo>
                    <a:cubicBezTo>
                      <a:pt x="3214" y="1040"/>
                      <a:pt x="3277" y="1135"/>
                      <a:pt x="3435" y="1198"/>
                    </a:cubicBezTo>
                    <a:cubicBezTo>
                      <a:pt x="3624" y="1261"/>
                      <a:pt x="3844" y="1387"/>
                      <a:pt x="4002" y="1513"/>
                    </a:cubicBezTo>
                    <a:cubicBezTo>
                      <a:pt x="4061" y="1553"/>
                      <a:pt x="4146" y="1593"/>
                      <a:pt x="4233" y="1593"/>
                    </a:cubicBezTo>
                    <a:cubicBezTo>
                      <a:pt x="4283" y="1593"/>
                      <a:pt x="4333" y="1579"/>
                      <a:pt x="4380" y="1545"/>
                    </a:cubicBezTo>
                    <a:lnTo>
                      <a:pt x="4506" y="1482"/>
                    </a:lnTo>
                    <a:lnTo>
                      <a:pt x="4852" y="2049"/>
                    </a:lnTo>
                    <a:lnTo>
                      <a:pt x="4726" y="2143"/>
                    </a:lnTo>
                    <a:cubicBezTo>
                      <a:pt x="4632" y="2206"/>
                      <a:pt x="4537" y="2364"/>
                      <a:pt x="4569" y="2490"/>
                    </a:cubicBezTo>
                    <a:cubicBezTo>
                      <a:pt x="4632" y="2710"/>
                      <a:pt x="4632" y="2899"/>
                      <a:pt x="4569" y="3120"/>
                    </a:cubicBezTo>
                    <a:cubicBezTo>
                      <a:pt x="4537" y="3277"/>
                      <a:pt x="4632" y="3403"/>
                      <a:pt x="4726" y="3466"/>
                    </a:cubicBezTo>
                    <a:lnTo>
                      <a:pt x="4852" y="3561"/>
                    </a:lnTo>
                    <a:lnTo>
                      <a:pt x="4506" y="4159"/>
                    </a:lnTo>
                    <a:lnTo>
                      <a:pt x="4380" y="4065"/>
                    </a:lnTo>
                    <a:cubicBezTo>
                      <a:pt x="4323" y="4037"/>
                      <a:pt x="4260" y="4021"/>
                      <a:pt x="4199" y="4021"/>
                    </a:cubicBezTo>
                    <a:cubicBezTo>
                      <a:pt x="4125" y="4021"/>
                      <a:pt x="4054" y="4044"/>
                      <a:pt x="4002" y="4096"/>
                    </a:cubicBezTo>
                    <a:cubicBezTo>
                      <a:pt x="3844" y="4254"/>
                      <a:pt x="3624" y="4348"/>
                      <a:pt x="3435" y="4411"/>
                    </a:cubicBezTo>
                    <a:cubicBezTo>
                      <a:pt x="3277" y="4475"/>
                      <a:pt x="3214" y="4632"/>
                      <a:pt x="3214" y="4727"/>
                    </a:cubicBezTo>
                    <a:lnTo>
                      <a:pt x="3214" y="4853"/>
                    </a:lnTo>
                    <a:lnTo>
                      <a:pt x="2489" y="4853"/>
                    </a:lnTo>
                    <a:lnTo>
                      <a:pt x="2489" y="4727"/>
                    </a:lnTo>
                    <a:cubicBezTo>
                      <a:pt x="2489" y="4569"/>
                      <a:pt x="2426" y="4475"/>
                      <a:pt x="2269" y="4411"/>
                    </a:cubicBezTo>
                    <a:cubicBezTo>
                      <a:pt x="2048" y="4348"/>
                      <a:pt x="1859" y="4222"/>
                      <a:pt x="1702" y="4096"/>
                    </a:cubicBezTo>
                    <a:cubicBezTo>
                      <a:pt x="1622" y="4057"/>
                      <a:pt x="1530" y="4017"/>
                      <a:pt x="1449" y="4017"/>
                    </a:cubicBezTo>
                    <a:cubicBezTo>
                      <a:pt x="1402" y="4017"/>
                      <a:pt x="1358" y="4030"/>
                      <a:pt x="1324" y="4065"/>
                    </a:cubicBezTo>
                    <a:lnTo>
                      <a:pt x="1198" y="4159"/>
                    </a:lnTo>
                    <a:lnTo>
                      <a:pt x="851" y="3561"/>
                    </a:lnTo>
                    <a:lnTo>
                      <a:pt x="946" y="3466"/>
                    </a:lnTo>
                    <a:cubicBezTo>
                      <a:pt x="1072" y="3403"/>
                      <a:pt x="1166" y="3246"/>
                      <a:pt x="1103" y="3120"/>
                    </a:cubicBezTo>
                    <a:cubicBezTo>
                      <a:pt x="1072" y="2899"/>
                      <a:pt x="1072" y="2710"/>
                      <a:pt x="1103" y="2490"/>
                    </a:cubicBezTo>
                    <a:cubicBezTo>
                      <a:pt x="1166" y="2332"/>
                      <a:pt x="1072" y="2206"/>
                      <a:pt x="946" y="2143"/>
                    </a:cubicBezTo>
                    <a:lnTo>
                      <a:pt x="851" y="2049"/>
                    </a:lnTo>
                    <a:lnTo>
                      <a:pt x="1198" y="1482"/>
                    </a:lnTo>
                    <a:lnTo>
                      <a:pt x="1324" y="1545"/>
                    </a:lnTo>
                    <a:cubicBezTo>
                      <a:pt x="1366" y="1573"/>
                      <a:pt x="1421" y="1588"/>
                      <a:pt x="1481" y="1588"/>
                    </a:cubicBezTo>
                    <a:cubicBezTo>
                      <a:pt x="1553" y="1588"/>
                      <a:pt x="1632" y="1565"/>
                      <a:pt x="1702" y="1513"/>
                    </a:cubicBezTo>
                    <a:cubicBezTo>
                      <a:pt x="1859" y="1356"/>
                      <a:pt x="2048" y="1261"/>
                      <a:pt x="2269" y="1198"/>
                    </a:cubicBezTo>
                    <a:cubicBezTo>
                      <a:pt x="2426" y="1135"/>
                      <a:pt x="2489" y="977"/>
                      <a:pt x="2489" y="883"/>
                    </a:cubicBezTo>
                    <a:lnTo>
                      <a:pt x="2489" y="757"/>
                    </a:lnTo>
                    <a:close/>
                    <a:moveTo>
                      <a:pt x="2174" y="1"/>
                    </a:moveTo>
                    <a:cubicBezTo>
                      <a:pt x="1985" y="1"/>
                      <a:pt x="1828" y="158"/>
                      <a:pt x="1828" y="379"/>
                    </a:cubicBezTo>
                    <a:lnTo>
                      <a:pt x="1828" y="599"/>
                    </a:lnTo>
                    <a:cubicBezTo>
                      <a:pt x="1702" y="631"/>
                      <a:pt x="1576" y="725"/>
                      <a:pt x="1513" y="788"/>
                    </a:cubicBezTo>
                    <a:lnTo>
                      <a:pt x="1324" y="694"/>
                    </a:lnTo>
                    <a:cubicBezTo>
                      <a:pt x="1265" y="658"/>
                      <a:pt x="1192" y="641"/>
                      <a:pt x="1122" y="641"/>
                    </a:cubicBezTo>
                    <a:cubicBezTo>
                      <a:pt x="1004" y="641"/>
                      <a:pt x="890" y="690"/>
                      <a:pt x="851" y="788"/>
                    </a:cubicBezTo>
                    <a:lnTo>
                      <a:pt x="126" y="2017"/>
                    </a:lnTo>
                    <a:cubicBezTo>
                      <a:pt x="63" y="2175"/>
                      <a:pt x="95" y="2427"/>
                      <a:pt x="253" y="2490"/>
                    </a:cubicBezTo>
                    <a:lnTo>
                      <a:pt x="442" y="2616"/>
                    </a:lnTo>
                    <a:lnTo>
                      <a:pt x="442" y="2994"/>
                    </a:lnTo>
                    <a:lnTo>
                      <a:pt x="253" y="3120"/>
                    </a:lnTo>
                    <a:cubicBezTo>
                      <a:pt x="95" y="3214"/>
                      <a:pt x="0" y="3435"/>
                      <a:pt x="126" y="3592"/>
                    </a:cubicBezTo>
                    <a:lnTo>
                      <a:pt x="851" y="4821"/>
                    </a:lnTo>
                    <a:cubicBezTo>
                      <a:pt x="894" y="4928"/>
                      <a:pt x="1024" y="4991"/>
                      <a:pt x="1152" y="4991"/>
                    </a:cubicBezTo>
                    <a:cubicBezTo>
                      <a:pt x="1213" y="4991"/>
                      <a:pt x="1273" y="4977"/>
                      <a:pt x="1324" y="4947"/>
                    </a:cubicBezTo>
                    <a:lnTo>
                      <a:pt x="1513" y="4821"/>
                    </a:lnTo>
                    <a:cubicBezTo>
                      <a:pt x="1639" y="4884"/>
                      <a:pt x="1733" y="4979"/>
                      <a:pt x="1828" y="5010"/>
                    </a:cubicBezTo>
                    <a:lnTo>
                      <a:pt x="1828" y="5262"/>
                    </a:lnTo>
                    <a:cubicBezTo>
                      <a:pt x="1828" y="5451"/>
                      <a:pt x="1985" y="5609"/>
                      <a:pt x="2174" y="5609"/>
                    </a:cubicBezTo>
                    <a:lnTo>
                      <a:pt x="3592" y="5609"/>
                    </a:lnTo>
                    <a:cubicBezTo>
                      <a:pt x="3781" y="5609"/>
                      <a:pt x="3939" y="5451"/>
                      <a:pt x="3939" y="5262"/>
                    </a:cubicBezTo>
                    <a:lnTo>
                      <a:pt x="3939" y="5010"/>
                    </a:lnTo>
                    <a:cubicBezTo>
                      <a:pt x="4065" y="4979"/>
                      <a:pt x="4191" y="4884"/>
                      <a:pt x="4254" y="4821"/>
                    </a:cubicBezTo>
                    <a:lnTo>
                      <a:pt x="4474" y="4947"/>
                    </a:lnTo>
                    <a:cubicBezTo>
                      <a:pt x="4524" y="4967"/>
                      <a:pt x="4580" y="4978"/>
                      <a:pt x="4637" y="4978"/>
                    </a:cubicBezTo>
                    <a:cubicBezTo>
                      <a:pt x="4759" y="4978"/>
                      <a:pt x="4882" y="4929"/>
                      <a:pt x="4947" y="4821"/>
                    </a:cubicBezTo>
                    <a:lnTo>
                      <a:pt x="5640" y="3592"/>
                    </a:lnTo>
                    <a:cubicBezTo>
                      <a:pt x="5734" y="3435"/>
                      <a:pt x="5671" y="3214"/>
                      <a:pt x="5514" y="3120"/>
                    </a:cubicBezTo>
                    <a:lnTo>
                      <a:pt x="5325" y="2994"/>
                    </a:lnTo>
                    <a:lnTo>
                      <a:pt x="5325" y="2616"/>
                    </a:lnTo>
                    <a:lnTo>
                      <a:pt x="5514" y="2490"/>
                    </a:lnTo>
                    <a:cubicBezTo>
                      <a:pt x="5671" y="2427"/>
                      <a:pt x="5766" y="2206"/>
                      <a:pt x="5640" y="2017"/>
                    </a:cubicBezTo>
                    <a:lnTo>
                      <a:pt x="4947" y="788"/>
                    </a:lnTo>
                    <a:cubicBezTo>
                      <a:pt x="4887" y="689"/>
                      <a:pt x="4777" y="627"/>
                      <a:pt x="4664" y="627"/>
                    </a:cubicBezTo>
                    <a:cubicBezTo>
                      <a:pt x="4598" y="627"/>
                      <a:pt x="4532" y="648"/>
                      <a:pt x="4474" y="694"/>
                    </a:cubicBezTo>
                    <a:lnTo>
                      <a:pt x="4254" y="788"/>
                    </a:lnTo>
                    <a:cubicBezTo>
                      <a:pt x="4159" y="725"/>
                      <a:pt x="4033" y="631"/>
                      <a:pt x="3939" y="599"/>
                    </a:cubicBezTo>
                    <a:lnTo>
                      <a:pt x="3939" y="379"/>
                    </a:lnTo>
                    <a:cubicBezTo>
                      <a:pt x="3939" y="158"/>
                      <a:pt x="3781" y="1"/>
                      <a:pt x="359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16" name="Google Shape;541;p23">
                <a:extLst>
                  <a:ext uri="{FF2B5EF4-FFF2-40B4-BE49-F238E27FC236}">
                    <a16:creationId xmlns:a16="http://schemas.microsoft.com/office/drawing/2014/main" id="{2C59CC52-F0F8-AB4F-A816-1D14AE688276}"/>
                  </a:ext>
                </a:extLst>
              </p:cNvPr>
              <p:cNvSpPr/>
              <p:nvPr/>
            </p:nvSpPr>
            <p:spPr>
              <a:xfrm>
                <a:off x="-48150350" y="2422325"/>
                <a:ext cx="52775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2111" h="2112" extrusionOk="0">
                    <a:moveTo>
                      <a:pt x="1040" y="662"/>
                    </a:moveTo>
                    <a:cubicBezTo>
                      <a:pt x="1260" y="662"/>
                      <a:pt x="1418" y="820"/>
                      <a:pt x="1418" y="1009"/>
                    </a:cubicBezTo>
                    <a:cubicBezTo>
                      <a:pt x="1418" y="1198"/>
                      <a:pt x="1260" y="1355"/>
                      <a:pt x="1040" y="1355"/>
                    </a:cubicBezTo>
                    <a:cubicBezTo>
                      <a:pt x="851" y="1355"/>
                      <a:pt x="693" y="1198"/>
                      <a:pt x="693" y="1009"/>
                    </a:cubicBezTo>
                    <a:cubicBezTo>
                      <a:pt x="693" y="820"/>
                      <a:pt x="851" y="662"/>
                      <a:pt x="1040" y="662"/>
                    </a:cubicBezTo>
                    <a:close/>
                    <a:moveTo>
                      <a:pt x="1040" y="1"/>
                    </a:moveTo>
                    <a:cubicBezTo>
                      <a:pt x="473" y="1"/>
                      <a:pt x="0" y="473"/>
                      <a:pt x="0" y="1040"/>
                    </a:cubicBezTo>
                    <a:cubicBezTo>
                      <a:pt x="0" y="1639"/>
                      <a:pt x="473" y="2111"/>
                      <a:pt x="1040" y="2111"/>
                    </a:cubicBezTo>
                    <a:cubicBezTo>
                      <a:pt x="1639" y="2111"/>
                      <a:pt x="2111" y="1639"/>
                      <a:pt x="2111" y="1040"/>
                    </a:cubicBezTo>
                    <a:cubicBezTo>
                      <a:pt x="2111" y="473"/>
                      <a:pt x="1639" y="1"/>
                      <a:pt x="1040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</p:grpSp>
        <p:sp>
          <p:nvSpPr>
            <p:cNvPr id="11" name="Google Shape;542;p23">
              <a:extLst>
                <a:ext uri="{FF2B5EF4-FFF2-40B4-BE49-F238E27FC236}">
                  <a16:creationId xmlns:a16="http://schemas.microsoft.com/office/drawing/2014/main" id="{762A3F4C-61D7-07BF-A004-8E08EECA84BF}"/>
                </a:ext>
              </a:extLst>
            </p:cNvPr>
            <p:cNvSpPr txBox="1"/>
            <p:nvPr/>
          </p:nvSpPr>
          <p:spPr>
            <a:xfrm>
              <a:off x="1346627" y="5626096"/>
              <a:ext cx="1158535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GB" sz="2665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 Medium"/>
                </a:rPr>
                <a:t>A</a:t>
              </a:r>
              <a:endParaRPr kumimoji="0" sz="2665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 Medium"/>
              </a:endParaRPr>
            </a:p>
          </p:txBody>
        </p:sp>
        <p:sp>
          <p:nvSpPr>
            <p:cNvPr id="12" name="文本框 60">
              <a:extLst>
                <a:ext uri="{FF2B5EF4-FFF2-40B4-BE49-F238E27FC236}">
                  <a16:creationId xmlns:a16="http://schemas.microsoft.com/office/drawing/2014/main" id="{9723A0DA-4C0B-3F56-2BFA-FAD586C0A9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0723" y="2931543"/>
              <a:ext cx="219529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</a:p>
          </p:txBody>
        </p:sp>
        <p:sp>
          <p:nvSpPr>
            <p:cNvPr id="13" name="文本框 61">
              <a:extLst>
                <a:ext uri="{FF2B5EF4-FFF2-40B4-BE49-F238E27FC236}">
                  <a16:creationId xmlns:a16="http://schemas.microsoft.com/office/drawing/2014/main" id="{71C60AEB-E5C4-364D-04EF-FA3C279CA5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8264" y="3360827"/>
              <a:ext cx="1740212" cy="1993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黑体 CN Bold" panose="020B0800000000000000" pitchFamily="34" charset="-122"/>
                </a:rPr>
                <a:t>请您单击此处输入文本内容，可根据自己的需要适当地调整文字的颜色或者大小等属性，可复制粘贴您的文本。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91662B19-66ED-740A-ABDD-E66CF8648519}"/>
              </a:ext>
            </a:extLst>
          </p:cNvPr>
          <p:cNvGrpSpPr>
            <a:grpSpLocks/>
          </p:cNvGrpSpPr>
          <p:nvPr/>
        </p:nvGrpSpPr>
        <p:grpSpPr bwMode="auto">
          <a:xfrm>
            <a:off x="3511278" y="1710202"/>
            <a:ext cx="2500313" cy="4029075"/>
            <a:chOff x="3352502" y="2082800"/>
            <a:chExt cx="2500174" cy="4029071"/>
          </a:xfrm>
        </p:grpSpPr>
        <p:sp>
          <p:nvSpPr>
            <p:cNvPr id="18" name="Google Shape;547;p23">
              <a:extLst>
                <a:ext uri="{FF2B5EF4-FFF2-40B4-BE49-F238E27FC236}">
                  <a16:creationId xmlns:a16="http://schemas.microsoft.com/office/drawing/2014/main" id="{EA50CCAA-A6FA-98E0-41A0-437243A96693}"/>
                </a:ext>
              </a:extLst>
            </p:cNvPr>
            <p:cNvSpPr/>
            <p:nvPr/>
          </p:nvSpPr>
          <p:spPr>
            <a:xfrm>
              <a:off x="3353870" y="2728912"/>
              <a:ext cx="500035" cy="458787"/>
            </a:xfrm>
            <a:custGeom>
              <a:avLst/>
              <a:gdLst/>
              <a:ahLst/>
              <a:cxnLst/>
              <a:rect l="l" t="t" r="r" b="b"/>
              <a:pathLst>
                <a:path w="19739" h="23677" extrusionOk="0">
                  <a:moveTo>
                    <a:pt x="0" y="0"/>
                  </a:moveTo>
                  <a:lnTo>
                    <a:pt x="19739" y="23677"/>
                  </a:lnTo>
                  <a:lnTo>
                    <a:pt x="1973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l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19" name="Google Shape;544;p23">
              <a:extLst>
                <a:ext uri="{FF2B5EF4-FFF2-40B4-BE49-F238E27FC236}">
                  <a16:creationId xmlns:a16="http://schemas.microsoft.com/office/drawing/2014/main" id="{5E05D55D-8D98-9AE9-0C70-BA5F7C52E1F7}"/>
                </a:ext>
              </a:extLst>
            </p:cNvPr>
            <p:cNvSpPr/>
            <p:nvPr/>
          </p:nvSpPr>
          <p:spPr>
            <a:xfrm>
              <a:off x="3623950" y="4691060"/>
              <a:ext cx="2165229" cy="1420811"/>
            </a:xfrm>
            <a:custGeom>
              <a:avLst/>
              <a:gdLst/>
              <a:ahLst/>
              <a:cxnLst/>
              <a:rect l="l" t="t" r="r" b="b"/>
              <a:pathLst>
                <a:path w="76463" h="73424" extrusionOk="0">
                  <a:moveTo>
                    <a:pt x="1" y="1"/>
                  </a:moveTo>
                  <a:lnTo>
                    <a:pt x="76463" y="1"/>
                  </a:lnTo>
                  <a:lnTo>
                    <a:pt x="76463" y="39927"/>
                  </a:lnTo>
                  <a:cubicBezTo>
                    <a:pt x="76463" y="58420"/>
                    <a:pt x="61460" y="73423"/>
                    <a:pt x="42967" y="73423"/>
                  </a:cubicBezTo>
                  <a:lnTo>
                    <a:pt x="33497" y="73423"/>
                  </a:lnTo>
                  <a:cubicBezTo>
                    <a:pt x="15004" y="73423"/>
                    <a:pt x="1" y="58420"/>
                    <a:pt x="1" y="39927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l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20" name="Google Shape;545;p23">
              <a:extLst>
                <a:ext uri="{FF2B5EF4-FFF2-40B4-BE49-F238E27FC236}">
                  <a16:creationId xmlns:a16="http://schemas.microsoft.com/office/drawing/2014/main" id="{416D895E-4142-2355-FB57-FAB8B6DFC1EE}"/>
                </a:ext>
              </a:extLst>
            </p:cNvPr>
            <p:cNvSpPr/>
            <p:nvPr/>
          </p:nvSpPr>
          <p:spPr>
            <a:xfrm>
              <a:off x="3609663" y="2143125"/>
              <a:ext cx="2166817" cy="3482972"/>
            </a:xfrm>
            <a:custGeom>
              <a:avLst/>
              <a:gdLst/>
              <a:ahLst/>
              <a:cxnLst/>
              <a:rect l="l" t="t" r="r" b="b"/>
              <a:pathLst>
                <a:path w="76513" h="179943" extrusionOk="0">
                  <a:moveTo>
                    <a:pt x="51" y="0"/>
                  </a:moveTo>
                  <a:lnTo>
                    <a:pt x="76513" y="0"/>
                  </a:lnTo>
                  <a:lnTo>
                    <a:pt x="76513" y="141711"/>
                  </a:lnTo>
                  <a:cubicBezTo>
                    <a:pt x="76513" y="162795"/>
                    <a:pt x="59366" y="179942"/>
                    <a:pt x="38282" y="179942"/>
                  </a:cubicBezTo>
                  <a:lnTo>
                    <a:pt x="38282" y="179942"/>
                  </a:lnTo>
                  <a:cubicBezTo>
                    <a:pt x="17147" y="179942"/>
                    <a:pt x="1" y="162795"/>
                    <a:pt x="1" y="1416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21" name="Google Shape;546;p23">
              <a:extLst>
                <a:ext uri="{FF2B5EF4-FFF2-40B4-BE49-F238E27FC236}">
                  <a16:creationId xmlns:a16="http://schemas.microsoft.com/office/drawing/2014/main" id="{4BD9BFC0-3AAD-1F58-7118-F30AF0B44789}"/>
                </a:ext>
              </a:extLst>
            </p:cNvPr>
            <p:cNvSpPr/>
            <p:nvPr/>
          </p:nvSpPr>
          <p:spPr>
            <a:xfrm>
              <a:off x="3352502" y="2082800"/>
              <a:ext cx="2436677" cy="646112"/>
            </a:xfrm>
            <a:custGeom>
              <a:avLst/>
              <a:gdLst/>
              <a:ahLst/>
              <a:cxnLst/>
              <a:rect l="l" t="t" r="r" b="b"/>
              <a:pathLst>
                <a:path w="96201" h="33397" extrusionOk="0">
                  <a:moveTo>
                    <a:pt x="26966" y="0"/>
                  </a:moveTo>
                  <a:lnTo>
                    <a:pt x="96201" y="0"/>
                  </a:lnTo>
                  <a:lnTo>
                    <a:pt x="96201" y="7228"/>
                  </a:lnTo>
                  <a:cubicBezTo>
                    <a:pt x="96201" y="21683"/>
                    <a:pt x="84487" y="33396"/>
                    <a:pt x="70032" y="33396"/>
                  </a:cubicBezTo>
                  <a:lnTo>
                    <a:pt x="0" y="33396"/>
                  </a:lnTo>
                  <a:lnTo>
                    <a:pt x="0" y="26966"/>
                  </a:lnTo>
                  <a:cubicBezTo>
                    <a:pt x="0" y="12063"/>
                    <a:pt x="12063" y="0"/>
                    <a:pt x="26966" y="0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16000"/>
                </a:srgbClr>
              </a:outerShdw>
            </a:effectLst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665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 Medium"/>
              </a:endParaRPr>
            </a:p>
          </p:txBody>
        </p:sp>
        <p:sp>
          <p:nvSpPr>
            <p:cNvPr id="22" name="Google Shape;548;p23">
              <a:extLst>
                <a:ext uri="{FF2B5EF4-FFF2-40B4-BE49-F238E27FC236}">
                  <a16:creationId xmlns:a16="http://schemas.microsoft.com/office/drawing/2014/main" id="{5D517694-DCF2-C80B-8762-70E192FAFEFE}"/>
                </a:ext>
              </a:extLst>
            </p:cNvPr>
            <p:cNvSpPr/>
            <p:nvPr/>
          </p:nvSpPr>
          <p:spPr>
            <a:xfrm>
              <a:off x="4420831" y="2205038"/>
              <a:ext cx="404789" cy="369887"/>
            </a:xfrm>
            <a:custGeom>
              <a:avLst/>
              <a:gdLst/>
              <a:ahLst/>
              <a:cxnLst/>
              <a:rect l="l" t="t" r="r" b="b"/>
              <a:pathLst>
                <a:path w="11909" h="11847" extrusionOk="0">
                  <a:moveTo>
                    <a:pt x="3560" y="2647"/>
                  </a:moveTo>
                  <a:lnTo>
                    <a:pt x="3560" y="3561"/>
                  </a:lnTo>
                  <a:lnTo>
                    <a:pt x="2615" y="3561"/>
                  </a:lnTo>
                  <a:lnTo>
                    <a:pt x="3560" y="2647"/>
                  </a:lnTo>
                  <a:close/>
                  <a:moveTo>
                    <a:pt x="6616" y="4222"/>
                  </a:moveTo>
                  <a:cubicBezTo>
                    <a:pt x="7971" y="4285"/>
                    <a:pt x="9074" y="5325"/>
                    <a:pt x="9074" y="6680"/>
                  </a:cubicBezTo>
                  <a:cubicBezTo>
                    <a:pt x="9074" y="8003"/>
                    <a:pt x="7971" y="9106"/>
                    <a:pt x="6616" y="9106"/>
                  </a:cubicBezTo>
                  <a:cubicBezTo>
                    <a:pt x="5293" y="9106"/>
                    <a:pt x="4190" y="8003"/>
                    <a:pt x="4190" y="6680"/>
                  </a:cubicBezTo>
                  <a:cubicBezTo>
                    <a:pt x="4190" y="5325"/>
                    <a:pt x="5293" y="4222"/>
                    <a:pt x="6616" y="4222"/>
                  </a:cubicBezTo>
                  <a:close/>
                  <a:moveTo>
                    <a:pt x="7687" y="757"/>
                  </a:moveTo>
                  <a:lnTo>
                    <a:pt x="7687" y="1513"/>
                  </a:lnTo>
                  <a:lnTo>
                    <a:pt x="3875" y="1513"/>
                  </a:lnTo>
                  <a:cubicBezTo>
                    <a:pt x="3781" y="1513"/>
                    <a:pt x="3655" y="1544"/>
                    <a:pt x="3623" y="1639"/>
                  </a:cubicBezTo>
                  <a:lnTo>
                    <a:pt x="1512" y="3718"/>
                  </a:lnTo>
                  <a:cubicBezTo>
                    <a:pt x="1418" y="3813"/>
                    <a:pt x="1386" y="3876"/>
                    <a:pt x="1386" y="3939"/>
                  </a:cubicBezTo>
                  <a:lnTo>
                    <a:pt x="1386" y="9862"/>
                  </a:lnTo>
                  <a:lnTo>
                    <a:pt x="662" y="9862"/>
                  </a:lnTo>
                  <a:lnTo>
                    <a:pt x="662" y="757"/>
                  </a:lnTo>
                  <a:close/>
                  <a:moveTo>
                    <a:pt x="8380" y="2175"/>
                  </a:moveTo>
                  <a:lnTo>
                    <a:pt x="8380" y="4128"/>
                  </a:lnTo>
                  <a:cubicBezTo>
                    <a:pt x="7876" y="3813"/>
                    <a:pt x="7278" y="3592"/>
                    <a:pt x="6648" y="3592"/>
                  </a:cubicBezTo>
                  <a:cubicBezTo>
                    <a:pt x="4915" y="3592"/>
                    <a:pt x="3560" y="5010"/>
                    <a:pt x="3560" y="6711"/>
                  </a:cubicBezTo>
                  <a:cubicBezTo>
                    <a:pt x="3560" y="8444"/>
                    <a:pt x="4946" y="9830"/>
                    <a:pt x="6648" y="9830"/>
                  </a:cubicBezTo>
                  <a:cubicBezTo>
                    <a:pt x="7120" y="9830"/>
                    <a:pt x="7593" y="9704"/>
                    <a:pt x="8002" y="9515"/>
                  </a:cubicBezTo>
                  <a:lnTo>
                    <a:pt x="8380" y="9893"/>
                  </a:lnTo>
                  <a:lnTo>
                    <a:pt x="8380" y="10492"/>
                  </a:lnTo>
                  <a:lnTo>
                    <a:pt x="2079" y="10492"/>
                  </a:lnTo>
                  <a:lnTo>
                    <a:pt x="2079" y="4285"/>
                  </a:lnTo>
                  <a:lnTo>
                    <a:pt x="3875" y="4285"/>
                  </a:lnTo>
                  <a:cubicBezTo>
                    <a:pt x="4064" y="4285"/>
                    <a:pt x="4222" y="4128"/>
                    <a:pt x="4222" y="3907"/>
                  </a:cubicBezTo>
                  <a:lnTo>
                    <a:pt x="4222" y="2175"/>
                  </a:lnTo>
                  <a:close/>
                  <a:moveTo>
                    <a:pt x="9074" y="8633"/>
                  </a:moveTo>
                  <a:lnTo>
                    <a:pt x="11027" y="10618"/>
                  </a:lnTo>
                  <a:cubicBezTo>
                    <a:pt x="11153" y="10744"/>
                    <a:pt x="11153" y="10964"/>
                    <a:pt x="11027" y="11090"/>
                  </a:cubicBezTo>
                  <a:cubicBezTo>
                    <a:pt x="10964" y="11153"/>
                    <a:pt x="10877" y="11185"/>
                    <a:pt x="10791" y="11185"/>
                  </a:cubicBezTo>
                  <a:cubicBezTo>
                    <a:pt x="10704" y="11185"/>
                    <a:pt x="10617" y="11153"/>
                    <a:pt x="10554" y="11090"/>
                  </a:cubicBezTo>
                  <a:lnTo>
                    <a:pt x="8601" y="9106"/>
                  </a:lnTo>
                  <a:cubicBezTo>
                    <a:pt x="8790" y="9011"/>
                    <a:pt x="8948" y="8791"/>
                    <a:pt x="9074" y="8633"/>
                  </a:cubicBezTo>
                  <a:close/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lnTo>
                    <a:pt x="0" y="10145"/>
                  </a:lnTo>
                  <a:cubicBezTo>
                    <a:pt x="0" y="10334"/>
                    <a:pt x="158" y="10492"/>
                    <a:pt x="347" y="10492"/>
                  </a:cubicBezTo>
                  <a:lnTo>
                    <a:pt x="1386" y="10492"/>
                  </a:lnTo>
                  <a:lnTo>
                    <a:pt x="1386" y="10838"/>
                  </a:lnTo>
                  <a:cubicBezTo>
                    <a:pt x="1386" y="11059"/>
                    <a:pt x="1544" y="11216"/>
                    <a:pt x="1733" y="11216"/>
                  </a:cubicBezTo>
                  <a:lnTo>
                    <a:pt x="8695" y="11216"/>
                  </a:lnTo>
                  <a:cubicBezTo>
                    <a:pt x="8916" y="11216"/>
                    <a:pt x="9074" y="11059"/>
                    <a:pt x="9074" y="10838"/>
                  </a:cubicBezTo>
                  <a:lnTo>
                    <a:pt x="9074" y="10586"/>
                  </a:lnTo>
                  <a:lnTo>
                    <a:pt x="10050" y="11563"/>
                  </a:lnTo>
                  <a:cubicBezTo>
                    <a:pt x="10239" y="11752"/>
                    <a:pt x="10507" y="11847"/>
                    <a:pt x="10775" y="11847"/>
                  </a:cubicBezTo>
                  <a:cubicBezTo>
                    <a:pt x="11043" y="11847"/>
                    <a:pt x="11310" y="11752"/>
                    <a:pt x="11499" y="11563"/>
                  </a:cubicBezTo>
                  <a:cubicBezTo>
                    <a:pt x="11909" y="11153"/>
                    <a:pt x="11909" y="10492"/>
                    <a:pt x="11499" y="10114"/>
                  </a:cubicBezTo>
                  <a:lnTo>
                    <a:pt x="9420" y="8003"/>
                  </a:lnTo>
                  <a:cubicBezTo>
                    <a:pt x="9609" y="7625"/>
                    <a:pt x="9735" y="7152"/>
                    <a:pt x="9735" y="6680"/>
                  </a:cubicBezTo>
                  <a:cubicBezTo>
                    <a:pt x="9735" y="5924"/>
                    <a:pt x="9452" y="5262"/>
                    <a:pt x="9011" y="4695"/>
                  </a:cubicBezTo>
                  <a:lnTo>
                    <a:pt x="9011" y="1828"/>
                  </a:lnTo>
                  <a:cubicBezTo>
                    <a:pt x="9011" y="1639"/>
                    <a:pt x="8853" y="1481"/>
                    <a:pt x="8664" y="1481"/>
                  </a:cubicBezTo>
                  <a:lnTo>
                    <a:pt x="8317" y="1481"/>
                  </a:lnTo>
                  <a:lnTo>
                    <a:pt x="8317" y="379"/>
                  </a:lnTo>
                  <a:cubicBezTo>
                    <a:pt x="8317" y="190"/>
                    <a:pt x="8160" y="1"/>
                    <a:pt x="797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l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23" name="Google Shape;549;p23">
              <a:extLst>
                <a:ext uri="{FF2B5EF4-FFF2-40B4-BE49-F238E27FC236}">
                  <a16:creationId xmlns:a16="http://schemas.microsoft.com/office/drawing/2014/main" id="{3B38683C-5A9C-2246-B32A-97BF2C1AA588}"/>
                </a:ext>
              </a:extLst>
            </p:cNvPr>
            <p:cNvSpPr txBox="1"/>
            <p:nvPr/>
          </p:nvSpPr>
          <p:spPr>
            <a:xfrm>
              <a:off x="4060488" y="5626096"/>
              <a:ext cx="115881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GB" sz="2665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 Medium"/>
                </a:rPr>
                <a:t>B</a:t>
              </a:r>
              <a:endParaRPr kumimoji="0" sz="2665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 Medium"/>
              </a:endParaRPr>
            </a:p>
          </p:txBody>
        </p:sp>
        <p:sp>
          <p:nvSpPr>
            <p:cNvPr id="24" name="文本框 62">
              <a:extLst>
                <a:ext uri="{FF2B5EF4-FFF2-40B4-BE49-F238E27FC236}">
                  <a16:creationId xmlns:a16="http://schemas.microsoft.com/office/drawing/2014/main" id="{84BBA72D-4F15-534F-D3DB-F682D0B6BE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383" y="2922056"/>
              <a:ext cx="219529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</a:p>
          </p:txBody>
        </p:sp>
        <p:sp>
          <p:nvSpPr>
            <p:cNvPr id="25" name="文本框 63">
              <a:extLst>
                <a:ext uri="{FF2B5EF4-FFF2-40B4-BE49-F238E27FC236}">
                  <a16:creationId xmlns:a16="http://schemas.microsoft.com/office/drawing/2014/main" id="{27AFFDF8-1123-52D4-75CD-8FA619FE8E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4923" y="3351341"/>
              <a:ext cx="1740212" cy="1993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黑体 CN Bold" panose="020B0800000000000000" pitchFamily="34" charset="-122"/>
                </a:rPr>
                <a:t>请您单击此处输入文本内容，可根据自己的需要适当地调整文字的颜色或者大小等属性，可复制粘贴您的文本。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8407AFE6-E6FF-ADB6-73DA-3398364300A2}"/>
              </a:ext>
            </a:extLst>
          </p:cNvPr>
          <p:cNvGrpSpPr>
            <a:grpSpLocks/>
          </p:cNvGrpSpPr>
          <p:nvPr/>
        </p:nvGrpSpPr>
        <p:grpSpPr bwMode="auto">
          <a:xfrm>
            <a:off x="6216379" y="1710202"/>
            <a:ext cx="2528888" cy="4029075"/>
            <a:chOff x="6089225" y="2082800"/>
            <a:chExt cx="2529238" cy="4029071"/>
          </a:xfrm>
        </p:grpSpPr>
        <p:sp>
          <p:nvSpPr>
            <p:cNvPr id="27" name="Google Shape;554;p23">
              <a:extLst>
                <a:ext uri="{FF2B5EF4-FFF2-40B4-BE49-F238E27FC236}">
                  <a16:creationId xmlns:a16="http://schemas.microsoft.com/office/drawing/2014/main" id="{E3E33C45-92BE-2FE5-62AF-187D2116B470}"/>
                </a:ext>
              </a:extLst>
            </p:cNvPr>
            <p:cNvSpPr/>
            <p:nvPr/>
          </p:nvSpPr>
          <p:spPr>
            <a:xfrm>
              <a:off x="6089225" y="2728912"/>
              <a:ext cx="500132" cy="458787"/>
            </a:xfrm>
            <a:custGeom>
              <a:avLst/>
              <a:gdLst/>
              <a:ahLst/>
              <a:cxnLst/>
              <a:rect l="l" t="t" r="r" b="b"/>
              <a:pathLst>
                <a:path w="19739" h="23677" extrusionOk="0">
                  <a:moveTo>
                    <a:pt x="0" y="0"/>
                  </a:moveTo>
                  <a:lnTo>
                    <a:pt x="19739" y="23677"/>
                  </a:lnTo>
                  <a:lnTo>
                    <a:pt x="19739" y="0"/>
                  </a:lnTo>
                  <a:close/>
                </a:path>
              </a:pathLst>
            </a:custGeom>
            <a:solidFill>
              <a:srgbClr val="000000">
                <a:lumMod val="75000"/>
              </a:srgbClr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l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28" name="Google Shape;551;p23">
              <a:extLst>
                <a:ext uri="{FF2B5EF4-FFF2-40B4-BE49-F238E27FC236}">
                  <a16:creationId xmlns:a16="http://schemas.microsoft.com/office/drawing/2014/main" id="{ED6F7D38-8B95-3FAB-8948-C04BF13BF282}"/>
                </a:ext>
              </a:extLst>
            </p:cNvPr>
            <p:cNvSpPr/>
            <p:nvPr/>
          </p:nvSpPr>
          <p:spPr>
            <a:xfrm>
              <a:off x="6360726" y="4691060"/>
              <a:ext cx="2165650" cy="1420811"/>
            </a:xfrm>
            <a:custGeom>
              <a:avLst/>
              <a:gdLst/>
              <a:ahLst/>
              <a:cxnLst/>
              <a:rect l="l" t="t" r="r" b="b"/>
              <a:pathLst>
                <a:path w="76463" h="73424" extrusionOk="0">
                  <a:moveTo>
                    <a:pt x="1" y="1"/>
                  </a:moveTo>
                  <a:lnTo>
                    <a:pt x="76463" y="1"/>
                  </a:lnTo>
                  <a:lnTo>
                    <a:pt x="76463" y="39927"/>
                  </a:lnTo>
                  <a:cubicBezTo>
                    <a:pt x="76463" y="58420"/>
                    <a:pt x="61460" y="73423"/>
                    <a:pt x="42967" y="73423"/>
                  </a:cubicBezTo>
                  <a:lnTo>
                    <a:pt x="33497" y="73423"/>
                  </a:lnTo>
                  <a:cubicBezTo>
                    <a:pt x="15004" y="73423"/>
                    <a:pt x="1" y="58420"/>
                    <a:pt x="1" y="39927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l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29" name="Google Shape;552;p23">
              <a:extLst>
                <a:ext uri="{FF2B5EF4-FFF2-40B4-BE49-F238E27FC236}">
                  <a16:creationId xmlns:a16="http://schemas.microsoft.com/office/drawing/2014/main" id="{49B229D2-5CEA-9ED9-FCBE-84E7446694A7}"/>
                </a:ext>
              </a:extLst>
            </p:cNvPr>
            <p:cNvSpPr/>
            <p:nvPr/>
          </p:nvSpPr>
          <p:spPr>
            <a:xfrm>
              <a:off x="6359137" y="2143125"/>
              <a:ext cx="2167238" cy="3482972"/>
            </a:xfrm>
            <a:custGeom>
              <a:avLst/>
              <a:gdLst/>
              <a:ahLst/>
              <a:cxnLst/>
              <a:rect l="l" t="t" r="r" b="b"/>
              <a:pathLst>
                <a:path w="76513" h="179943" extrusionOk="0">
                  <a:moveTo>
                    <a:pt x="51" y="0"/>
                  </a:moveTo>
                  <a:lnTo>
                    <a:pt x="76513" y="0"/>
                  </a:lnTo>
                  <a:lnTo>
                    <a:pt x="76513" y="141711"/>
                  </a:lnTo>
                  <a:cubicBezTo>
                    <a:pt x="76513" y="162795"/>
                    <a:pt x="59366" y="179942"/>
                    <a:pt x="38282" y="179942"/>
                  </a:cubicBezTo>
                  <a:lnTo>
                    <a:pt x="38282" y="179942"/>
                  </a:lnTo>
                  <a:cubicBezTo>
                    <a:pt x="17147" y="179942"/>
                    <a:pt x="1" y="162795"/>
                    <a:pt x="1" y="141661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sp>
          <p:nvSpPr>
            <p:cNvPr id="30" name="Google Shape;553;p23">
              <a:extLst>
                <a:ext uri="{FF2B5EF4-FFF2-40B4-BE49-F238E27FC236}">
                  <a16:creationId xmlns:a16="http://schemas.microsoft.com/office/drawing/2014/main" id="{227101F9-1387-B827-AB55-838378A6E1B4}"/>
                </a:ext>
              </a:extLst>
            </p:cNvPr>
            <p:cNvSpPr/>
            <p:nvPr/>
          </p:nvSpPr>
          <p:spPr>
            <a:xfrm>
              <a:off x="6089225" y="2082800"/>
              <a:ext cx="2437150" cy="646112"/>
            </a:xfrm>
            <a:custGeom>
              <a:avLst/>
              <a:gdLst/>
              <a:ahLst/>
              <a:cxnLst/>
              <a:rect l="l" t="t" r="r" b="b"/>
              <a:pathLst>
                <a:path w="96201" h="33397" extrusionOk="0">
                  <a:moveTo>
                    <a:pt x="26966" y="0"/>
                  </a:moveTo>
                  <a:lnTo>
                    <a:pt x="96201" y="0"/>
                  </a:lnTo>
                  <a:lnTo>
                    <a:pt x="96201" y="7228"/>
                  </a:lnTo>
                  <a:cubicBezTo>
                    <a:pt x="96201" y="21683"/>
                    <a:pt x="84487" y="33396"/>
                    <a:pt x="70032" y="33396"/>
                  </a:cubicBezTo>
                  <a:lnTo>
                    <a:pt x="0" y="33396"/>
                  </a:lnTo>
                  <a:lnTo>
                    <a:pt x="0" y="26966"/>
                  </a:lnTo>
                  <a:cubicBezTo>
                    <a:pt x="0" y="12063"/>
                    <a:pt x="12063" y="0"/>
                    <a:pt x="26966" y="0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12000"/>
                </a:srgbClr>
              </a:outerShdw>
            </a:effectLst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2665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 Medium"/>
              </a:endParaRPr>
            </a:p>
          </p:txBody>
        </p:sp>
        <p:grpSp>
          <p:nvGrpSpPr>
            <p:cNvPr id="31" name="Google Shape;555;p23">
              <a:extLst>
                <a:ext uri="{FF2B5EF4-FFF2-40B4-BE49-F238E27FC236}">
                  <a16:creationId xmlns:a16="http://schemas.microsoft.com/office/drawing/2014/main" id="{A7DCD56B-6A2B-56AE-0C9C-F9471B49ACEF}"/>
                </a:ext>
              </a:extLst>
            </p:cNvPr>
            <p:cNvGrpSpPr/>
            <p:nvPr/>
          </p:nvGrpSpPr>
          <p:grpSpPr>
            <a:xfrm>
              <a:off x="7282582" y="2207743"/>
              <a:ext cx="411552" cy="373958"/>
              <a:chOff x="-31166825" y="1939525"/>
              <a:chExt cx="293800" cy="291425"/>
            </a:xfrm>
            <a:solidFill>
              <a:srgbClr val="FFFFFF"/>
            </a:solidFill>
          </p:grpSpPr>
          <p:sp>
            <p:nvSpPr>
              <p:cNvPr id="35" name="Google Shape;556;p23">
                <a:extLst>
                  <a:ext uri="{FF2B5EF4-FFF2-40B4-BE49-F238E27FC236}">
                    <a16:creationId xmlns:a16="http://schemas.microsoft.com/office/drawing/2014/main" id="{902432A0-1F0F-9D03-F7BA-18E2B3716B62}"/>
                  </a:ext>
                </a:extLst>
              </p:cNvPr>
              <p:cNvSpPr/>
              <p:nvPr/>
            </p:nvSpPr>
            <p:spPr>
              <a:xfrm>
                <a:off x="-31166825" y="1939525"/>
                <a:ext cx="22450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980" h="11657" extrusionOk="0">
                    <a:moveTo>
                      <a:pt x="5892" y="662"/>
                    </a:moveTo>
                    <a:cubicBezTo>
                      <a:pt x="6081" y="662"/>
                      <a:pt x="6239" y="819"/>
                      <a:pt x="6239" y="1040"/>
                    </a:cubicBezTo>
                    <a:lnTo>
                      <a:pt x="6239" y="1386"/>
                    </a:lnTo>
                    <a:lnTo>
                      <a:pt x="2805" y="1386"/>
                    </a:lnTo>
                    <a:lnTo>
                      <a:pt x="2805" y="1040"/>
                    </a:lnTo>
                    <a:cubicBezTo>
                      <a:pt x="2805" y="819"/>
                      <a:pt x="2962" y="662"/>
                      <a:pt x="3120" y="662"/>
                    </a:cubicBezTo>
                    <a:close/>
                    <a:moveTo>
                      <a:pt x="8035" y="1323"/>
                    </a:moveTo>
                    <a:cubicBezTo>
                      <a:pt x="8255" y="1323"/>
                      <a:pt x="8413" y="1512"/>
                      <a:pt x="8413" y="1701"/>
                    </a:cubicBezTo>
                    <a:lnTo>
                      <a:pt x="8413" y="10617"/>
                    </a:lnTo>
                    <a:cubicBezTo>
                      <a:pt x="8413" y="10838"/>
                      <a:pt x="8255" y="10995"/>
                      <a:pt x="8035" y="10995"/>
                    </a:cubicBezTo>
                    <a:lnTo>
                      <a:pt x="1166" y="10995"/>
                    </a:lnTo>
                    <a:cubicBezTo>
                      <a:pt x="946" y="10995"/>
                      <a:pt x="788" y="10838"/>
                      <a:pt x="788" y="10617"/>
                    </a:cubicBezTo>
                    <a:lnTo>
                      <a:pt x="788" y="1701"/>
                    </a:lnTo>
                    <a:lnTo>
                      <a:pt x="757" y="1701"/>
                    </a:lnTo>
                    <a:cubicBezTo>
                      <a:pt x="757" y="1512"/>
                      <a:pt x="914" y="1323"/>
                      <a:pt x="1103" y="1323"/>
                    </a:cubicBezTo>
                    <a:lnTo>
                      <a:pt x="2143" y="1323"/>
                    </a:lnTo>
                    <a:lnTo>
                      <a:pt x="2143" y="1701"/>
                    </a:lnTo>
                    <a:cubicBezTo>
                      <a:pt x="2143" y="1890"/>
                      <a:pt x="2301" y="2048"/>
                      <a:pt x="2490" y="2048"/>
                    </a:cubicBezTo>
                    <a:lnTo>
                      <a:pt x="6617" y="2048"/>
                    </a:lnTo>
                    <a:cubicBezTo>
                      <a:pt x="6837" y="2048"/>
                      <a:pt x="6995" y="1890"/>
                      <a:pt x="6995" y="1701"/>
                    </a:cubicBezTo>
                    <a:lnTo>
                      <a:pt x="6995" y="1323"/>
                    </a:lnTo>
                    <a:close/>
                    <a:moveTo>
                      <a:pt x="3120" y="0"/>
                    </a:moveTo>
                    <a:cubicBezTo>
                      <a:pt x="2679" y="0"/>
                      <a:pt x="2301" y="284"/>
                      <a:pt x="2143" y="662"/>
                    </a:cubicBezTo>
                    <a:lnTo>
                      <a:pt x="1040" y="662"/>
                    </a:lnTo>
                    <a:cubicBezTo>
                      <a:pt x="473" y="662"/>
                      <a:pt x="1" y="1134"/>
                      <a:pt x="1" y="1701"/>
                    </a:cubicBezTo>
                    <a:lnTo>
                      <a:pt x="1" y="10649"/>
                    </a:lnTo>
                    <a:cubicBezTo>
                      <a:pt x="64" y="11216"/>
                      <a:pt x="536" y="11657"/>
                      <a:pt x="1072" y="11657"/>
                    </a:cubicBezTo>
                    <a:lnTo>
                      <a:pt x="7971" y="11657"/>
                    </a:lnTo>
                    <a:cubicBezTo>
                      <a:pt x="8507" y="11657"/>
                      <a:pt x="8980" y="11184"/>
                      <a:pt x="8980" y="10649"/>
                    </a:cubicBezTo>
                    <a:lnTo>
                      <a:pt x="8980" y="1701"/>
                    </a:lnTo>
                    <a:cubicBezTo>
                      <a:pt x="8980" y="1134"/>
                      <a:pt x="8507" y="662"/>
                      <a:pt x="7971" y="662"/>
                    </a:cubicBezTo>
                    <a:lnTo>
                      <a:pt x="6869" y="662"/>
                    </a:lnTo>
                    <a:cubicBezTo>
                      <a:pt x="6711" y="284"/>
                      <a:pt x="6365" y="0"/>
                      <a:pt x="589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36" name="Google Shape;557;p23">
                <a:extLst>
                  <a:ext uri="{FF2B5EF4-FFF2-40B4-BE49-F238E27FC236}">
                    <a16:creationId xmlns:a16="http://schemas.microsoft.com/office/drawing/2014/main" id="{72A46617-FEBD-C0EE-47EE-6FD64D4F9F90}"/>
                  </a:ext>
                </a:extLst>
              </p:cNvPr>
              <p:cNvSpPr/>
              <p:nvPr/>
            </p:nvSpPr>
            <p:spPr>
              <a:xfrm>
                <a:off x="-31131375" y="2145075"/>
                <a:ext cx="52800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2112" h="2112" extrusionOk="0">
                    <a:moveTo>
                      <a:pt x="1355" y="726"/>
                    </a:moveTo>
                    <a:lnTo>
                      <a:pt x="1355" y="1387"/>
                    </a:lnTo>
                    <a:lnTo>
                      <a:pt x="694" y="1387"/>
                    </a:lnTo>
                    <a:lnTo>
                      <a:pt x="694" y="726"/>
                    </a:lnTo>
                    <a:close/>
                    <a:moveTo>
                      <a:pt x="379" y="1"/>
                    </a:moveTo>
                    <a:cubicBezTo>
                      <a:pt x="158" y="1"/>
                      <a:pt x="0" y="158"/>
                      <a:pt x="0" y="379"/>
                    </a:cubicBezTo>
                    <a:lnTo>
                      <a:pt x="0" y="1734"/>
                    </a:lnTo>
                    <a:cubicBezTo>
                      <a:pt x="0" y="1954"/>
                      <a:pt x="158" y="2112"/>
                      <a:pt x="379" y="2112"/>
                    </a:cubicBezTo>
                    <a:lnTo>
                      <a:pt x="1733" y="2112"/>
                    </a:lnTo>
                    <a:cubicBezTo>
                      <a:pt x="1954" y="2112"/>
                      <a:pt x="2111" y="1954"/>
                      <a:pt x="2111" y="1734"/>
                    </a:cubicBezTo>
                    <a:lnTo>
                      <a:pt x="2111" y="379"/>
                    </a:lnTo>
                    <a:cubicBezTo>
                      <a:pt x="2111" y="158"/>
                      <a:pt x="1954" y="1"/>
                      <a:pt x="173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37" name="Google Shape;558;p23">
                <a:extLst>
                  <a:ext uri="{FF2B5EF4-FFF2-40B4-BE49-F238E27FC236}">
                    <a16:creationId xmlns:a16="http://schemas.microsoft.com/office/drawing/2014/main" id="{3DD34C60-14DD-F95F-D9A6-5479DBDD1241}"/>
                  </a:ext>
                </a:extLst>
              </p:cNvPr>
              <p:cNvSpPr/>
              <p:nvPr/>
            </p:nvSpPr>
            <p:spPr>
              <a:xfrm>
                <a:off x="-31131375" y="2076550"/>
                <a:ext cx="52800" cy="52025"/>
              </a:xfrm>
              <a:custGeom>
                <a:avLst/>
                <a:gdLst/>
                <a:ahLst/>
                <a:cxnLst/>
                <a:rect l="l" t="t" r="r" b="b"/>
                <a:pathLst>
                  <a:path w="2112" h="2081" extrusionOk="0">
                    <a:moveTo>
                      <a:pt x="1355" y="694"/>
                    </a:moveTo>
                    <a:lnTo>
                      <a:pt x="1355" y="1356"/>
                    </a:lnTo>
                    <a:lnTo>
                      <a:pt x="694" y="1356"/>
                    </a:lnTo>
                    <a:lnTo>
                      <a:pt x="694" y="694"/>
                    </a:lnTo>
                    <a:close/>
                    <a:moveTo>
                      <a:pt x="379" y="1"/>
                    </a:moveTo>
                    <a:cubicBezTo>
                      <a:pt x="158" y="1"/>
                      <a:pt x="0" y="159"/>
                      <a:pt x="0" y="348"/>
                    </a:cubicBezTo>
                    <a:lnTo>
                      <a:pt x="0" y="1734"/>
                    </a:lnTo>
                    <a:cubicBezTo>
                      <a:pt x="0" y="1923"/>
                      <a:pt x="158" y="2080"/>
                      <a:pt x="379" y="2080"/>
                    </a:cubicBezTo>
                    <a:lnTo>
                      <a:pt x="1733" y="2080"/>
                    </a:lnTo>
                    <a:cubicBezTo>
                      <a:pt x="1954" y="2080"/>
                      <a:pt x="2111" y="1923"/>
                      <a:pt x="2111" y="1734"/>
                    </a:cubicBezTo>
                    <a:lnTo>
                      <a:pt x="2111" y="348"/>
                    </a:lnTo>
                    <a:cubicBezTo>
                      <a:pt x="2111" y="159"/>
                      <a:pt x="1954" y="1"/>
                      <a:pt x="173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38" name="Google Shape;559;p23">
                <a:extLst>
                  <a:ext uri="{FF2B5EF4-FFF2-40B4-BE49-F238E27FC236}">
                    <a16:creationId xmlns:a16="http://schemas.microsoft.com/office/drawing/2014/main" id="{5F38C00F-D53E-E630-772A-A1237C771716}"/>
                  </a:ext>
                </a:extLst>
              </p:cNvPr>
              <p:cNvSpPr/>
              <p:nvPr/>
            </p:nvSpPr>
            <p:spPr>
              <a:xfrm>
                <a:off x="-31131375" y="2007250"/>
                <a:ext cx="52800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2112" h="2112" extrusionOk="0">
                    <a:moveTo>
                      <a:pt x="1355" y="725"/>
                    </a:moveTo>
                    <a:lnTo>
                      <a:pt x="1355" y="1387"/>
                    </a:lnTo>
                    <a:lnTo>
                      <a:pt x="694" y="1387"/>
                    </a:lnTo>
                    <a:lnTo>
                      <a:pt x="694" y="725"/>
                    </a:lnTo>
                    <a:close/>
                    <a:moveTo>
                      <a:pt x="379" y="1"/>
                    </a:moveTo>
                    <a:cubicBezTo>
                      <a:pt x="158" y="1"/>
                      <a:pt x="0" y="158"/>
                      <a:pt x="0" y="379"/>
                    </a:cubicBezTo>
                    <a:lnTo>
                      <a:pt x="0" y="1733"/>
                    </a:lnTo>
                    <a:cubicBezTo>
                      <a:pt x="0" y="1954"/>
                      <a:pt x="158" y="2111"/>
                      <a:pt x="379" y="2111"/>
                    </a:cubicBezTo>
                    <a:lnTo>
                      <a:pt x="1733" y="2111"/>
                    </a:lnTo>
                    <a:cubicBezTo>
                      <a:pt x="1954" y="2111"/>
                      <a:pt x="2111" y="1954"/>
                      <a:pt x="2111" y="1733"/>
                    </a:cubicBezTo>
                    <a:lnTo>
                      <a:pt x="2111" y="379"/>
                    </a:lnTo>
                    <a:cubicBezTo>
                      <a:pt x="2111" y="158"/>
                      <a:pt x="1954" y="1"/>
                      <a:pt x="173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39" name="Google Shape;560;p23">
                <a:extLst>
                  <a:ext uri="{FF2B5EF4-FFF2-40B4-BE49-F238E27FC236}">
                    <a16:creationId xmlns:a16="http://schemas.microsoft.com/office/drawing/2014/main" id="{05143674-3D3D-20E9-6004-F5D9A4FCDBD3}"/>
                  </a:ext>
                </a:extLst>
              </p:cNvPr>
              <p:cNvSpPr/>
              <p:nvPr/>
            </p:nvSpPr>
            <p:spPr>
              <a:xfrm>
                <a:off x="-31062075" y="2007250"/>
                <a:ext cx="85875" cy="18150"/>
              </a:xfrm>
              <a:custGeom>
                <a:avLst/>
                <a:gdLst/>
                <a:ahLst/>
                <a:cxnLst/>
                <a:rect l="l" t="t" r="r" b="b"/>
                <a:pathLst>
                  <a:path w="3435" h="726" extrusionOk="0">
                    <a:moveTo>
                      <a:pt x="347" y="1"/>
                    </a:moveTo>
                    <a:cubicBezTo>
                      <a:pt x="158" y="1"/>
                      <a:pt x="1" y="158"/>
                      <a:pt x="1" y="379"/>
                    </a:cubicBezTo>
                    <a:cubicBezTo>
                      <a:pt x="1" y="568"/>
                      <a:pt x="158" y="725"/>
                      <a:pt x="347" y="725"/>
                    </a:cubicBezTo>
                    <a:lnTo>
                      <a:pt x="3057" y="725"/>
                    </a:lnTo>
                    <a:cubicBezTo>
                      <a:pt x="3277" y="725"/>
                      <a:pt x="3435" y="568"/>
                      <a:pt x="3435" y="379"/>
                    </a:cubicBezTo>
                    <a:cubicBezTo>
                      <a:pt x="3435" y="158"/>
                      <a:pt x="3277" y="1"/>
                      <a:pt x="3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40" name="Google Shape;561;p23">
                <a:extLst>
                  <a:ext uri="{FF2B5EF4-FFF2-40B4-BE49-F238E27FC236}">
                    <a16:creationId xmlns:a16="http://schemas.microsoft.com/office/drawing/2014/main" id="{95117F02-7FC1-5075-382B-617F6207CE8E}"/>
                  </a:ext>
                </a:extLst>
              </p:cNvPr>
              <p:cNvSpPr/>
              <p:nvPr/>
            </p:nvSpPr>
            <p:spPr>
              <a:xfrm>
                <a:off x="-31062075" y="2041900"/>
                <a:ext cx="52025" cy="18150"/>
              </a:xfrm>
              <a:custGeom>
                <a:avLst/>
                <a:gdLst/>
                <a:ahLst/>
                <a:cxnLst/>
                <a:rect l="l" t="t" r="r" b="b"/>
                <a:pathLst>
                  <a:path w="2081" h="726" extrusionOk="0">
                    <a:moveTo>
                      <a:pt x="347" y="1"/>
                    </a:moveTo>
                    <a:cubicBezTo>
                      <a:pt x="158" y="1"/>
                      <a:pt x="1" y="158"/>
                      <a:pt x="1" y="347"/>
                    </a:cubicBezTo>
                    <a:cubicBezTo>
                      <a:pt x="1" y="568"/>
                      <a:pt x="158" y="725"/>
                      <a:pt x="347" y="725"/>
                    </a:cubicBezTo>
                    <a:lnTo>
                      <a:pt x="1734" y="725"/>
                    </a:lnTo>
                    <a:cubicBezTo>
                      <a:pt x="1923" y="725"/>
                      <a:pt x="2080" y="568"/>
                      <a:pt x="2080" y="347"/>
                    </a:cubicBezTo>
                    <a:cubicBezTo>
                      <a:pt x="2080" y="158"/>
                      <a:pt x="1923" y="1"/>
                      <a:pt x="173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41" name="Google Shape;562;p23">
                <a:extLst>
                  <a:ext uri="{FF2B5EF4-FFF2-40B4-BE49-F238E27FC236}">
                    <a16:creationId xmlns:a16="http://schemas.microsoft.com/office/drawing/2014/main" id="{3DBE79D1-30B6-9E1A-7FF4-08BF03442777}"/>
                  </a:ext>
                </a:extLst>
              </p:cNvPr>
              <p:cNvSpPr/>
              <p:nvPr/>
            </p:nvSpPr>
            <p:spPr>
              <a:xfrm>
                <a:off x="-31062075" y="2076550"/>
                <a:ext cx="85875" cy="17375"/>
              </a:xfrm>
              <a:custGeom>
                <a:avLst/>
                <a:gdLst/>
                <a:ahLst/>
                <a:cxnLst/>
                <a:rect l="l" t="t" r="r" b="b"/>
                <a:pathLst>
                  <a:path w="3435" h="695" extrusionOk="0">
                    <a:moveTo>
                      <a:pt x="347" y="1"/>
                    </a:moveTo>
                    <a:cubicBezTo>
                      <a:pt x="158" y="1"/>
                      <a:pt x="1" y="159"/>
                      <a:pt x="1" y="348"/>
                    </a:cubicBezTo>
                    <a:cubicBezTo>
                      <a:pt x="1" y="537"/>
                      <a:pt x="158" y="694"/>
                      <a:pt x="347" y="694"/>
                    </a:cubicBezTo>
                    <a:lnTo>
                      <a:pt x="3057" y="694"/>
                    </a:lnTo>
                    <a:cubicBezTo>
                      <a:pt x="3277" y="694"/>
                      <a:pt x="3435" y="537"/>
                      <a:pt x="3435" y="348"/>
                    </a:cubicBezTo>
                    <a:cubicBezTo>
                      <a:pt x="3435" y="159"/>
                      <a:pt x="3277" y="1"/>
                      <a:pt x="3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42" name="Google Shape;563;p23">
                <a:extLst>
                  <a:ext uri="{FF2B5EF4-FFF2-40B4-BE49-F238E27FC236}">
                    <a16:creationId xmlns:a16="http://schemas.microsoft.com/office/drawing/2014/main" id="{F8688C2F-4E62-90B1-9F6A-1B18EA5BC254}"/>
                  </a:ext>
                </a:extLst>
              </p:cNvPr>
              <p:cNvSpPr/>
              <p:nvPr/>
            </p:nvSpPr>
            <p:spPr>
              <a:xfrm>
                <a:off x="-31062075" y="2110425"/>
                <a:ext cx="52025" cy="18150"/>
              </a:xfrm>
              <a:custGeom>
                <a:avLst/>
                <a:gdLst/>
                <a:ahLst/>
                <a:cxnLst/>
                <a:rect l="l" t="t" r="r" b="b"/>
                <a:pathLst>
                  <a:path w="2081" h="726" extrusionOk="0">
                    <a:moveTo>
                      <a:pt x="347" y="1"/>
                    </a:moveTo>
                    <a:cubicBezTo>
                      <a:pt x="158" y="1"/>
                      <a:pt x="1" y="190"/>
                      <a:pt x="1" y="379"/>
                    </a:cubicBezTo>
                    <a:cubicBezTo>
                      <a:pt x="1" y="568"/>
                      <a:pt x="158" y="725"/>
                      <a:pt x="347" y="725"/>
                    </a:cubicBezTo>
                    <a:lnTo>
                      <a:pt x="1734" y="725"/>
                    </a:lnTo>
                    <a:cubicBezTo>
                      <a:pt x="1923" y="725"/>
                      <a:pt x="2080" y="568"/>
                      <a:pt x="2080" y="379"/>
                    </a:cubicBezTo>
                    <a:cubicBezTo>
                      <a:pt x="2080" y="190"/>
                      <a:pt x="1923" y="1"/>
                      <a:pt x="173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43" name="Google Shape;564;p23">
                <a:extLst>
                  <a:ext uri="{FF2B5EF4-FFF2-40B4-BE49-F238E27FC236}">
                    <a16:creationId xmlns:a16="http://schemas.microsoft.com/office/drawing/2014/main" id="{330881CF-028A-FC34-CEC1-3207543B6029}"/>
                  </a:ext>
                </a:extLst>
              </p:cNvPr>
              <p:cNvSpPr/>
              <p:nvPr/>
            </p:nvSpPr>
            <p:spPr>
              <a:xfrm>
                <a:off x="-31062075" y="2145075"/>
                <a:ext cx="85875" cy="18150"/>
              </a:xfrm>
              <a:custGeom>
                <a:avLst/>
                <a:gdLst/>
                <a:ahLst/>
                <a:cxnLst/>
                <a:rect l="l" t="t" r="r" b="b"/>
                <a:pathLst>
                  <a:path w="3435" h="726" extrusionOk="0">
                    <a:moveTo>
                      <a:pt x="347" y="1"/>
                    </a:moveTo>
                    <a:cubicBezTo>
                      <a:pt x="158" y="1"/>
                      <a:pt x="1" y="158"/>
                      <a:pt x="1" y="379"/>
                    </a:cubicBezTo>
                    <a:cubicBezTo>
                      <a:pt x="1" y="568"/>
                      <a:pt x="158" y="726"/>
                      <a:pt x="347" y="726"/>
                    </a:cubicBezTo>
                    <a:lnTo>
                      <a:pt x="3057" y="726"/>
                    </a:lnTo>
                    <a:cubicBezTo>
                      <a:pt x="3277" y="726"/>
                      <a:pt x="3435" y="568"/>
                      <a:pt x="3435" y="379"/>
                    </a:cubicBezTo>
                    <a:cubicBezTo>
                      <a:pt x="3435" y="158"/>
                      <a:pt x="3277" y="1"/>
                      <a:pt x="3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44" name="Google Shape;565;p23">
                <a:extLst>
                  <a:ext uri="{FF2B5EF4-FFF2-40B4-BE49-F238E27FC236}">
                    <a16:creationId xmlns:a16="http://schemas.microsoft.com/office/drawing/2014/main" id="{CC5B74CF-A8EC-9315-B82F-073CB5CD3914}"/>
                  </a:ext>
                </a:extLst>
              </p:cNvPr>
              <p:cNvSpPr/>
              <p:nvPr/>
            </p:nvSpPr>
            <p:spPr>
              <a:xfrm>
                <a:off x="-31062075" y="2179750"/>
                <a:ext cx="52025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2081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lnTo>
                      <a:pt x="1734" y="725"/>
                    </a:lnTo>
                    <a:cubicBezTo>
                      <a:pt x="1923" y="725"/>
                      <a:pt x="2080" y="567"/>
                      <a:pt x="2080" y="347"/>
                    </a:cubicBezTo>
                    <a:cubicBezTo>
                      <a:pt x="2080" y="158"/>
                      <a:pt x="1923" y="0"/>
                      <a:pt x="173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45" name="Google Shape;566;p23">
                <a:extLst>
                  <a:ext uri="{FF2B5EF4-FFF2-40B4-BE49-F238E27FC236}">
                    <a16:creationId xmlns:a16="http://schemas.microsoft.com/office/drawing/2014/main" id="{50B433F1-C51F-F6CD-E9AD-B83CA5598EE6}"/>
                  </a:ext>
                </a:extLst>
              </p:cNvPr>
              <p:cNvSpPr/>
              <p:nvPr/>
            </p:nvSpPr>
            <p:spPr>
              <a:xfrm>
                <a:off x="-30924225" y="1974175"/>
                <a:ext cx="51200" cy="240250"/>
              </a:xfrm>
              <a:custGeom>
                <a:avLst/>
                <a:gdLst/>
                <a:ahLst/>
                <a:cxnLst/>
                <a:rect l="l" t="t" r="r" b="b"/>
                <a:pathLst>
                  <a:path w="2048" h="9610" extrusionOk="0">
                    <a:moveTo>
                      <a:pt x="1008" y="662"/>
                    </a:moveTo>
                    <a:cubicBezTo>
                      <a:pt x="1229" y="662"/>
                      <a:pt x="1386" y="819"/>
                      <a:pt x="1386" y="1009"/>
                    </a:cubicBezTo>
                    <a:lnTo>
                      <a:pt x="1386" y="2080"/>
                    </a:lnTo>
                    <a:lnTo>
                      <a:pt x="725" y="2080"/>
                    </a:lnTo>
                    <a:lnTo>
                      <a:pt x="725" y="1009"/>
                    </a:lnTo>
                    <a:lnTo>
                      <a:pt x="662" y="1009"/>
                    </a:lnTo>
                    <a:cubicBezTo>
                      <a:pt x="662" y="819"/>
                      <a:pt x="819" y="662"/>
                      <a:pt x="1008" y="662"/>
                    </a:cubicBezTo>
                    <a:close/>
                    <a:moveTo>
                      <a:pt x="1323" y="2741"/>
                    </a:moveTo>
                    <a:lnTo>
                      <a:pt x="1323" y="6900"/>
                    </a:lnTo>
                    <a:lnTo>
                      <a:pt x="662" y="6900"/>
                    </a:lnTo>
                    <a:lnTo>
                      <a:pt x="662" y="2741"/>
                    </a:lnTo>
                    <a:close/>
                    <a:moveTo>
                      <a:pt x="1260" y="7562"/>
                    </a:moveTo>
                    <a:lnTo>
                      <a:pt x="1008" y="8192"/>
                    </a:lnTo>
                    <a:lnTo>
                      <a:pt x="819" y="7562"/>
                    </a:lnTo>
                    <a:close/>
                    <a:moveTo>
                      <a:pt x="1008" y="0"/>
                    </a:moveTo>
                    <a:cubicBezTo>
                      <a:pt x="473" y="0"/>
                      <a:pt x="0" y="473"/>
                      <a:pt x="0" y="1009"/>
                    </a:cubicBezTo>
                    <a:lnTo>
                      <a:pt x="0" y="7215"/>
                    </a:lnTo>
                    <a:lnTo>
                      <a:pt x="0" y="7309"/>
                    </a:lnTo>
                    <a:lnTo>
                      <a:pt x="662" y="9357"/>
                    </a:lnTo>
                    <a:cubicBezTo>
                      <a:pt x="693" y="9515"/>
                      <a:pt x="819" y="9609"/>
                      <a:pt x="977" y="9609"/>
                    </a:cubicBezTo>
                    <a:cubicBezTo>
                      <a:pt x="1134" y="9609"/>
                      <a:pt x="1260" y="9515"/>
                      <a:pt x="1292" y="9357"/>
                    </a:cubicBezTo>
                    <a:lnTo>
                      <a:pt x="1954" y="7309"/>
                    </a:lnTo>
                    <a:lnTo>
                      <a:pt x="1954" y="7215"/>
                    </a:lnTo>
                    <a:lnTo>
                      <a:pt x="1954" y="1009"/>
                    </a:lnTo>
                    <a:cubicBezTo>
                      <a:pt x="2048" y="441"/>
                      <a:pt x="1576" y="0"/>
                      <a:pt x="1008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</p:grpSp>
        <p:sp>
          <p:nvSpPr>
            <p:cNvPr id="32" name="Google Shape;567;p23">
              <a:extLst>
                <a:ext uri="{FF2B5EF4-FFF2-40B4-BE49-F238E27FC236}">
                  <a16:creationId xmlns:a16="http://schemas.microsoft.com/office/drawing/2014/main" id="{B0777421-8182-3208-7712-0C85FEB19F5D}"/>
                </a:ext>
              </a:extLst>
            </p:cNvPr>
            <p:cNvSpPr txBox="1"/>
            <p:nvPr/>
          </p:nvSpPr>
          <p:spPr>
            <a:xfrm>
              <a:off x="6810050" y="5626096"/>
              <a:ext cx="1159035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ctr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GB" sz="2665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 Medium"/>
                </a:rPr>
                <a:t>C</a:t>
              </a:r>
              <a:endParaRPr kumimoji="0" sz="2665" b="0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 Medium"/>
              </a:endParaRPr>
            </a:p>
          </p:txBody>
        </p:sp>
        <p:sp>
          <p:nvSpPr>
            <p:cNvPr id="33" name="文本框 81">
              <a:extLst>
                <a:ext uri="{FF2B5EF4-FFF2-40B4-BE49-F238E27FC236}">
                  <a16:creationId xmlns:a16="http://schemas.microsoft.com/office/drawing/2014/main" id="{356A9FD7-F977-28D0-40E5-0EA2941CB4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3170" y="2912570"/>
              <a:ext cx="2195293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</a:p>
          </p:txBody>
        </p:sp>
        <p:sp>
          <p:nvSpPr>
            <p:cNvPr id="34" name="文本框 82">
              <a:extLst>
                <a:ext uri="{FF2B5EF4-FFF2-40B4-BE49-F238E27FC236}">
                  <a16:creationId xmlns:a16="http://schemas.microsoft.com/office/drawing/2014/main" id="{497B1999-905C-D9DE-AC57-36CC072942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0711" y="3341855"/>
              <a:ext cx="1740212" cy="1993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黑体 CN Bold" panose="020B0800000000000000" pitchFamily="34" charset="-122"/>
                </a:rPr>
                <a:t>请您单击此处输入文本内容，可根据自己的需要适当地调整文字的颜色或者大小等属性，可复制粘贴您的文本。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7AAEC05-31B1-1CB8-F785-4D20351E2710}"/>
              </a:ext>
            </a:extLst>
          </p:cNvPr>
          <p:cNvGrpSpPr>
            <a:grpSpLocks/>
          </p:cNvGrpSpPr>
          <p:nvPr/>
        </p:nvGrpSpPr>
        <p:grpSpPr bwMode="auto">
          <a:xfrm>
            <a:off x="8975455" y="1710202"/>
            <a:ext cx="2530475" cy="4029075"/>
            <a:chOff x="8768103" y="2082800"/>
            <a:chExt cx="2529683" cy="4029071"/>
          </a:xfrm>
        </p:grpSpPr>
        <p:sp>
          <p:nvSpPr>
            <p:cNvPr id="47" name="Google Shape;572;p23">
              <a:extLst>
                <a:ext uri="{FF2B5EF4-FFF2-40B4-BE49-F238E27FC236}">
                  <a16:creationId xmlns:a16="http://schemas.microsoft.com/office/drawing/2014/main" id="{D5470B3F-3097-A6D4-6A27-C6ACF997DC7B}"/>
                </a:ext>
              </a:extLst>
            </p:cNvPr>
            <p:cNvSpPr/>
            <p:nvPr/>
          </p:nvSpPr>
          <p:spPr>
            <a:xfrm>
              <a:off x="8784903" y="2728912"/>
              <a:ext cx="499905" cy="458787"/>
            </a:xfrm>
            <a:custGeom>
              <a:avLst/>
              <a:gdLst/>
              <a:ahLst/>
              <a:cxnLst/>
              <a:rect l="l" t="t" r="r" b="b"/>
              <a:pathLst>
                <a:path w="19739" h="23677" extrusionOk="0">
                  <a:moveTo>
                    <a:pt x="0" y="0"/>
                  </a:moveTo>
                  <a:lnTo>
                    <a:pt x="19739" y="23677"/>
                  </a:lnTo>
                  <a:lnTo>
                    <a:pt x="1973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lIns="121900" tIns="121900" rIns="121900" bIns="121900" anchor="ctr"/>
            <a:lstStyle/>
            <a:p>
              <a:pPr marL="0" marR="0" lvl="0" indent="0" algn="l" defTabSz="1219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865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字魂105号-简雅黑" pitchFamily="2" charset="-122"/>
                <a:sym typeface="Fira Sans"/>
              </a:endParaRPr>
            </a:p>
          </p:txBody>
        </p:sp>
        <p:grpSp>
          <p:nvGrpSpPr>
            <p:cNvPr id="48" name="组合 85">
              <a:extLst>
                <a:ext uri="{FF2B5EF4-FFF2-40B4-BE49-F238E27FC236}">
                  <a16:creationId xmlns:a16="http://schemas.microsoft.com/office/drawing/2014/main" id="{2F4CB33C-11AF-2A96-91CC-DB320F8CC8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68103" y="2082800"/>
              <a:ext cx="2529683" cy="4029071"/>
              <a:chOff x="8768103" y="2082800"/>
              <a:chExt cx="2529683" cy="4029071"/>
            </a:xfrm>
          </p:grpSpPr>
          <p:sp>
            <p:nvSpPr>
              <p:cNvPr id="49" name="Google Shape;569;p23">
                <a:extLst>
                  <a:ext uri="{FF2B5EF4-FFF2-40B4-BE49-F238E27FC236}">
                    <a16:creationId xmlns:a16="http://schemas.microsoft.com/office/drawing/2014/main" id="{3117B8BA-95A3-7B55-515B-377F8F784FDC}"/>
                  </a:ext>
                </a:extLst>
              </p:cNvPr>
              <p:cNvSpPr/>
              <p:nvPr/>
            </p:nvSpPr>
            <p:spPr>
              <a:xfrm>
                <a:off x="9039480" y="4691060"/>
                <a:ext cx="2166260" cy="1420811"/>
              </a:xfrm>
              <a:custGeom>
                <a:avLst/>
                <a:gdLst/>
                <a:ahLst/>
                <a:cxnLst/>
                <a:rect l="l" t="t" r="r" b="b"/>
                <a:pathLst>
                  <a:path w="76463" h="73424" extrusionOk="0">
                    <a:moveTo>
                      <a:pt x="1" y="1"/>
                    </a:moveTo>
                    <a:lnTo>
                      <a:pt x="76463" y="1"/>
                    </a:lnTo>
                    <a:lnTo>
                      <a:pt x="76463" y="39927"/>
                    </a:lnTo>
                    <a:cubicBezTo>
                      <a:pt x="76463" y="58420"/>
                      <a:pt x="61460" y="73423"/>
                      <a:pt x="42967" y="73423"/>
                    </a:cubicBezTo>
                    <a:lnTo>
                      <a:pt x="33497" y="73423"/>
                    </a:lnTo>
                    <a:cubicBezTo>
                      <a:pt x="15004" y="73423"/>
                      <a:pt x="1" y="58420"/>
                      <a:pt x="1" y="39927"/>
                    </a:cubicBez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l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50" name="Google Shape;570;p23">
                <a:extLst>
                  <a:ext uri="{FF2B5EF4-FFF2-40B4-BE49-F238E27FC236}">
                    <a16:creationId xmlns:a16="http://schemas.microsoft.com/office/drawing/2014/main" id="{E2CB797D-2CDE-B775-D947-E0A4911D4B37}"/>
                  </a:ext>
                </a:extLst>
              </p:cNvPr>
              <p:cNvSpPr/>
              <p:nvPr/>
            </p:nvSpPr>
            <p:spPr>
              <a:xfrm>
                <a:off x="9037894" y="2143125"/>
                <a:ext cx="2167846" cy="3482972"/>
              </a:xfrm>
              <a:custGeom>
                <a:avLst/>
                <a:gdLst/>
                <a:ahLst/>
                <a:cxnLst/>
                <a:rect l="l" t="t" r="r" b="b"/>
                <a:pathLst>
                  <a:path w="76513" h="179943" extrusionOk="0">
                    <a:moveTo>
                      <a:pt x="51" y="0"/>
                    </a:moveTo>
                    <a:lnTo>
                      <a:pt x="76513" y="0"/>
                    </a:lnTo>
                    <a:lnTo>
                      <a:pt x="76513" y="141711"/>
                    </a:lnTo>
                    <a:cubicBezTo>
                      <a:pt x="76513" y="162795"/>
                      <a:pt x="59366" y="179942"/>
                      <a:pt x="38282" y="179942"/>
                    </a:cubicBezTo>
                    <a:lnTo>
                      <a:pt x="38282" y="179942"/>
                    </a:lnTo>
                    <a:cubicBezTo>
                      <a:pt x="17147" y="179942"/>
                      <a:pt x="1" y="162795"/>
                      <a:pt x="1" y="141661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ctr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1865" b="0" i="0" u="none" strike="noStrike" kern="0" cap="none" spc="0" normalizeH="0" baseline="0" noProof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"/>
                </a:endParaRPr>
              </a:p>
            </p:txBody>
          </p:sp>
          <p:sp>
            <p:nvSpPr>
              <p:cNvPr id="51" name="Google Shape;571;p23">
                <a:extLst>
                  <a:ext uri="{FF2B5EF4-FFF2-40B4-BE49-F238E27FC236}">
                    <a16:creationId xmlns:a16="http://schemas.microsoft.com/office/drawing/2014/main" id="{4FA25B9C-D994-02A7-7255-1ADB26910AAE}"/>
                  </a:ext>
                </a:extLst>
              </p:cNvPr>
              <p:cNvSpPr/>
              <p:nvPr/>
            </p:nvSpPr>
            <p:spPr>
              <a:xfrm>
                <a:off x="8768103" y="2082800"/>
                <a:ext cx="2437637" cy="646112"/>
              </a:xfrm>
              <a:custGeom>
                <a:avLst/>
                <a:gdLst/>
                <a:ahLst/>
                <a:cxnLst/>
                <a:rect l="l" t="t" r="r" b="b"/>
                <a:pathLst>
                  <a:path w="96201" h="33397" extrusionOk="0">
                    <a:moveTo>
                      <a:pt x="26966" y="0"/>
                    </a:moveTo>
                    <a:lnTo>
                      <a:pt x="96201" y="0"/>
                    </a:lnTo>
                    <a:lnTo>
                      <a:pt x="96201" y="7228"/>
                    </a:lnTo>
                    <a:cubicBezTo>
                      <a:pt x="96201" y="21683"/>
                      <a:pt x="84487" y="33396"/>
                      <a:pt x="70032" y="33396"/>
                    </a:cubicBezTo>
                    <a:lnTo>
                      <a:pt x="0" y="33396"/>
                    </a:lnTo>
                    <a:lnTo>
                      <a:pt x="0" y="26966"/>
                    </a:lnTo>
                    <a:cubicBezTo>
                      <a:pt x="0" y="12063"/>
                      <a:pt x="12063" y="0"/>
                      <a:pt x="26966" y="0"/>
                    </a:cubicBez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  <a:effectLst>
                <a:outerShdw blurRad="57150" dist="19050" dir="5400000" algn="bl" rotWithShape="0">
                  <a:srgbClr val="000000">
                    <a:alpha val="15000"/>
                  </a:srgbClr>
                </a:outerShdw>
              </a:effectLst>
            </p:spPr>
            <p:txBody>
              <a:bodyPr spcFirstLastPara="1" lIns="121900" tIns="121900" rIns="121900" bIns="121900" anchor="ctr"/>
              <a:lstStyle/>
              <a:p>
                <a:pPr marL="0" marR="0" lvl="0" indent="0" algn="ctr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2665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 Medium"/>
                </a:endParaRPr>
              </a:p>
            </p:txBody>
          </p:sp>
          <p:grpSp>
            <p:nvGrpSpPr>
              <p:cNvPr id="52" name="Google Shape;573;p23">
                <a:extLst>
                  <a:ext uri="{FF2B5EF4-FFF2-40B4-BE49-F238E27FC236}">
                    <a16:creationId xmlns:a16="http://schemas.microsoft.com/office/drawing/2014/main" id="{1CB6C78F-060C-164E-7625-0F3EAAFB6132}"/>
                  </a:ext>
                </a:extLst>
              </p:cNvPr>
              <p:cNvGrpSpPr/>
              <p:nvPr/>
            </p:nvGrpSpPr>
            <p:grpSpPr>
              <a:xfrm>
                <a:off x="9964948" y="2175932"/>
                <a:ext cx="487152" cy="443855"/>
                <a:chOff x="-2571737" y="2764550"/>
                <a:chExt cx="292225" cy="290650"/>
              </a:xfrm>
              <a:solidFill>
                <a:srgbClr val="FFFFFF"/>
              </a:solidFill>
            </p:grpSpPr>
            <p:sp>
              <p:nvSpPr>
                <p:cNvPr id="56" name="Google Shape;574;p23">
                  <a:extLst>
                    <a:ext uri="{FF2B5EF4-FFF2-40B4-BE49-F238E27FC236}">
                      <a16:creationId xmlns:a16="http://schemas.microsoft.com/office/drawing/2014/main" id="{296E08D6-A2B7-F329-C52A-B06144B27467}"/>
                    </a:ext>
                  </a:extLst>
                </p:cNvPr>
                <p:cNvSpPr/>
                <p:nvPr/>
              </p:nvSpPr>
              <p:spPr>
                <a:xfrm>
                  <a:off x="-2496085" y="3009100"/>
                  <a:ext cx="17350" cy="17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4" h="694" extrusionOk="0">
                      <a:moveTo>
                        <a:pt x="347" y="1"/>
                      </a:moveTo>
                      <a:cubicBezTo>
                        <a:pt x="127" y="1"/>
                        <a:pt x="0" y="158"/>
                        <a:pt x="0" y="347"/>
                      </a:cubicBezTo>
                      <a:cubicBezTo>
                        <a:pt x="0" y="536"/>
                        <a:pt x="127" y="694"/>
                        <a:pt x="347" y="694"/>
                      </a:cubicBezTo>
                      <a:cubicBezTo>
                        <a:pt x="536" y="694"/>
                        <a:pt x="694" y="536"/>
                        <a:pt x="694" y="347"/>
                      </a:cubicBezTo>
                      <a:cubicBezTo>
                        <a:pt x="662" y="158"/>
                        <a:pt x="505" y="1"/>
                        <a:pt x="34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lIns="121900" tIns="121900" rIns="121900" bIns="121900" anchor="ctr"/>
                <a:lstStyle/>
                <a:p>
                  <a:pPr marL="0" marR="0" lvl="0" indent="0" algn="l" defTabSz="12192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endParaRPr kumimoji="0" sz="1865" b="0" i="0" u="none" strike="noStrike" kern="0" cap="none" spc="0" normalizeH="0" baseline="0" noProof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字魂105号-简雅黑" pitchFamily="2" charset="-122"/>
                    <a:sym typeface="Fira Sans"/>
                  </a:endParaRPr>
                </a:p>
              </p:txBody>
            </p:sp>
            <p:sp>
              <p:nvSpPr>
                <p:cNvPr id="57" name="Google Shape;575;p23">
                  <a:extLst>
                    <a:ext uri="{FF2B5EF4-FFF2-40B4-BE49-F238E27FC236}">
                      <a16:creationId xmlns:a16="http://schemas.microsoft.com/office/drawing/2014/main" id="{0A635169-8DDA-5B26-81FF-8BDEC039C3A2}"/>
                    </a:ext>
                  </a:extLst>
                </p:cNvPr>
                <p:cNvSpPr/>
                <p:nvPr/>
              </p:nvSpPr>
              <p:spPr>
                <a:xfrm>
                  <a:off x="-2398548" y="2800375"/>
                  <a:ext cx="52000" cy="120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0" h="4821" extrusionOk="0">
                      <a:moveTo>
                        <a:pt x="1008" y="0"/>
                      </a:moveTo>
                      <a:cubicBezTo>
                        <a:pt x="819" y="0"/>
                        <a:pt x="662" y="158"/>
                        <a:pt x="662" y="378"/>
                      </a:cubicBezTo>
                      <a:lnTo>
                        <a:pt x="662" y="757"/>
                      </a:lnTo>
                      <a:cubicBezTo>
                        <a:pt x="252" y="914"/>
                        <a:pt x="0" y="1261"/>
                        <a:pt x="0" y="1733"/>
                      </a:cubicBezTo>
                      <a:cubicBezTo>
                        <a:pt x="0" y="2300"/>
                        <a:pt x="473" y="2773"/>
                        <a:pt x="1008" y="2773"/>
                      </a:cubicBezTo>
                      <a:cubicBezTo>
                        <a:pt x="1323" y="2773"/>
                        <a:pt x="1481" y="3119"/>
                        <a:pt x="1260" y="3371"/>
                      </a:cubicBezTo>
                      <a:cubicBezTo>
                        <a:pt x="1197" y="3419"/>
                        <a:pt x="1103" y="3442"/>
                        <a:pt x="1012" y="3442"/>
                      </a:cubicBezTo>
                      <a:cubicBezTo>
                        <a:pt x="922" y="3442"/>
                        <a:pt x="835" y="3419"/>
                        <a:pt x="788" y="3371"/>
                      </a:cubicBezTo>
                      <a:cubicBezTo>
                        <a:pt x="725" y="3308"/>
                        <a:pt x="630" y="3277"/>
                        <a:pt x="540" y="3277"/>
                      </a:cubicBezTo>
                      <a:cubicBezTo>
                        <a:pt x="449" y="3277"/>
                        <a:pt x="362" y="3308"/>
                        <a:pt x="315" y="3371"/>
                      </a:cubicBezTo>
                      <a:cubicBezTo>
                        <a:pt x="189" y="3466"/>
                        <a:pt x="189" y="3718"/>
                        <a:pt x="315" y="3844"/>
                      </a:cubicBezTo>
                      <a:cubicBezTo>
                        <a:pt x="410" y="3939"/>
                        <a:pt x="536" y="4033"/>
                        <a:pt x="693" y="4065"/>
                      </a:cubicBezTo>
                      <a:lnTo>
                        <a:pt x="693" y="4474"/>
                      </a:lnTo>
                      <a:cubicBezTo>
                        <a:pt x="693" y="4663"/>
                        <a:pt x="851" y="4821"/>
                        <a:pt x="1040" y="4821"/>
                      </a:cubicBezTo>
                      <a:cubicBezTo>
                        <a:pt x="1260" y="4821"/>
                        <a:pt x="1418" y="4663"/>
                        <a:pt x="1418" y="4474"/>
                      </a:cubicBezTo>
                      <a:lnTo>
                        <a:pt x="1418" y="4065"/>
                      </a:lnTo>
                      <a:cubicBezTo>
                        <a:pt x="1796" y="3907"/>
                        <a:pt x="2079" y="3560"/>
                        <a:pt x="2079" y="3088"/>
                      </a:cubicBezTo>
                      <a:cubicBezTo>
                        <a:pt x="2079" y="2521"/>
                        <a:pt x="1607" y="2048"/>
                        <a:pt x="1040" y="2048"/>
                      </a:cubicBezTo>
                      <a:cubicBezTo>
                        <a:pt x="851" y="2048"/>
                        <a:pt x="693" y="1891"/>
                        <a:pt x="693" y="1702"/>
                      </a:cubicBezTo>
                      <a:cubicBezTo>
                        <a:pt x="693" y="1495"/>
                        <a:pt x="842" y="1356"/>
                        <a:pt x="1016" y="1356"/>
                      </a:cubicBezTo>
                      <a:cubicBezTo>
                        <a:pt x="1107" y="1356"/>
                        <a:pt x="1205" y="1394"/>
                        <a:pt x="1292" y="1481"/>
                      </a:cubicBezTo>
                      <a:cubicBezTo>
                        <a:pt x="1355" y="1528"/>
                        <a:pt x="1441" y="1552"/>
                        <a:pt x="1528" y="1552"/>
                      </a:cubicBezTo>
                      <a:cubicBezTo>
                        <a:pt x="1615" y="1552"/>
                        <a:pt x="1701" y="1528"/>
                        <a:pt x="1764" y="1481"/>
                      </a:cubicBezTo>
                      <a:cubicBezTo>
                        <a:pt x="1859" y="1355"/>
                        <a:pt x="1859" y="1103"/>
                        <a:pt x="1764" y="1009"/>
                      </a:cubicBezTo>
                      <a:cubicBezTo>
                        <a:pt x="1638" y="883"/>
                        <a:pt x="1512" y="788"/>
                        <a:pt x="1355" y="757"/>
                      </a:cubicBezTo>
                      <a:lnTo>
                        <a:pt x="1355" y="378"/>
                      </a:lnTo>
                      <a:cubicBezTo>
                        <a:pt x="1355" y="158"/>
                        <a:pt x="1197" y="0"/>
                        <a:pt x="100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lIns="121900" tIns="121900" rIns="121900" bIns="121900" anchor="ctr"/>
                <a:lstStyle/>
                <a:p>
                  <a:pPr marL="0" marR="0" lvl="0" indent="0" algn="l" defTabSz="12192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endParaRPr kumimoji="0" sz="1865" b="0" i="0" u="none" strike="noStrike" kern="0" cap="none" spc="0" normalizeH="0" baseline="0" noProof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字魂105号-简雅黑" pitchFamily="2" charset="-122"/>
                    <a:sym typeface="Fira Sans"/>
                  </a:endParaRPr>
                </a:p>
              </p:txBody>
            </p:sp>
            <p:sp>
              <p:nvSpPr>
                <p:cNvPr id="58" name="Google Shape;576;p23">
                  <a:extLst>
                    <a:ext uri="{FF2B5EF4-FFF2-40B4-BE49-F238E27FC236}">
                      <a16:creationId xmlns:a16="http://schemas.microsoft.com/office/drawing/2014/main" id="{12ED5CF1-678A-015A-5414-5D7346DF94F5}"/>
                    </a:ext>
                  </a:extLst>
                </p:cNvPr>
                <p:cNvSpPr/>
                <p:nvPr/>
              </p:nvSpPr>
              <p:spPr>
                <a:xfrm>
                  <a:off x="-2571737" y="2764550"/>
                  <a:ext cx="292225" cy="290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89" h="11626" extrusionOk="0">
                      <a:moveTo>
                        <a:pt x="5009" y="1355"/>
                      </a:moveTo>
                      <a:cubicBezTo>
                        <a:pt x="4789" y="1576"/>
                        <a:pt x="4694" y="1796"/>
                        <a:pt x="4537" y="2049"/>
                      </a:cubicBezTo>
                      <a:lnTo>
                        <a:pt x="662" y="2049"/>
                      </a:lnTo>
                      <a:lnTo>
                        <a:pt x="662" y="1670"/>
                      </a:lnTo>
                      <a:cubicBezTo>
                        <a:pt x="662" y="1513"/>
                        <a:pt x="819" y="1355"/>
                        <a:pt x="1008" y="1355"/>
                      </a:cubicBezTo>
                      <a:close/>
                      <a:moveTo>
                        <a:pt x="7908" y="694"/>
                      </a:moveTo>
                      <a:cubicBezTo>
                        <a:pt x="9609" y="694"/>
                        <a:pt x="10995" y="2080"/>
                        <a:pt x="10995" y="3781"/>
                      </a:cubicBezTo>
                      <a:cubicBezTo>
                        <a:pt x="10995" y="5451"/>
                        <a:pt x="9609" y="6837"/>
                        <a:pt x="7908" y="6837"/>
                      </a:cubicBezTo>
                      <a:cubicBezTo>
                        <a:pt x="7309" y="6837"/>
                        <a:pt x="6679" y="6680"/>
                        <a:pt x="6206" y="6365"/>
                      </a:cubicBezTo>
                      <a:cubicBezTo>
                        <a:pt x="6162" y="6342"/>
                        <a:pt x="6086" y="6320"/>
                        <a:pt x="6023" y="6320"/>
                      </a:cubicBezTo>
                      <a:cubicBezTo>
                        <a:pt x="5997" y="6320"/>
                        <a:pt x="5973" y="6324"/>
                        <a:pt x="5954" y="6333"/>
                      </a:cubicBezTo>
                      <a:cubicBezTo>
                        <a:pt x="5671" y="6396"/>
                        <a:pt x="5324" y="6522"/>
                        <a:pt x="5009" y="6648"/>
                      </a:cubicBezTo>
                      <a:lnTo>
                        <a:pt x="5324" y="5703"/>
                      </a:lnTo>
                      <a:cubicBezTo>
                        <a:pt x="5356" y="5609"/>
                        <a:pt x="5324" y="5514"/>
                        <a:pt x="5261" y="5420"/>
                      </a:cubicBezTo>
                      <a:cubicBezTo>
                        <a:pt x="4946" y="4947"/>
                        <a:pt x="4789" y="4348"/>
                        <a:pt x="4789" y="3781"/>
                      </a:cubicBezTo>
                      <a:cubicBezTo>
                        <a:pt x="4789" y="2080"/>
                        <a:pt x="6238" y="694"/>
                        <a:pt x="7908" y="694"/>
                      </a:cubicBezTo>
                      <a:close/>
                      <a:moveTo>
                        <a:pt x="4253" y="2710"/>
                      </a:moveTo>
                      <a:cubicBezTo>
                        <a:pt x="4190" y="3025"/>
                        <a:pt x="4096" y="3372"/>
                        <a:pt x="4096" y="3718"/>
                      </a:cubicBezTo>
                      <a:cubicBezTo>
                        <a:pt x="4096" y="4411"/>
                        <a:pt x="4253" y="5041"/>
                        <a:pt x="4600" y="5609"/>
                      </a:cubicBezTo>
                      <a:lnTo>
                        <a:pt x="4127" y="7089"/>
                      </a:lnTo>
                      <a:cubicBezTo>
                        <a:pt x="4096" y="7184"/>
                        <a:pt x="4127" y="7341"/>
                        <a:pt x="4222" y="7436"/>
                      </a:cubicBezTo>
                      <a:cubicBezTo>
                        <a:pt x="4266" y="7480"/>
                        <a:pt x="4358" y="7525"/>
                        <a:pt x="4453" y="7525"/>
                      </a:cubicBezTo>
                      <a:cubicBezTo>
                        <a:pt x="4492" y="7525"/>
                        <a:pt x="4531" y="7517"/>
                        <a:pt x="4568" y="7499"/>
                      </a:cubicBezTo>
                      <a:cubicBezTo>
                        <a:pt x="4568" y="7499"/>
                        <a:pt x="5387" y="7247"/>
                        <a:pt x="6017" y="7026"/>
                      </a:cubicBezTo>
                      <a:cubicBezTo>
                        <a:pt x="6080" y="7089"/>
                        <a:pt x="6143" y="7089"/>
                        <a:pt x="6175" y="7121"/>
                      </a:cubicBezTo>
                      <a:lnTo>
                        <a:pt x="6175" y="8223"/>
                      </a:lnTo>
                      <a:lnTo>
                        <a:pt x="662" y="8223"/>
                      </a:lnTo>
                      <a:lnTo>
                        <a:pt x="662" y="2710"/>
                      </a:lnTo>
                      <a:close/>
                      <a:moveTo>
                        <a:pt x="6112" y="8885"/>
                      </a:moveTo>
                      <a:lnTo>
                        <a:pt x="6112" y="10618"/>
                      </a:lnTo>
                      <a:cubicBezTo>
                        <a:pt x="6143" y="10807"/>
                        <a:pt x="5986" y="10964"/>
                        <a:pt x="5797" y="10964"/>
                      </a:cubicBezTo>
                      <a:lnTo>
                        <a:pt x="977" y="10964"/>
                      </a:lnTo>
                      <a:cubicBezTo>
                        <a:pt x="788" y="10964"/>
                        <a:pt x="630" y="10807"/>
                        <a:pt x="630" y="10618"/>
                      </a:cubicBezTo>
                      <a:lnTo>
                        <a:pt x="630" y="8885"/>
                      </a:lnTo>
                      <a:close/>
                      <a:moveTo>
                        <a:pt x="7908" y="1"/>
                      </a:moveTo>
                      <a:cubicBezTo>
                        <a:pt x="7120" y="1"/>
                        <a:pt x="6364" y="221"/>
                        <a:pt x="5734" y="662"/>
                      </a:cubicBezTo>
                      <a:lnTo>
                        <a:pt x="1008" y="662"/>
                      </a:lnTo>
                      <a:cubicBezTo>
                        <a:pt x="473" y="662"/>
                        <a:pt x="0" y="1135"/>
                        <a:pt x="0" y="1670"/>
                      </a:cubicBezTo>
                      <a:lnTo>
                        <a:pt x="0" y="10618"/>
                      </a:lnTo>
                      <a:cubicBezTo>
                        <a:pt x="0" y="11153"/>
                        <a:pt x="473" y="11626"/>
                        <a:pt x="1008" y="11626"/>
                      </a:cubicBezTo>
                      <a:lnTo>
                        <a:pt x="5828" y="11626"/>
                      </a:lnTo>
                      <a:cubicBezTo>
                        <a:pt x="6364" y="11626"/>
                        <a:pt x="6837" y="11153"/>
                        <a:pt x="6837" y="10618"/>
                      </a:cubicBezTo>
                      <a:lnTo>
                        <a:pt x="6837" y="7341"/>
                      </a:lnTo>
                      <a:cubicBezTo>
                        <a:pt x="7215" y="7436"/>
                        <a:pt x="7561" y="7499"/>
                        <a:pt x="7908" y="7499"/>
                      </a:cubicBezTo>
                      <a:cubicBezTo>
                        <a:pt x="9987" y="7499"/>
                        <a:pt x="11688" y="5798"/>
                        <a:pt x="11688" y="3718"/>
                      </a:cubicBezTo>
                      <a:cubicBezTo>
                        <a:pt x="11657" y="1670"/>
                        <a:pt x="9956" y="1"/>
                        <a:pt x="7908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lIns="121900" tIns="121900" rIns="121900" bIns="121900" anchor="ctr"/>
                <a:lstStyle/>
                <a:p>
                  <a:pPr marL="0" marR="0" lvl="0" indent="0" algn="l" defTabSz="12192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endParaRPr kumimoji="0" sz="1865" b="0" i="0" u="none" strike="noStrike" kern="0" cap="none" spc="0" normalizeH="0" baseline="0" noProof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字魂105号-简雅黑" pitchFamily="2" charset="-122"/>
                    <a:sym typeface="Fira Sans"/>
                  </a:endParaRPr>
                </a:p>
              </p:txBody>
            </p:sp>
          </p:grpSp>
          <p:sp>
            <p:nvSpPr>
              <p:cNvPr id="53" name="Google Shape;577;p23">
                <a:extLst>
                  <a:ext uri="{FF2B5EF4-FFF2-40B4-BE49-F238E27FC236}">
                    <a16:creationId xmlns:a16="http://schemas.microsoft.com/office/drawing/2014/main" id="{DC7246C9-EEA9-604E-D793-E24687E827E6}"/>
                  </a:ext>
                </a:extLst>
              </p:cNvPr>
              <p:cNvSpPr txBox="1"/>
              <p:nvPr/>
            </p:nvSpPr>
            <p:spPr>
              <a:xfrm>
                <a:off x="9534625" y="5626096"/>
                <a:ext cx="1158512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lIns="121900" tIns="121900" rIns="121900" bIns="121900" anchor="ctr"/>
              <a:lstStyle/>
              <a:p>
                <a:pPr marL="0" marR="0" lvl="0" indent="0" algn="ctr" defTabSz="12192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GB" sz="2665" b="0" i="0" u="none" strike="noStrike" kern="0" cap="none" spc="0" normalizeH="0" baseline="0" noProof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字魂105号-简雅黑" pitchFamily="2" charset="-122"/>
                    <a:sym typeface="Fira Sans Medium"/>
                  </a:rPr>
                  <a:t>D</a:t>
                </a:r>
                <a:endParaRPr kumimoji="0" sz="2665" b="0" i="0" u="none" strike="noStrike" kern="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字魂105号-简雅黑" pitchFamily="2" charset="-122"/>
                  <a:sym typeface="Fira Sans Medium"/>
                </a:endParaRPr>
              </a:p>
            </p:txBody>
          </p:sp>
          <p:sp>
            <p:nvSpPr>
              <p:cNvPr id="54" name="文本框 94">
                <a:extLst>
                  <a:ext uri="{FF2B5EF4-FFF2-40B4-BE49-F238E27FC236}">
                    <a16:creationId xmlns:a16="http://schemas.microsoft.com/office/drawing/2014/main" id="{A5C2982E-D16D-25BC-AFAA-4333EA0B10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102493" y="2903084"/>
                <a:ext cx="2195293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添加标题</a:t>
                </a:r>
              </a:p>
            </p:txBody>
          </p:sp>
          <p:sp>
            <p:nvSpPr>
              <p:cNvPr id="55" name="文本框 95">
                <a:extLst>
                  <a:ext uri="{FF2B5EF4-FFF2-40B4-BE49-F238E27FC236}">
                    <a16:creationId xmlns:a16="http://schemas.microsoft.com/office/drawing/2014/main" id="{9D1A506A-12DA-3DEB-C56B-5821F399C8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330034" y="3332368"/>
                <a:ext cx="1740212" cy="19934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  <a:sym typeface="思源黑体 CN Bold" panose="020B0800000000000000" pitchFamily="34" charset="-122"/>
                  </a:rPr>
                  <a:t>请您单击此处输入文本内容，可根据自己的需要适当地调整文字的颜色或者大小等属性，可复制粘贴您的文本。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0103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5B7F4-5FB8-BB2A-7F20-D4C52689E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7694D07F-70F6-CA06-8791-7E6B8320B146}"/>
              </a:ext>
            </a:extLst>
          </p:cNvPr>
          <p:cNvSpPr/>
          <p:nvPr/>
        </p:nvSpPr>
        <p:spPr>
          <a:xfrm>
            <a:off x="-12940" y="0"/>
            <a:ext cx="12217880" cy="4442815"/>
          </a:xfrm>
          <a:custGeom>
            <a:avLst/>
            <a:gdLst>
              <a:gd name="connsiteX0" fmla="*/ 0 w 12217880"/>
              <a:gd name="connsiteY0" fmla="*/ 0 h 4442815"/>
              <a:gd name="connsiteX1" fmla="*/ 12217880 w 12217880"/>
              <a:gd name="connsiteY1" fmla="*/ 0 h 4442815"/>
              <a:gd name="connsiteX2" fmla="*/ 12217880 w 12217880"/>
              <a:gd name="connsiteY2" fmla="*/ 2808090 h 4442815"/>
              <a:gd name="connsiteX3" fmla="*/ 12020483 w 12217880"/>
              <a:gd name="connsiteY3" fmla="*/ 2948109 h 4442815"/>
              <a:gd name="connsiteX4" fmla="*/ 6108941 w 12217880"/>
              <a:gd name="connsiteY4" fmla="*/ 4442815 h 4442815"/>
              <a:gd name="connsiteX5" fmla="*/ 197399 w 12217880"/>
              <a:gd name="connsiteY5" fmla="*/ 2948109 h 4442815"/>
              <a:gd name="connsiteX6" fmla="*/ 0 w 12217880"/>
              <a:gd name="connsiteY6" fmla="*/ 2808089 h 444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4442815">
                <a:moveTo>
                  <a:pt x="0" y="0"/>
                </a:moveTo>
                <a:lnTo>
                  <a:pt x="12217880" y="0"/>
                </a:lnTo>
                <a:lnTo>
                  <a:pt x="12217880" y="2808090"/>
                </a:lnTo>
                <a:lnTo>
                  <a:pt x="12020483" y="2948109"/>
                </a:lnTo>
                <a:cubicBezTo>
                  <a:pt x="10675177" y="3855488"/>
                  <a:pt x="8528037" y="4442815"/>
                  <a:pt x="6108941" y="4442815"/>
                </a:cubicBezTo>
                <a:cubicBezTo>
                  <a:pt x="3689845" y="4442815"/>
                  <a:pt x="1542705" y="3855488"/>
                  <a:pt x="197399" y="2948109"/>
                </a:cubicBezTo>
                <a:lnTo>
                  <a:pt x="0" y="2808089"/>
                </a:lnTo>
                <a:close/>
              </a:path>
            </a:pathLst>
          </a:custGeom>
          <a:solidFill>
            <a:srgbClr val="174677">
              <a:alpha val="9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lIns="80632" tIns="40316" rIns="80632" bIns="40316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4" name="矩形: 圆顶角 3">
            <a:extLst>
              <a:ext uri="{FF2B5EF4-FFF2-40B4-BE49-F238E27FC236}">
                <a16:creationId xmlns:a16="http://schemas.microsoft.com/office/drawing/2014/main" id="{1C82EC51-104E-2818-498F-ACB2413B8ADC}"/>
              </a:ext>
            </a:extLst>
          </p:cNvPr>
          <p:cNvSpPr/>
          <p:nvPr/>
        </p:nvSpPr>
        <p:spPr>
          <a:xfrm>
            <a:off x="666750" y="889001"/>
            <a:ext cx="10858500" cy="5410200"/>
          </a:xfrm>
          <a:prstGeom prst="round2SameRect">
            <a:avLst>
              <a:gd name="adj1" fmla="val 5752"/>
              <a:gd name="adj2" fmla="val 0"/>
            </a:avLst>
          </a:prstGeom>
          <a:solidFill>
            <a:schemeClr val="bg1"/>
          </a:solidFill>
          <a:ln>
            <a:noFill/>
          </a:ln>
          <a:effectLst>
            <a:outerShdw blurRad="762000" dist="508000" dir="5400000" algn="ctr" rotWithShape="0">
              <a:srgbClr val="0070C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BEE29A78-E73B-B3C8-0317-EB5E4ACF5A6F}"/>
              </a:ext>
            </a:extLst>
          </p:cNvPr>
          <p:cNvSpPr/>
          <p:nvPr/>
        </p:nvSpPr>
        <p:spPr>
          <a:xfrm>
            <a:off x="-12940" y="4759436"/>
            <a:ext cx="12217880" cy="2098564"/>
          </a:xfrm>
          <a:custGeom>
            <a:avLst/>
            <a:gdLst>
              <a:gd name="connsiteX0" fmla="*/ 0 w 12217880"/>
              <a:gd name="connsiteY0" fmla="*/ 0 h 2098564"/>
              <a:gd name="connsiteX1" fmla="*/ 416402 w 12217880"/>
              <a:gd name="connsiteY1" fmla="*/ 280879 h 2098564"/>
              <a:gd name="connsiteX2" fmla="*/ 6108941 w 12217880"/>
              <a:gd name="connsiteY2" fmla="*/ 1635014 h 2098564"/>
              <a:gd name="connsiteX3" fmla="*/ 11801480 w 12217880"/>
              <a:gd name="connsiteY3" fmla="*/ 280879 h 2098564"/>
              <a:gd name="connsiteX4" fmla="*/ 12217880 w 12217880"/>
              <a:gd name="connsiteY4" fmla="*/ 1 h 2098564"/>
              <a:gd name="connsiteX5" fmla="*/ 12217880 w 12217880"/>
              <a:gd name="connsiteY5" fmla="*/ 2098564 h 2098564"/>
              <a:gd name="connsiteX6" fmla="*/ 0 w 12217880"/>
              <a:gd name="connsiteY6" fmla="*/ 2098564 h 2098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2098564">
                <a:moveTo>
                  <a:pt x="0" y="0"/>
                </a:moveTo>
                <a:lnTo>
                  <a:pt x="416402" y="280879"/>
                </a:lnTo>
                <a:cubicBezTo>
                  <a:pt x="1769473" y="1107884"/>
                  <a:pt x="3817166" y="1635014"/>
                  <a:pt x="6108941" y="1635014"/>
                </a:cubicBezTo>
                <a:cubicBezTo>
                  <a:pt x="8400716" y="1635014"/>
                  <a:pt x="10448409" y="1107884"/>
                  <a:pt x="11801480" y="280879"/>
                </a:cubicBezTo>
                <a:lnTo>
                  <a:pt x="12217880" y="1"/>
                </a:lnTo>
                <a:lnTo>
                  <a:pt x="12217880" y="2098564"/>
                </a:lnTo>
                <a:lnTo>
                  <a:pt x="0" y="2098564"/>
                </a:lnTo>
                <a:close/>
              </a:path>
            </a:pathLst>
          </a:custGeom>
          <a:solidFill>
            <a:srgbClr val="1746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50A689-F134-5182-BF3D-384141903A87}"/>
              </a:ext>
            </a:extLst>
          </p:cNvPr>
          <p:cNvSpPr txBox="1"/>
          <p:nvPr/>
        </p:nvSpPr>
        <p:spPr>
          <a:xfrm>
            <a:off x="5293313" y="1821910"/>
            <a:ext cx="16053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1000">
                      <a:srgbClr val="174677"/>
                    </a:gs>
                    <a:gs pos="91000">
                      <a:srgbClr val="174677">
                        <a:alpha val="0"/>
                      </a:srgbClr>
                    </a:gs>
                  </a:gsLst>
                  <a:lin ang="5400000" scaled="0"/>
                </a:gradFill>
                <a:effectLst/>
                <a:uLnTx/>
                <a:uFillTx/>
                <a:latin typeface="Arial Black" panose="020B0A04020102020204" pitchFamily="34" charset="0"/>
                <a:ea typeface="思源宋体 CN Heavy" panose="02020900000000000000" pitchFamily="18" charset="-122"/>
                <a:cs typeface="+mn-cs"/>
              </a:rPr>
              <a:t>02</a:t>
            </a:r>
            <a:endParaRPr kumimoji="0" lang="zh-CN" altLang="en-US" sz="6600" b="0" i="0" u="none" strike="noStrike" kern="1200" cap="none" spc="0" normalizeH="0" baseline="0" noProof="0" dirty="0">
              <a:ln>
                <a:noFill/>
              </a:ln>
              <a:gradFill>
                <a:gsLst>
                  <a:gs pos="41000">
                    <a:srgbClr val="174677"/>
                  </a:gs>
                  <a:gs pos="91000">
                    <a:srgbClr val="174677">
                      <a:alpha val="0"/>
                    </a:srgbClr>
                  </a:gs>
                </a:gsLst>
                <a:lin ang="5400000" scaled="0"/>
              </a:gradFill>
              <a:effectLst/>
              <a:uLnTx/>
              <a:uFillTx/>
              <a:latin typeface="Arial Black" panose="020B0A04020102020204" pitchFamily="34" charset="0"/>
              <a:ea typeface="思源宋体 CN Heavy" panose="02020900000000000000" pitchFamily="18" charset="-122"/>
              <a:cs typeface="+mn-cs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B004B51-5665-37B3-E70D-DE3527EC84EA}"/>
              </a:ext>
            </a:extLst>
          </p:cNvPr>
          <p:cNvSpPr txBox="1"/>
          <p:nvPr/>
        </p:nvSpPr>
        <p:spPr>
          <a:xfrm>
            <a:off x="3849256" y="3061048"/>
            <a:ext cx="44935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1" algn="ctr" defTabSz="1219170">
              <a:defRPr/>
            </a:pPr>
            <a:r>
              <a:rPr lang="zh-CN" altLang="en-US" sz="4800" b="1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研究方法与过程</a:t>
            </a:r>
          </a:p>
        </p:txBody>
      </p:sp>
      <p:sp>
        <p:nvSpPr>
          <p:cNvPr id="10" name="TextBox 36">
            <a:extLst>
              <a:ext uri="{FF2B5EF4-FFF2-40B4-BE49-F238E27FC236}">
                <a16:creationId xmlns:a16="http://schemas.microsoft.com/office/drawing/2014/main" id="{94A2EEDC-9586-4830-8206-231F7A9A7D4A}"/>
              </a:ext>
            </a:extLst>
          </p:cNvPr>
          <p:cNvSpPr txBox="1"/>
          <p:nvPr/>
        </p:nvSpPr>
        <p:spPr>
          <a:xfrm>
            <a:off x="3297214" y="3804117"/>
            <a:ext cx="5597621" cy="6065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A designer can use default text to simulate what text would look like. It looks even better with you using this text. </a:t>
            </a:r>
          </a:p>
        </p:txBody>
      </p:sp>
    </p:spTree>
    <p:extLst>
      <p:ext uri="{BB962C8B-B14F-4D97-AF65-F5344CB8AC3E}">
        <p14:creationId xmlns:p14="http://schemas.microsoft.com/office/powerpoint/2010/main" val="1856066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EF958-57C0-3A43-780A-23A0F78A6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2432B84-7D70-210E-0B11-052F06D875B0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FECCF99A-70D2-637E-60F8-9BDA7AE05F5E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03032690-9D51-8D6D-AED1-36031C2B77B1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研究方法与过程</a:t>
              </a:r>
            </a:p>
          </p:txBody>
        </p:sp>
      </p:grpSp>
      <p:sp>
        <p:nvSpPr>
          <p:cNvPr id="5" name="矩形 4">
            <a:extLst>
              <a:ext uri="{FF2B5EF4-FFF2-40B4-BE49-F238E27FC236}">
                <a16:creationId xmlns:a16="http://schemas.microsoft.com/office/drawing/2014/main" id="{698D7A2B-B995-EB4C-2430-EFDCBC727A83}"/>
              </a:ext>
            </a:extLst>
          </p:cNvPr>
          <p:cNvSpPr/>
          <p:nvPr/>
        </p:nvSpPr>
        <p:spPr>
          <a:xfrm>
            <a:off x="0" y="3971925"/>
            <a:ext cx="12192000" cy="2886076"/>
          </a:xfrm>
          <a:prstGeom prst="rect">
            <a:avLst/>
          </a:prstGeom>
          <a:solidFill>
            <a:srgbClr val="1746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EDC8AA7A-9C1B-086F-5144-56ECA42EA54E}"/>
              </a:ext>
            </a:extLst>
          </p:cNvPr>
          <p:cNvGrpSpPr/>
          <p:nvPr/>
        </p:nvGrpSpPr>
        <p:grpSpPr>
          <a:xfrm>
            <a:off x="451568" y="1609725"/>
            <a:ext cx="2599540" cy="4191000"/>
            <a:chOff x="636559" y="2324100"/>
            <a:chExt cx="2599540" cy="4191000"/>
          </a:xfrm>
        </p:grpSpPr>
        <p:sp>
          <p:nvSpPr>
            <p:cNvPr id="7" name="矩形: 圆顶角 6">
              <a:extLst>
                <a:ext uri="{FF2B5EF4-FFF2-40B4-BE49-F238E27FC236}">
                  <a16:creationId xmlns:a16="http://schemas.microsoft.com/office/drawing/2014/main" id="{ACAE3CCD-6CAD-7002-54E2-88B13A353F7E}"/>
                </a:ext>
              </a:extLst>
            </p:cNvPr>
            <p:cNvSpPr/>
            <p:nvPr/>
          </p:nvSpPr>
          <p:spPr>
            <a:xfrm flipH="1">
              <a:off x="636559" y="2324100"/>
              <a:ext cx="2599540" cy="4191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762000" algn="ctr" rotWithShape="0">
                <a:schemeClr val="bg1">
                  <a:lumMod val="50000"/>
                  <a:alpha val="1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7392A7D0-B523-0EAD-F5F2-8981A59443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299563" y="2635719"/>
              <a:ext cx="1273533" cy="1267227"/>
            </a:xfrm>
            <a:prstGeom prst="ellipse">
              <a:avLst/>
            </a:prstGeom>
            <a:ln w="101600">
              <a:noFill/>
            </a:ln>
          </p:spPr>
        </p:pic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D280DD8A-B6D6-02F7-9FD4-DD986DEEFA81}"/>
                </a:ext>
              </a:extLst>
            </p:cNvPr>
            <p:cNvGrpSpPr/>
            <p:nvPr/>
          </p:nvGrpSpPr>
          <p:grpSpPr>
            <a:xfrm>
              <a:off x="823708" y="4040973"/>
              <a:ext cx="2225243" cy="2114022"/>
              <a:chOff x="812668" y="3601034"/>
              <a:chExt cx="2773513" cy="2634888"/>
            </a:xfrm>
          </p:grpSpPr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579D4F59-8CB6-797A-AB4F-349B3418A06A}"/>
                  </a:ext>
                </a:extLst>
              </p:cNvPr>
              <p:cNvSpPr/>
              <p:nvPr/>
            </p:nvSpPr>
            <p:spPr>
              <a:xfrm>
                <a:off x="812668" y="4154127"/>
                <a:ext cx="2773513" cy="20817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  <a:sym typeface="+mn-ea"/>
                  </a:rPr>
                  <a:t>单击此处添加合适的文字加以解释说明，可根据自己的需要适当地调整文字大小或者颜色等属性，祝你使用愉快。</a:t>
                </a:r>
              </a:p>
            </p:txBody>
          </p:sp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299249B9-D9F8-F03F-36E9-17F43302B748}"/>
                  </a:ext>
                </a:extLst>
              </p:cNvPr>
              <p:cNvSpPr/>
              <p:nvPr/>
            </p:nvSpPr>
            <p:spPr>
              <a:xfrm>
                <a:off x="1279591" y="3601034"/>
                <a:ext cx="1839668" cy="493569"/>
              </a:xfrm>
              <a:prstGeom prst="roundRect">
                <a:avLst>
                  <a:gd name="adj" fmla="val 50000"/>
                </a:avLst>
              </a:prstGeom>
              <a:solidFill>
                <a:srgbClr val="17467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添加标题</a:t>
                </a:r>
              </a:p>
            </p:txBody>
          </p:sp>
        </p:grp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8EDDAA88-5691-44CC-42B8-4F681217CE88}"/>
              </a:ext>
            </a:extLst>
          </p:cNvPr>
          <p:cNvGrpSpPr/>
          <p:nvPr/>
        </p:nvGrpSpPr>
        <p:grpSpPr>
          <a:xfrm>
            <a:off x="3165919" y="1609725"/>
            <a:ext cx="2599540" cy="4191000"/>
            <a:chOff x="636559" y="2324100"/>
            <a:chExt cx="2599540" cy="4191000"/>
          </a:xfrm>
        </p:grpSpPr>
        <p:sp>
          <p:nvSpPr>
            <p:cNvPr id="13" name="矩形: 圆顶角 12">
              <a:extLst>
                <a:ext uri="{FF2B5EF4-FFF2-40B4-BE49-F238E27FC236}">
                  <a16:creationId xmlns:a16="http://schemas.microsoft.com/office/drawing/2014/main" id="{156D080B-477E-0CA7-A7FC-8684063DE829}"/>
                </a:ext>
              </a:extLst>
            </p:cNvPr>
            <p:cNvSpPr/>
            <p:nvPr/>
          </p:nvSpPr>
          <p:spPr>
            <a:xfrm flipH="1">
              <a:off x="636559" y="2324100"/>
              <a:ext cx="2599540" cy="4191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762000" algn="ctr" rotWithShape="0">
                <a:schemeClr val="bg1">
                  <a:lumMod val="50000"/>
                  <a:alpha val="1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25F5874-A6C5-BCC5-E6B1-EEC64ECE4D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299563" y="2635719"/>
              <a:ext cx="1273533" cy="1267227"/>
            </a:xfrm>
            <a:prstGeom prst="ellipse">
              <a:avLst/>
            </a:prstGeom>
            <a:ln w="101600">
              <a:noFill/>
            </a:ln>
          </p:spPr>
        </p:pic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46F0A652-B765-EBC7-C32F-DB39FC255542}"/>
                </a:ext>
              </a:extLst>
            </p:cNvPr>
            <p:cNvGrpSpPr/>
            <p:nvPr/>
          </p:nvGrpSpPr>
          <p:grpSpPr>
            <a:xfrm>
              <a:off x="823708" y="4040973"/>
              <a:ext cx="2225243" cy="2114022"/>
              <a:chOff x="812668" y="3601034"/>
              <a:chExt cx="2773513" cy="2634888"/>
            </a:xfrm>
          </p:grpSpPr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B449CCB-A55D-4D56-5028-C1F09157F0A9}"/>
                  </a:ext>
                </a:extLst>
              </p:cNvPr>
              <p:cNvSpPr/>
              <p:nvPr/>
            </p:nvSpPr>
            <p:spPr>
              <a:xfrm>
                <a:off x="812668" y="4154127"/>
                <a:ext cx="2773513" cy="20817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ea"/>
                    <a:sym typeface="思源宋体 CN Light" panose="02020300000000000000" pitchFamily="18" charset="-122"/>
                  </a:rPr>
                  <a:t>单击此处添加合适的文字加以解释说明，可根据自己的需要适当地调整文字大小或者颜色等属性，祝你使用愉快。</a:t>
                </a:r>
              </a:p>
            </p:txBody>
          </p:sp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321AB6A5-DD6B-6EB2-9F87-DE99C85F3C9B}"/>
                  </a:ext>
                </a:extLst>
              </p:cNvPr>
              <p:cNvSpPr/>
              <p:nvPr/>
            </p:nvSpPr>
            <p:spPr>
              <a:xfrm>
                <a:off x="1279591" y="3601034"/>
                <a:ext cx="1839668" cy="493569"/>
              </a:xfrm>
              <a:prstGeom prst="roundRect">
                <a:avLst>
                  <a:gd name="adj" fmla="val 50000"/>
                </a:avLst>
              </a:prstGeom>
              <a:solidFill>
                <a:srgbClr val="D5AF6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添加标题</a:t>
                </a:r>
              </a:p>
            </p:txBody>
          </p:sp>
        </p:grp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CEB97602-5F4D-6891-27A9-1187D9FB804E}"/>
              </a:ext>
            </a:extLst>
          </p:cNvPr>
          <p:cNvGrpSpPr/>
          <p:nvPr/>
        </p:nvGrpSpPr>
        <p:grpSpPr>
          <a:xfrm>
            <a:off x="5880270" y="1609725"/>
            <a:ext cx="2599540" cy="4191000"/>
            <a:chOff x="636559" y="2324100"/>
            <a:chExt cx="2599540" cy="4191000"/>
          </a:xfrm>
        </p:grpSpPr>
        <p:sp>
          <p:nvSpPr>
            <p:cNvPr id="19" name="矩形: 圆顶角 18">
              <a:extLst>
                <a:ext uri="{FF2B5EF4-FFF2-40B4-BE49-F238E27FC236}">
                  <a16:creationId xmlns:a16="http://schemas.microsoft.com/office/drawing/2014/main" id="{FF2837E2-9565-8BB2-0551-3A32A1619200}"/>
                </a:ext>
              </a:extLst>
            </p:cNvPr>
            <p:cNvSpPr/>
            <p:nvPr/>
          </p:nvSpPr>
          <p:spPr>
            <a:xfrm flipH="1">
              <a:off x="636559" y="2324100"/>
              <a:ext cx="2599540" cy="4191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762000" algn="ctr" rotWithShape="0">
                <a:schemeClr val="bg1">
                  <a:lumMod val="50000"/>
                  <a:alpha val="1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99ED4B8C-EB32-FDB3-F6CA-372FD0E1FD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299563" y="2635719"/>
              <a:ext cx="1273533" cy="1267227"/>
            </a:xfrm>
            <a:prstGeom prst="ellipse">
              <a:avLst/>
            </a:prstGeom>
            <a:ln w="101600">
              <a:noFill/>
            </a:ln>
          </p:spPr>
        </p:pic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AFFC0FE0-BE13-6378-16E7-A784A66BCFBF}"/>
                </a:ext>
              </a:extLst>
            </p:cNvPr>
            <p:cNvGrpSpPr/>
            <p:nvPr/>
          </p:nvGrpSpPr>
          <p:grpSpPr>
            <a:xfrm>
              <a:off x="823708" y="4040973"/>
              <a:ext cx="2225243" cy="2114022"/>
              <a:chOff x="812668" y="3601034"/>
              <a:chExt cx="2773513" cy="2634888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A0059B07-5D27-D677-C121-2B290557887B}"/>
                  </a:ext>
                </a:extLst>
              </p:cNvPr>
              <p:cNvSpPr/>
              <p:nvPr/>
            </p:nvSpPr>
            <p:spPr>
              <a:xfrm>
                <a:off x="812668" y="4154127"/>
                <a:ext cx="2773513" cy="20817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ea"/>
                    <a:sym typeface="思源宋体 CN Light" panose="02020300000000000000" pitchFamily="18" charset="-122"/>
                  </a:rPr>
                  <a:t>单击此处添加合适的文字加以解释说明，可根据自己的需要适当地调整文字大小或者颜色等属性，祝你使用愉快。</a:t>
                </a:r>
              </a:p>
            </p:txBody>
          </p:sp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5826489F-5141-DA96-9704-4292CA3CE79F}"/>
                  </a:ext>
                </a:extLst>
              </p:cNvPr>
              <p:cNvSpPr/>
              <p:nvPr/>
            </p:nvSpPr>
            <p:spPr>
              <a:xfrm>
                <a:off x="1279591" y="3601034"/>
                <a:ext cx="1839668" cy="493569"/>
              </a:xfrm>
              <a:prstGeom prst="roundRect">
                <a:avLst>
                  <a:gd name="adj" fmla="val 50000"/>
                </a:avLst>
              </a:prstGeom>
              <a:solidFill>
                <a:srgbClr val="17467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添加标题</a:t>
                </a:r>
              </a:p>
            </p:txBody>
          </p:sp>
        </p:grp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CD7A032-90DC-4BA0-94B6-2D3C50E5B796}"/>
              </a:ext>
            </a:extLst>
          </p:cNvPr>
          <p:cNvGrpSpPr/>
          <p:nvPr/>
        </p:nvGrpSpPr>
        <p:grpSpPr>
          <a:xfrm>
            <a:off x="8594622" y="1608019"/>
            <a:ext cx="3145810" cy="4194412"/>
            <a:chOff x="8537534" y="1608019"/>
            <a:chExt cx="3145810" cy="4194412"/>
          </a:xfrm>
        </p:grpSpPr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97504FB3-BCAC-83C4-C512-87E269F9B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8537535" y="1608019"/>
              <a:ext cx="3145809" cy="419441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762000" algn="ctr" rotWithShape="0">
                <a:schemeClr val="bg1">
                  <a:lumMod val="50000"/>
                  <a:alpha val="10000"/>
                </a:schemeClr>
              </a:outerShdw>
            </a:effectLst>
          </p:spPr>
        </p:pic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943CF900-FE56-99C3-E15B-5CFA4B7186B2}"/>
                </a:ext>
              </a:extLst>
            </p:cNvPr>
            <p:cNvGrpSpPr/>
            <p:nvPr/>
          </p:nvGrpSpPr>
          <p:grpSpPr>
            <a:xfrm>
              <a:off x="8537534" y="3971925"/>
              <a:ext cx="3145808" cy="1830506"/>
              <a:chOff x="8537534" y="3971925"/>
              <a:chExt cx="3145808" cy="1830506"/>
            </a:xfrm>
          </p:grpSpPr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FC388294-0722-A457-347A-E453A995CBBE}"/>
                  </a:ext>
                </a:extLst>
              </p:cNvPr>
              <p:cNvSpPr/>
              <p:nvPr/>
            </p:nvSpPr>
            <p:spPr>
              <a:xfrm flipH="1">
                <a:off x="8537534" y="3971925"/>
                <a:ext cx="3145808" cy="18305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0" algn="ctr" rotWithShape="0">
                  <a:srgbClr val="174677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28" name="Rectangle 89" descr="e7d195523061f1c0205959036996ad55c215b892a7aac5c0B9ADEF7896FB48F2EF97163A2DE1401E1875DEDC438B7864AD24CA23553DBBBD975DAF4CAD4A2592689FFB6CEE59FFA55B2702D0E5EE29CDFC0DD98BC7D6A39A64D3162AEA17DB19B9B9A87D0E9A0C5838999CD047764B32476FB53FC54D3671B43638F8C25D9EC95BB52BCC6C1CB3F6DE41EB0266A54822">
                <a:extLst>
                  <a:ext uri="{FF2B5EF4-FFF2-40B4-BE49-F238E27FC236}">
                    <a16:creationId xmlns:a16="http://schemas.microsoft.com/office/drawing/2014/main" id="{C655FB01-F458-D057-CC25-289370EEB751}"/>
                  </a:ext>
                </a:extLst>
              </p:cNvPr>
              <p:cNvSpPr/>
              <p:nvPr/>
            </p:nvSpPr>
            <p:spPr>
              <a:xfrm>
                <a:off x="8654680" y="4262488"/>
                <a:ext cx="2911517" cy="116243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ea"/>
                    <a:sym typeface="思源黑体 CN Bold" panose="020B0800000000000000" pitchFamily="34" charset="-122"/>
                  </a:rPr>
                  <a:t>添加标题</a:t>
                </a:r>
                <a:endParaRPr kumimoji="0" lang="en-US" altLang="zh-CN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ea"/>
                    <a:sym typeface="思源黑体 CN Bold" panose="020B0800000000000000" pitchFamily="34" charset="-122"/>
                  </a:rPr>
                  <a:t>单击此处添加文字说明，可调整文字的大小等属性。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4937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0"/>
                            </p:stCondLst>
                            <p:childTnLst>
                              <p:par>
                                <p:cTn id="24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3EDA3-8B7B-B2B0-100C-204252084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7572156-FFFB-B4D2-6141-5105B21734DC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BD6F7E9A-2723-7D34-D674-D09AE950DC28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4D8CE7D6-E618-260E-C6D4-1DFDC69DCA0A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研究方法与过程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8A1DB89D-8B26-7438-109F-C24B607BF8E3}"/>
              </a:ext>
            </a:extLst>
          </p:cNvPr>
          <p:cNvGrpSpPr/>
          <p:nvPr/>
        </p:nvGrpSpPr>
        <p:grpSpPr>
          <a:xfrm>
            <a:off x="4827094" y="1640063"/>
            <a:ext cx="2537812" cy="3919204"/>
            <a:chOff x="4827094" y="1368759"/>
            <a:chExt cx="2537812" cy="3919204"/>
          </a:xfrm>
        </p:grpSpPr>
        <p:grpSp>
          <p:nvGrpSpPr>
            <p:cNvPr id="6" name="Group 2">
              <a:extLst>
                <a:ext uri="{FF2B5EF4-FFF2-40B4-BE49-F238E27FC236}">
                  <a16:creationId xmlns:a16="http://schemas.microsoft.com/office/drawing/2014/main" id="{0D08CC50-393C-28FF-7300-F1B486C1C163}"/>
                </a:ext>
              </a:extLst>
            </p:cNvPr>
            <p:cNvGrpSpPr/>
            <p:nvPr/>
          </p:nvGrpSpPr>
          <p:grpSpPr>
            <a:xfrm>
              <a:off x="4827094" y="1368759"/>
              <a:ext cx="2537812" cy="3919204"/>
              <a:chOff x="-128588" y="1744663"/>
              <a:chExt cx="1916113" cy="2959100"/>
            </a:xfrm>
          </p:grpSpPr>
          <p:sp>
            <p:nvSpPr>
              <p:cNvPr id="8" name="Freeform 6">
                <a:extLst>
                  <a:ext uri="{FF2B5EF4-FFF2-40B4-BE49-F238E27FC236}">
                    <a16:creationId xmlns:a16="http://schemas.microsoft.com/office/drawing/2014/main" id="{B7006CA5-2560-F257-75AA-5A08B128C20F}"/>
                  </a:ext>
                </a:extLst>
              </p:cNvPr>
              <p:cNvSpPr/>
              <p:nvPr/>
            </p:nvSpPr>
            <p:spPr bwMode="auto">
              <a:xfrm>
                <a:off x="150812" y="1744663"/>
                <a:ext cx="1460501" cy="1789113"/>
              </a:xfrm>
              <a:custGeom>
                <a:avLst/>
                <a:gdLst>
                  <a:gd name="T0" fmla="*/ 1310 w 4046"/>
                  <a:gd name="T1" fmla="*/ 4861 h 4961"/>
                  <a:gd name="T2" fmla="*/ 2115 w 4046"/>
                  <a:gd name="T3" fmla="*/ 4918 h 4961"/>
                  <a:gd name="T4" fmla="*/ 2630 w 4046"/>
                  <a:gd name="T5" fmla="*/ 4918 h 4961"/>
                  <a:gd name="T6" fmla="*/ 3262 w 4046"/>
                  <a:gd name="T7" fmla="*/ 4224 h 4961"/>
                  <a:gd name="T8" fmla="*/ 4044 w 4046"/>
                  <a:gd name="T9" fmla="*/ 2545 h 4961"/>
                  <a:gd name="T10" fmla="*/ 485 w 4046"/>
                  <a:gd name="T11" fmla="*/ 1940 h 4961"/>
                  <a:gd name="T12" fmla="*/ 1310 w 4046"/>
                  <a:gd name="T13" fmla="*/ 4861 h 49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046" h="4961">
                    <a:moveTo>
                      <a:pt x="1310" y="4861"/>
                    </a:moveTo>
                    <a:cubicBezTo>
                      <a:pt x="1501" y="4961"/>
                      <a:pt x="1878" y="4942"/>
                      <a:pt x="2115" y="4918"/>
                    </a:cubicBezTo>
                    <a:lnTo>
                      <a:pt x="2630" y="4918"/>
                    </a:lnTo>
                    <a:cubicBezTo>
                      <a:pt x="3363" y="4936"/>
                      <a:pt x="3006" y="4862"/>
                      <a:pt x="3262" y="4224"/>
                    </a:cubicBezTo>
                    <a:cubicBezTo>
                      <a:pt x="3532" y="3553"/>
                      <a:pt x="4046" y="3426"/>
                      <a:pt x="4044" y="2545"/>
                    </a:cubicBezTo>
                    <a:cubicBezTo>
                      <a:pt x="4040" y="513"/>
                      <a:pt x="1174" y="0"/>
                      <a:pt x="485" y="1940"/>
                    </a:cubicBezTo>
                    <a:cubicBezTo>
                      <a:pt x="0" y="3308"/>
                      <a:pt x="1193" y="3592"/>
                      <a:pt x="1310" y="4861"/>
                    </a:cubicBezTo>
                    <a:close/>
                  </a:path>
                </a:pathLst>
              </a:custGeom>
              <a:solidFill>
                <a:srgbClr val="174677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9" name="Freeform 7">
                <a:extLst>
                  <a:ext uri="{FF2B5EF4-FFF2-40B4-BE49-F238E27FC236}">
                    <a16:creationId xmlns:a16="http://schemas.microsoft.com/office/drawing/2014/main" id="{A5F76C07-4BCE-7822-DAEA-255BE7771E5B}"/>
                  </a:ext>
                </a:extLst>
              </p:cNvPr>
              <p:cNvSpPr/>
              <p:nvPr/>
            </p:nvSpPr>
            <p:spPr bwMode="auto">
              <a:xfrm>
                <a:off x="-128588" y="3719513"/>
                <a:ext cx="1916113" cy="984250"/>
              </a:xfrm>
              <a:custGeom>
                <a:avLst/>
                <a:gdLst>
                  <a:gd name="T0" fmla="*/ 2117 w 5309"/>
                  <a:gd name="T1" fmla="*/ 1727 h 2728"/>
                  <a:gd name="T2" fmla="*/ 2753 w 5309"/>
                  <a:gd name="T3" fmla="*/ 1565 h 2728"/>
                  <a:gd name="T4" fmla="*/ 3204 w 5309"/>
                  <a:gd name="T5" fmla="*/ 1164 h 2728"/>
                  <a:gd name="T6" fmla="*/ 1242 w 5309"/>
                  <a:gd name="T7" fmla="*/ 1040 h 2728"/>
                  <a:gd name="T8" fmla="*/ 594 w 5309"/>
                  <a:gd name="T9" fmla="*/ 1555 h 2728"/>
                  <a:gd name="T10" fmla="*/ 0 w 5309"/>
                  <a:gd name="T11" fmla="*/ 2111 h 2728"/>
                  <a:gd name="T12" fmla="*/ 325 w 5309"/>
                  <a:gd name="T13" fmla="*/ 2418 h 2728"/>
                  <a:gd name="T14" fmla="*/ 498 w 5309"/>
                  <a:gd name="T15" fmla="*/ 2565 h 2728"/>
                  <a:gd name="T16" fmla="*/ 698 w 5309"/>
                  <a:gd name="T17" fmla="*/ 2728 h 2728"/>
                  <a:gd name="T18" fmla="*/ 2124 w 5309"/>
                  <a:gd name="T19" fmla="*/ 2460 h 2728"/>
                  <a:gd name="T20" fmla="*/ 2992 w 5309"/>
                  <a:gd name="T21" fmla="*/ 2492 h 2728"/>
                  <a:gd name="T22" fmla="*/ 4047 w 5309"/>
                  <a:gd name="T23" fmla="*/ 1725 h 2728"/>
                  <a:gd name="T24" fmla="*/ 5309 w 5309"/>
                  <a:gd name="T25" fmla="*/ 256 h 2728"/>
                  <a:gd name="T26" fmla="*/ 4445 w 5309"/>
                  <a:gd name="T27" fmla="*/ 396 h 2728"/>
                  <a:gd name="T28" fmla="*/ 3381 w 5309"/>
                  <a:gd name="T29" fmla="*/ 1171 h 2728"/>
                  <a:gd name="T30" fmla="*/ 3207 w 5309"/>
                  <a:gd name="T31" fmla="*/ 1627 h 2728"/>
                  <a:gd name="T32" fmla="*/ 2117 w 5309"/>
                  <a:gd name="T33" fmla="*/ 1727 h 27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309" h="2728">
                    <a:moveTo>
                      <a:pt x="2117" y="1727"/>
                    </a:moveTo>
                    <a:cubicBezTo>
                      <a:pt x="2143" y="1515"/>
                      <a:pt x="2239" y="1648"/>
                      <a:pt x="2753" y="1565"/>
                    </a:cubicBezTo>
                    <a:cubicBezTo>
                      <a:pt x="3121" y="1505"/>
                      <a:pt x="3213" y="1560"/>
                      <a:pt x="3204" y="1164"/>
                    </a:cubicBezTo>
                    <a:cubicBezTo>
                      <a:pt x="2813" y="920"/>
                      <a:pt x="1702" y="835"/>
                      <a:pt x="1242" y="1040"/>
                    </a:cubicBezTo>
                    <a:cubicBezTo>
                      <a:pt x="986" y="1154"/>
                      <a:pt x="790" y="1396"/>
                      <a:pt x="594" y="1555"/>
                    </a:cubicBezTo>
                    <a:lnTo>
                      <a:pt x="0" y="2111"/>
                    </a:lnTo>
                    <a:cubicBezTo>
                      <a:pt x="110" y="2209"/>
                      <a:pt x="202" y="2304"/>
                      <a:pt x="325" y="2418"/>
                    </a:cubicBezTo>
                    <a:cubicBezTo>
                      <a:pt x="389" y="2478"/>
                      <a:pt x="431" y="2508"/>
                      <a:pt x="498" y="2565"/>
                    </a:cubicBezTo>
                    <a:lnTo>
                      <a:pt x="698" y="2728"/>
                    </a:lnTo>
                    <a:cubicBezTo>
                      <a:pt x="1485" y="2450"/>
                      <a:pt x="835" y="2350"/>
                      <a:pt x="2124" y="2460"/>
                    </a:cubicBezTo>
                    <a:cubicBezTo>
                      <a:pt x="2395" y="2483"/>
                      <a:pt x="2722" y="2501"/>
                      <a:pt x="2992" y="2492"/>
                    </a:cubicBezTo>
                    <a:cubicBezTo>
                      <a:pt x="3477" y="2476"/>
                      <a:pt x="3700" y="2074"/>
                      <a:pt x="4047" y="1725"/>
                    </a:cubicBezTo>
                    <a:lnTo>
                      <a:pt x="5309" y="256"/>
                    </a:lnTo>
                    <a:cubicBezTo>
                      <a:pt x="4912" y="0"/>
                      <a:pt x="4754" y="204"/>
                      <a:pt x="4445" y="396"/>
                    </a:cubicBezTo>
                    <a:cubicBezTo>
                      <a:pt x="4290" y="493"/>
                      <a:pt x="3426" y="1025"/>
                      <a:pt x="3381" y="1171"/>
                    </a:cubicBezTo>
                    <a:cubicBezTo>
                      <a:pt x="3331" y="1336"/>
                      <a:pt x="3391" y="1532"/>
                      <a:pt x="3207" y="1627"/>
                    </a:cubicBezTo>
                    <a:cubicBezTo>
                      <a:pt x="3014" y="1727"/>
                      <a:pt x="2273" y="1822"/>
                      <a:pt x="2117" y="1727"/>
                    </a:cubicBezTo>
                    <a:close/>
                  </a:path>
                </a:pathLst>
              </a:custGeom>
              <a:solidFill>
                <a:srgbClr val="174677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10" name="Freeform 8">
                <a:extLst>
                  <a:ext uri="{FF2B5EF4-FFF2-40B4-BE49-F238E27FC236}">
                    <a16:creationId xmlns:a16="http://schemas.microsoft.com/office/drawing/2014/main" id="{AEE6A024-DEE2-FD33-E7DB-C898CF15D60A}"/>
                  </a:ext>
                </a:extLst>
              </p:cNvPr>
              <p:cNvSpPr/>
              <p:nvPr/>
            </p:nvSpPr>
            <p:spPr bwMode="auto">
              <a:xfrm>
                <a:off x="660400" y="3724275"/>
                <a:ext cx="573088" cy="119063"/>
              </a:xfrm>
              <a:custGeom>
                <a:avLst/>
                <a:gdLst>
                  <a:gd name="T0" fmla="*/ 42 w 1587"/>
                  <a:gd name="T1" fmla="*/ 69 h 334"/>
                  <a:gd name="T2" fmla="*/ 239 w 1587"/>
                  <a:gd name="T3" fmla="*/ 291 h 334"/>
                  <a:gd name="T4" fmla="*/ 701 w 1587"/>
                  <a:gd name="T5" fmla="*/ 289 h 334"/>
                  <a:gd name="T6" fmla="*/ 1574 w 1587"/>
                  <a:gd name="T7" fmla="*/ 237 h 334"/>
                  <a:gd name="T8" fmla="*/ 1375 w 1587"/>
                  <a:gd name="T9" fmla="*/ 23 h 334"/>
                  <a:gd name="T10" fmla="*/ 42 w 1587"/>
                  <a:gd name="T11" fmla="*/ 69 h 3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87" h="334">
                    <a:moveTo>
                      <a:pt x="42" y="69"/>
                    </a:moveTo>
                    <a:cubicBezTo>
                      <a:pt x="0" y="273"/>
                      <a:pt x="30" y="288"/>
                      <a:pt x="239" y="291"/>
                    </a:cubicBezTo>
                    <a:cubicBezTo>
                      <a:pt x="391" y="293"/>
                      <a:pt x="549" y="289"/>
                      <a:pt x="701" y="289"/>
                    </a:cubicBezTo>
                    <a:cubicBezTo>
                      <a:pt x="976" y="289"/>
                      <a:pt x="1376" y="334"/>
                      <a:pt x="1574" y="237"/>
                    </a:cubicBezTo>
                    <a:cubicBezTo>
                      <a:pt x="1587" y="46"/>
                      <a:pt x="1561" y="27"/>
                      <a:pt x="1375" y="23"/>
                    </a:cubicBezTo>
                    <a:cubicBezTo>
                      <a:pt x="1125" y="17"/>
                      <a:pt x="164" y="0"/>
                      <a:pt x="42" y="69"/>
                    </a:cubicBez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11" name="Freeform 9">
                <a:extLst>
                  <a:ext uri="{FF2B5EF4-FFF2-40B4-BE49-F238E27FC236}">
                    <a16:creationId xmlns:a16="http://schemas.microsoft.com/office/drawing/2014/main" id="{DF05CACD-2FB9-EA6B-38F9-F05D17875CFA}"/>
                  </a:ext>
                </a:extLst>
              </p:cNvPr>
              <p:cNvSpPr/>
              <p:nvPr/>
            </p:nvSpPr>
            <p:spPr bwMode="auto">
              <a:xfrm>
                <a:off x="665162" y="3581400"/>
                <a:ext cx="593725" cy="119063"/>
              </a:xfrm>
              <a:custGeom>
                <a:avLst/>
                <a:gdLst>
                  <a:gd name="T0" fmla="*/ 20 w 1644"/>
                  <a:gd name="T1" fmla="*/ 236 h 328"/>
                  <a:gd name="T2" fmla="*/ 1180 w 1644"/>
                  <a:gd name="T3" fmla="*/ 288 h 328"/>
                  <a:gd name="T4" fmla="*/ 1540 w 1644"/>
                  <a:gd name="T5" fmla="*/ 55 h 328"/>
                  <a:gd name="T6" fmla="*/ 227 w 1644"/>
                  <a:gd name="T7" fmla="*/ 23 h 328"/>
                  <a:gd name="T8" fmla="*/ 20 w 1644"/>
                  <a:gd name="T9" fmla="*/ 236 h 3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44" h="328">
                    <a:moveTo>
                      <a:pt x="20" y="236"/>
                    </a:moveTo>
                    <a:cubicBezTo>
                      <a:pt x="209" y="328"/>
                      <a:pt x="884" y="288"/>
                      <a:pt x="1180" y="288"/>
                    </a:cubicBezTo>
                    <a:cubicBezTo>
                      <a:pt x="1407" y="288"/>
                      <a:pt x="1644" y="323"/>
                      <a:pt x="1540" y="55"/>
                    </a:cubicBezTo>
                    <a:cubicBezTo>
                      <a:pt x="1084" y="0"/>
                      <a:pt x="701" y="23"/>
                      <a:pt x="227" y="23"/>
                    </a:cubicBezTo>
                    <a:cubicBezTo>
                      <a:pt x="40" y="23"/>
                      <a:pt x="0" y="47"/>
                      <a:pt x="20" y="236"/>
                    </a:cubicBez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12" name="Freeform 10">
                <a:extLst>
                  <a:ext uri="{FF2B5EF4-FFF2-40B4-BE49-F238E27FC236}">
                    <a16:creationId xmlns:a16="http://schemas.microsoft.com/office/drawing/2014/main" id="{A1F6C417-72B8-0171-3FA1-E90224704ECF}"/>
                  </a:ext>
                </a:extLst>
              </p:cNvPr>
              <p:cNvSpPr/>
              <p:nvPr/>
            </p:nvSpPr>
            <p:spPr bwMode="auto">
              <a:xfrm>
                <a:off x="809625" y="3841750"/>
                <a:ext cx="285750" cy="155575"/>
              </a:xfrm>
              <a:custGeom>
                <a:avLst/>
                <a:gdLst>
                  <a:gd name="T0" fmla="*/ 735 w 793"/>
                  <a:gd name="T1" fmla="*/ 329 h 431"/>
                  <a:gd name="T2" fmla="*/ 747 w 793"/>
                  <a:gd name="T3" fmla="*/ 113 h 431"/>
                  <a:gd name="T4" fmla="*/ 1 w 793"/>
                  <a:gd name="T5" fmla="*/ 224 h 431"/>
                  <a:gd name="T6" fmla="*/ 735 w 793"/>
                  <a:gd name="T7" fmla="*/ 329 h 4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3" h="431">
                    <a:moveTo>
                      <a:pt x="735" y="329"/>
                    </a:moveTo>
                    <a:cubicBezTo>
                      <a:pt x="793" y="231"/>
                      <a:pt x="780" y="217"/>
                      <a:pt x="747" y="113"/>
                    </a:cubicBezTo>
                    <a:cubicBezTo>
                      <a:pt x="614" y="76"/>
                      <a:pt x="1" y="0"/>
                      <a:pt x="1" y="224"/>
                    </a:cubicBezTo>
                    <a:cubicBezTo>
                      <a:pt x="0" y="431"/>
                      <a:pt x="584" y="376"/>
                      <a:pt x="735" y="329"/>
                    </a:cubicBez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</p:grpSp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AB2EACDD-D9FB-098C-2FDD-C6951F772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75328" y="2041115"/>
              <a:ext cx="1152525" cy="1152525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7434BF4E-1B6E-968F-EF7A-627DDD08E725}"/>
              </a:ext>
            </a:extLst>
          </p:cNvPr>
          <p:cNvSpPr/>
          <p:nvPr/>
        </p:nvSpPr>
        <p:spPr>
          <a:xfrm>
            <a:off x="978569" y="1981271"/>
            <a:ext cx="3465094" cy="1485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Bold" panose="020B0800000000000000" pitchFamily="34" charset="-122"/>
              </a:rPr>
              <a:t>添加标题</a:t>
            </a:r>
            <a:endParaRPr kumimoji="0" lang="en-US" altLang="zh-CN" sz="2000" b="1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  <a:sym typeface="思源黑体 CN Bold" panose="020B0800000000000000" pitchFamily="34" charset="-122"/>
            </a:endParaRPr>
          </a:p>
          <a:p>
            <a:pPr lvl="0" algn="r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请您单击此处输入文本内容，可根据自己的需要适当地调整文字的颜色或者大小等属性，可复制粘贴您的文本。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DFAB138-53EC-739C-EC3A-D9D7B8D073A4}"/>
              </a:ext>
            </a:extLst>
          </p:cNvPr>
          <p:cNvSpPr/>
          <p:nvPr/>
        </p:nvSpPr>
        <p:spPr>
          <a:xfrm>
            <a:off x="7918687" y="1981271"/>
            <a:ext cx="3439125" cy="1485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zh-CN" altLang="en-US" sz="20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思源黑体 CN Bold" panose="020B0800000000000000" pitchFamily="34" charset="-122"/>
              </a:rPr>
              <a:t>添加标题</a:t>
            </a:r>
            <a:endParaRPr lang="en-US" altLang="zh-CN" sz="2000" b="1" kern="0" dirty="0">
              <a:solidFill>
                <a:prstClr val="black">
                  <a:lumMod val="85000"/>
                  <a:lumOff val="15000"/>
                </a:prstClr>
              </a:solidFill>
              <a:latin typeface="思源宋体 CN" panose="02020400000000000000" pitchFamily="18" charset="-122"/>
              <a:ea typeface="思源宋体 CN" panose="02020400000000000000" pitchFamily="18" charset="-122"/>
              <a:sym typeface="思源黑体 CN Bold" panose="020B0800000000000000" pitchFamily="34" charset="-122"/>
            </a:endParaRPr>
          </a:p>
          <a:p>
            <a:pPr lvl="0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请您单击此处输入文本内容，可根据自己的需要适当地调整文字的颜色或者大小等属性，可复制粘贴您的文本。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FEC573-54CA-DE58-F456-4A2A1CBCC805}"/>
              </a:ext>
            </a:extLst>
          </p:cNvPr>
          <p:cNvSpPr/>
          <p:nvPr/>
        </p:nvSpPr>
        <p:spPr>
          <a:xfrm>
            <a:off x="7918687" y="4050704"/>
            <a:ext cx="3567462" cy="1485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zh-CN" altLang="en-US" sz="20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思源黑体 CN Bold" panose="020B0800000000000000" pitchFamily="34" charset="-122"/>
              </a:rPr>
              <a:t>添加标题</a:t>
            </a:r>
            <a:endParaRPr lang="en-US" altLang="zh-CN" sz="2000" b="1" kern="0" dirty="0">
              <a:solidFill>
                <a:prstClr val="black">
                  <a:lumMod val="85000"/>
                  <a:lumOff val="15000"/>
                </a:prstClr>
              </a:solidFill>
              <a:latin typeface="思源宋体 CN" panose="02020400000000000000" pitchFamily="18" charset="-122"/>
              <a:ea typeface="思源宋体 CN" panose="02020400000000000000" pitchFamily="18" charset="-122"/>
              <a:sym typeface="思源黑体 CN Bold" panose="020B0800000000000000" pitchFamily="34" charset="-122"/>
            </a:endParaRPr>
          </a:p>
          <a:p>
            <a:pPr lvl="0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请您单击此处输入文本内容，可根据自己的需要适当地调整文字的颜色或者大小等属性，可复制粘贴您的文本。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A7B217-1ADB-169A-8C30-832740288FEB}"/>
              </a:ext>
            </a:extLst>
          </p:cNvPr>
          <p:cNvSpPr/>
          <p:nvPr/>
        </p:nvSpPr>
        <p:spPr>
          <a:xfrm>
            <a:off x="866276" y="4050704"/>
            <a:ext cx="3577387" cy="1485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50000"/>
              </a:lnSpc>
              <a:defRPr/>
            </a:pPr>
            <a:r>
              <a:rPr lang="zh-CN" altLang="en-US" sz="20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思源黑体 CN Bold" panose="020B0800000000000000" pitchFamily="34" charset="-122"/>
              </a:rPr>
              <a:t>添加标题</a:t>
            </a:r>
            <a:endParaRPr lang="en-US" altLang="zh-CN" sz="2000" b="1" kern="0" dirty="0">
              <a:solidFill>
                <a:prstClr val="black">
                  <a:lumMod val="85000"/>
                  <a:lumOff val="15000"/>
                </a:prstClr>
              </a:solidFill>
              <a:latin typeface="思源宋体 CN" panose="02020400000000000000" pitchFamily="18" charset="-122"/>
              <a:ea typeface="思源宋体 CN" panose="02020400000000000000" pitchFamily="18" charset="-122"/>
              <a:sym typeface="思源黑体 CN Bold" panose="020B0800000000000000" pitchFamily="34" charset="-122"/>
            </a:endParaRPr>
          </a:p>
          <a:p>
            <a:pPr lvl="0" algn="r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请您单击此处输入文本内容，可根据自己的需要适当地调整文字的颜色或者大小等属性，可复制粘贴您的文本。</a:t>
            </a:r>
          </a:p>
        </p:txBody>
      </p:sp>
    </p:spTree>
    <p:extLst>
      <p:ext uri="{BB962C8B-B14F-4D97-AF65-F5344CB8AC3E}">
        <p14:creationId xmlns:p14="http://schemas.microsoft.com/office/powerpoint/2010/main" val="613615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32D4F-1DA5-857F-3103-0BE55F4A3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2B11120-843B-EBF5-F177-3292B91F0067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D2F95B2F-5DBA-8E71-B114-CABED006E516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73203031-966B-00D8-17DE-A12423D5822C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研究方法与过程</a:t>
              </a:r>
            </a:p>
          </p:txBody>
        </p:sp>
      </p:grpSp>
      <p:graphicFrame>
        <p:nvGraphicFramePr>
          <p:cNvPr id="5" name="图表 4">
            <a:extLst>
              <a:ext uri="{FF2B5EF4-FFF2-40B4-BE49-F238E27FC236}">
                <a16:creationId xmlns:a16="http://schemas.microsoft.com/office/drawing/2014/main" id="{2E6F7D19-59DD-DD01-A593-7A2EF24CD0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5264150"/>
              </p:ext>
            </p:extLst>
          </p:nvPr>
        </p:nvGraphicFramePr>
        <p:xfrm>
          <a:off x="676275" y="1349226"/>
          <a:ext cx="4791722" cy="4425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6" name="组合 5">
            <a:extLst>
              <a:ext uri="{FF2B5EF4-FFF2-40B4-BE49-F238E27FC236}">
                <a16:creationId xmlns:a16="http://schemas.microsoft.com/office/drawing/2014/main" id="{291BEE0E-9E65-7E49-E8BC-313BCBC40D07}"/>
              </a:ext>
            </a:extLst>
          </p:cNvPr>
          <p:cNvGrpSpPr/>
          <p:nvPr/>
        </p:nvGrpSpPr>
        <p:grpSpPr>
          <a:xfrm>
            <a:off x="5989923" y="1882136"/>
            <a:ext cx="5708327" cy="1208356"/>
            <a:chOff x="832814" y="1422274"/>
            <a:chExt cx="5708327" cy="1208356"/>
          </a:xfrm>
        </p:grpSpPr>
        <p:sp>
          <p:nvSpPr>
            <p:cNvPr id="7" name="TextBox 22">
              <a:extLst>
                <a:ext uri="{FF2B5EF4-FFF2-40B4-BE49-F238E27FC236}">
                  <a16:creationId xmlns:a16="http://schemas.microsoft.com/office/drawing/2014/main" id="{2E257D62-39CD-A460-D60D-CA24A95A100C}"/>
                </a:ext>
              </a:extLst>
            </p:cNvPr>
            <p:cNvSpPr txBox="1"/>
            <p:nvPr/>
          </p:nvSpPr>
          <p:spPr>
            <a:xfrm>
              <a:off x="832815" y="1929861"/>
              <a:ext cx="5708326" cy="700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lnSpc>
                  <a:spcPct val="150000"/>
                </a:lnSpc>
                <a:defRPr/>
              </a:pPr>
              <a:r>
                <a:rPr lang="zh-CN" altLang="en-US" sz="1400" kern="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请您单击此处输入文本内容加以解释说明，可根据自己的需要适当地调整文字的颜色或者大小等属性。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7B6CA117-E1CB-3430-3328-400D0E2DFC15}"/>
                </a:ext>
              </a:extLst>
            </p:cNvPr>
            <p:cNvSpPr txBox="1"/>
            <p:nvPr/>
          </p:nvSpPr>
          <p:spPr>
            <a:xfrm>
              <a:off x="832814" y="1422274"/>
              <a:ext cx="1469701" cy="432000"/>
            </a:xfrm>
            <a:prstGeom prst="roundRect">
              <a:avLst>
                <a:gd name="adj" fmla="val 50000"/>
              </a:avLst>
            </a:prstGeom>
            <a:solidFill>
              <a:srgbClr val="174677"/>
            </a:solidFill>
          </p:spPr>
          <p:txBody>
            <a:bodyPr wrap="square" rtlCol="0" anchor="ctr">
              <a:spAutoFit/>
            </a:bodyPr>
            <a:lstStyle/>
            <a:p>
              <a:pPr algn="ctr" defTabSz="457200">
                <a:defRPr/>
              </a:pPr>
              <a:r>
                <a:rPr kumimoji="1" lang="zh-CN" altLang="en-US" sz="2000" b="1" kern="0" dirty="0">
                  <a:solidFill>
                    <a:prstClr val="white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添加标题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2A259EA2-0DBC-C6F4-4A68-A430C22551D0}"/>
              </a:ext>
            </a:extLst>
          </p:cNvPr>
          <p:cNvGrpSpPr/>
          <p:nvPr/>
        </p:nvGrpSpPr>
        <p:grpSpPr>
          <a:xfrm>
            <a:off x="5989923" y="3090492"/>
            <a:ext cx="5557229" cy="2501563"/>
            <a:chOff x="5989923" y="3246216"/>
            <a:chExt cx="5557229" cy="2501563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059E52B0-FA23-76CB-7C0D-68A15365822D}"/>
                </a:ext>
              </a:extLst>
            </p:cNvPr>
            <p:cNvGrpSpPr/>
            <p:nvPr/>
          </p:nvGrpSpPr>
          <p:grpSpPr>
            <a:xfrm>
              <a:off x="5989923" y="3246216"/>
              <a:ext cx="5557229" cy="1162434"/>
              <a:chOff x="6247098" y="3246216"/>
              <a:chExt cx="5557229" cy="1162434"/>
            </a:xfrm>
          </p:grpSpPr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D067B599-B189-CA4E-217F-C02BBBA5EE16}"/>
                  </a:ext>
                </a:extLst>
              </p:cNvPr>
              <p:cNvGrpSpPr/>
              <p:nvPr/>
            </p:nvGrpSpPr>
            <p:grpSpPr>
              <a:xfrm>
                <a:off x="6247098" y="3409950"/>
                <a:ext cx="794697" cy="921848"/>
                <a:chOff x="7714218" y="3363232"/>
                <a:chExt cx="794697" cy="921848"/>
              </a:xfrm>
            </p:grpSpPr>
            <p:sp>
              <p:nvSpPr>
                <p:cNvPr id="18" name="任意多边形: 形状 17">
                  <a:extLst>
                    <a:ext uri="{FF2B5EF4-FFF2-40B4-BE49-F238E27FC236}">
                      <a16:creationId xmlns:a16="http://schemas.microsoft.com/office/drawing/2014/main" id="{DEC7D8B7-F496-F08E-80E8-A5B9DE2BA802}"/>
                    </a:ext>
                  </a:extLst>
                </p:cNvPr>
                <p:cNvSpPr/>
                <p:nvPr/>
              </p:nvSpPr>
              <p:spPr>
                <a:xfrm>
                  <a:off x="7714218" y="3363232"/>
                  <a:ext cx="794697" cy="921848"/>
                </a:xfrm>
                <a:custGeom>
                  <a:avLst/>
                  <a:gdLst>
                    <a:gd name="connsiteX0" fmla="*/ 572754 w 1145508"/>
                    <a:gd name="connsiteY0" fmla="*/ 0 h 1328789"/>
                    <a:gd name="connsiteX1" fmla="*/ 1145508 w 1145508"/>
                    <a:gd name="connsiteY1" fmla="*/ 286377 h 1328789"/>
                    <a:gd name="connsiteX2" fmla="*/ 1145508 w 1145508"/>
                    <a:gd name="connsiteY2" fmla="*/ 1042412 h 1328789"/>
                    <a:gd name="connsiteX3" fmla="*/ 572754 w 1145508"/>
                    <a:gd name="connsiteY3" fmla="*/ 1328789 h 1328789"/>
                    <a:gd name="connsiteX4" fmla="*/ 0 w 1145508"/>
                    <a:gd name="connsiteY4" fmla="*/ 1042412 h 1328789"/>
                    <a:gd name="connsiteX5" fmla="*/ 0 w 1145508"/>
                    <a:gd name="connsiteY5" fmla="*/ 286377 h 13287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5508" h="1328789">
                      <a:moveTo>
                        <a:pt x="572754" y="0"/>
                      </a:moveTo>
                      <a:lnTo>
                        <a:pt x="1145508" y="286377"/>
                      </a:lnTo>
                      <a:lnTo>
                        <a:pt x="1145508" y="1042412"/>
                      </a:lnTo>
                      <a:lnTo>
                        <a:pt x="572754" y="1328789"/>
                      </a:lnTo>
                      <a:lnTo>
                        <a:pt x="0" y="1042412"/>
                      </a:lnTo>
                      <a:lnTo>
                        <a:pt x="0" y="286377"/>
                      </a:lnTo>
                      <a:close/>
                    </a:path>
                  </a:pathLst>
                </a:custGeom>
                <a:solidFill>
                  <a:srgbClr val="D5AF6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4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effectLst/>
                    <a:uLnTx/>
                    <a:uFillTx/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+mn-cs"/>
                  </a:endParaRPr>
                </a:p>
              </p:txBody>
            </p:sp>
            <p:sp>
              <p:nvSpPr>
                <p:cNvPr id="19" name="椭圆 7">
                  <a:extLst>
                    <a:ext uri="{FF2B5EF4-FFF2-40B4-BE49-F238E27FC236}">
                      <a16:creationId xmlns:a16="http://schemas.microsoft.com/office/drawing/2014/main" id="{A0AFDC04-2D36-F0AF-815A-3FFE23AF61BA}"/>
                    </a:ext>
                  </a:extLst>
                </p:cNvPr>
                <p:cNvSpPr/>
                <p:nvPr/>
              </p:nvSpPr>
              <p:spPr>
                <a:xfrm>
                  <a:off x="7860723" y="3578679"/>
                  <a:ext cx="501686" cy="490954"/>
                </a:xfrm>
                <a:custGeom>
                  <a:avLst/>
                  <a:gdLst>
                    <a:gd name="T0" fmla="*/ 3915 w 4537"/>
                    <a:gd name="T1" fmla="*/ 1659 h 4447"/>
                    <a:gd name="T2" fmla="*/ 3838 w 4537"/>
                    <a:gd name="T3" fmla="*/ 1476 h 4447"/>
                    <a:gd name="T4" fmla="*/ 4033 w 4537"/>
                    <a:gd name="T5" fmla="*/ 808 h 4447"/>
                    <a:gd name="T6" fmla="*/ 3695 w 4537"/>
                    <a:gd name="T7" fmla="*/ 478 h 4447"/>
                    <a:gd name="T8" fmla="*/ 3662 w 4537"/>
                    <a:gd name="T9" fmla="*/ 450 h 4447"/>
                    <a:gd name="T10" fmla="*/ 3623 w 4537"/>
                    <a:gd name="T11" fmla="*/ 450 h 4447"/>
                    <a:gd name="T12" fmla="*/ 3027 w 4537"/>
                    <a:gd name="T13" fmla="*/ 683 h 4447"/>
                    <a:gd name="T14" fmla="*/ 2837 w 4537"/>
                    <a:gd name="T15" fmla="*/ 606 h 4447"/>
                    <a:gd name="T16" fmla="*/ 2496 w 4537"/>
                    <a:gd name="T17" fmla="*/ 1 h 4447"/>
                    <a:gd name="T18" fmla="*/ 2020 w 4537"/>
                    <a:gd name="T19" fmla="*/ 1 h 4447"/>
                    <a:gd name="T20" fmla="*/ 1694 w 4537"/>
                    <a:gd name="T21" fmla="*/ 609 h 4447"/>
                    <a:gd name="T22" fmla="*/ 1505 w 4537"/>
                    <a:gd name="T23" fmla="*/ 685 h 4447"/>
                    <a:gd name="T24" fmla="*/ 899 w 4537"/>
                    <a:gd name="T25" fmla="*/ 464 h 4447"/>
                    <a:gd name="T26" fmla="*/ 854 w 4537"/>
                    <a:gd name="T27" fmla="*/ 466 h 4447"/>
                    <a:gd name="T28" fmla="*/ 491 w 4537"/>
                    <a:gd name="T29" fmla="*/ 822 h 4447"/>
                    <a:gd name="T30" fmla="*/ 696 w 4537"/>
                    <a:gd name="T31" fmla="*/ 1481 h 4447"/>
                    <a:gd name="T32" fmla="*/ 619 w 4537"/>
                    <a:gd name="T33" fmla="*/ 1664 h 4447"/>
                    <a:gd name="T34" fmla="*/ 0 w 4537"/>
                    <a:gd name="T35" fmla="*/ 1999 h 4447"/>
                    <a:gd name="T36" fmla="*/ 0 w 4537"/>
                    <a:gd name="T37" fmla="*/ 2467 h 4447"/>
                    <a:gd name="T38" fmla="*/ 621 w 4537"/>
                    <a:gd name="T39" fmla="*/ 2789 h 4447"/>
                    <a:gd name="T40" fmla="*/ 698 w 4537"/>
                    <a:gd name="T41" fmla="*/ 2971 h 4447"/>
                    <a:gd name="T42" fmla="*/ 503 w 4537"/>
                    <a:gd name="T43" fmla="*/ 3638 h 4447"/>
                    <a:gd name="T44" fmla="*/ 841 w 4537"/>
                    <a:gd name="T45" fmla="*/ 3969 h 4447"/>
                    <a:gd name="T46" fmla="*/ 874 w 4537"/>
                    <a:gd name="T47" fmla="*/ 3998 h 4447"/>
                    <a:gd name="T48" fmla="*/ 914 w 4537"/>
                    <a:gd name="T49" fmla="*/ 3998 h 4447"/>
                    <a:gd name="T50" fmla="*/ 1510 w 4537"/>
                    <a:gd name="T51" fmla="*/ 3764 h 4447"/>
                    <a:gd name="T52" fmla="*/ 1698 w 4537"/>
                    <a:gd name="T53" fmla="*/ 3841 h 4447"/>
                    <a:gd name="T54" fmla="*/ 2040 w 4537"/>
                    <a:gd name="T55" fmla="*/ 4446 h 4447"/>
                    <a:gd name="T56" fmla="*/ 2517 w 4537"/>
                    <a:gd name="T57" fmla="*/ 4446 h 4447"/>
                    <a:gd name="T58" fmla="*/ 2843 w 4537"/>
                    <a:gd name="T59" fmla="*/ 3839 h 4447"/>
                    <a:gd name="T60" fmla="*/ 3032 w 4537"/>
                    <a:gd name="T61" fmla="*/ 3762 h 4447"/>
                    <a:gd name="T62" fmla="*/ 3637 w 4537"/>
                    <a:gd name="T63" fmla="*/ 3983 h 4447"/>
                    <a:gd name="T64" fmla="*/ 3682 w 4537"/>
                    <a:gd name="T65" fmla="*/ 3982 h 4447"/>
                    <a:gd name="T66" fmla="*/ 4048 w 4537"/>
                    <a:gd name="T67" fmla="*/ 3623 h 4447"/>
                    <a:gd name="T68" fmla="*/ 3841 w 4537"/>
                    <a:gd name="T69" fmla="*/ 2966 h 4447"/>
                    <a:gd name="T70" fmla="*/ 3917 w 4537"/>
                    <a:gd name="T71" fmla="*/ 2783 h 4447"/>
                    <a:gd name="T72" fmla="*/ 4537 w 4537"/>
                    <a:gd name="T73" fmla="*/ 2447 h 4447"/>
                    <a:gd name="T74" fmla="*/ 4537 w 4537"/>
                    <a:gd name="T75" fmla="*/ 1980 h 4447"/>
                    <a:gd name="T76" fmla="*/ 3915 w 4537"/>
                    <a:gd name="T77" fmla="*/ 1659 h 4447"/>
                    <a:gd name="T78" fmla="*/ 2268 w 4537"/>
                    <a:gd name="T79" fmla="*/ 3001 h 4447"/>
                    <a:gd name="T80" fmla="*/ 1475 w 4537"/>
                    <a:gd name="T81" fmla="*/ 2223 h 4447"/>
                    <a:gd name="T82" fmla="*/ 2268 w 4537"/>
                    <a:gd name="T83" fmla="*/ 1446 h 4447"/>
                    <a:gd name="T84" fmla="*/ 3061 w 4537"/>
                    <a:gd name="T85" fmla="*/ 2223 h 4447"/>
                    <a:gd name="T86" fmla="*/ 2268 w 4537"/>
                    <a:gd name="T87" fmla="*/ 3001 h 44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</a:cxnLst>
                  <a:rect l="0" t="0" r="r" b="b"/>
                  <a:pathLst>
                    <a:path w="4537" h="4447">
                      <a:moveTo>
                        <a:pt x="3915" y="1659"/>
                      </a:moveTo>
                      <a:lnTo>
                        <a:pt x="3838" y="1476"/>
                      </a:lnTo>
                      <a:cubicBezTo>
                        <a:pt x="4102" y="878"/>
                        <a:pt x="4085" y="860"/>
                        <a:pt x="4033" y="808"/>
                      </a:cubicBezTo>
                      <a:lnTo>
                        <a:pt x="3695" y="478"/>
                      </a:lnTo>
                      <a:lnTo>
                        <a:pt x="3662" y="450"/>
                      </a:lnTo>
                      <a:lnTo>
                        <a:pt x="3623" y="450"/>
                      </a:lnTo>
                      <a:cubicBezTo>
                        <a:pt x="3602" y="450"/>
                        <a:pt x="3540" y="450"/>
                        <a:pt x="3027" y="683"/>
                      </a:cubicBezTo>
                      <a:lnTo>
                        <a:pt x="2837" y="606"/>
                      </a:lnTo>
                      <a:cubicBezTo>
                        <a:pt x="2593" y="1"/>
                        <a:pt x="2568" y="1"/>
                        <a:pt x="2496" y="1"/>
                      </a:cubicBezTo>
                      <a:lnTo>
                        <a:pt x="2020" y="1"/>
                      </a:lnTo>
                      <a:cubicBezTo>
                        <a:pt x="1948" y="1"/>
                        <a:pt x="1920" y="0"/>
                        <a:pt x="1694" y="609"/>
                      </a:cubicBezTo>
                      <a:lnTo>
                        <a:pt x="1505" y="685"/>
                      </a:lnTo>
                      <a:cubicBezTo>
                        <a:pt x="1158" y="538"/>
                        <a:pt x="954" y="464"/>
                        <a:pt x="899" y="464"/>
                      </a:cubicBezTo>
                      <a:lnTo>
                        <a:pt x="854" y="466"/>
                      </a:lnTo>
                      <a:lnTo>
                        <a:pt x="491" y="822"/>
                      </a:lnTo>
                      <a:cubicBezTo>
                        <a:pt x="436" y="874"/>
                        <a:pt x="416" y="892"/>
                        <a:pt x="696" y="1481"/>
                      </a:cubicBezTo>
                      <a:lnTo>
                        <a:pt x="619" y="1664"/>
                      </a:lnTo>
                      <a:cubicBezTo>
                        <a:pt x="0" y="1903"/>
                        <a:pt x="0" y="1926"/>
                        <a:pt x="0" y="1999"/>
                      </a:cubicBezTo>
                      <a:lnTo>
                        <a:pt x="0" y="2467"/>
                      </a:lnTo>
                      <a:cubicBezTo>
                        <a:pt x="0" y="2540"/>
                        <a:pt x="0" y="2566"/>
                        <a:pt x="621" y="2789"/>
                      </a:cubicBezTo>
                      <a:lnTo>
                        <a:pt x="698" y="2971"/>
                      </a:lnTo>
                      <a:cubicBezTo>
                        <a:pt x="434" y="3569"/>
                        <a:pt x="451" y="3587"/>
                        <a:pt x="503" y="3638"/>
                      </a:cubicBezTo>
                      <a:lnTo>
                        <a:pt x="841" y="3969"/>
                      </a:lnTo>
                      <a:lnTo>
                        <a:pt x="874" y="3998"/>
                      </a:lnTo>
                      <a:lnTo>
                        <a:pt x="914" y="3998"/>
                      </a:lnTo>
                      <a:cubicBezTo>
                        <a:pt x="934" y="3998"/>
                        <a:pt x="995" y="3998"/>
                        <a:pt x="1510" y="3764"/>
                      </a:cubicBezTo>
                      <a:lnTo>
                        <a:pt x="1698" y="3841"/>
                      </a:lnTo>
                      <a:cubicBezTo>
                        <a:pt x="1943" y="4447"/>
                        <a:pt x="1968" y="4446"/>
                        <a:pt x="2040" y="4446"/>
                      </a:cubicBezTo>
                      <a:lnTo>
                        <a:pt x="2517" y="4446"/>
                      </a:lnTo>
                      <a:cubicBezTo>
                        <a:pt x="2589" y="4446"/>
                        <a:pt x="2615" y="4446"/>
                        <a:pt x="2843" y="3839"/>
                      </a:cubicBezTo>
                      <a:lnTo>
                        <a:pt x="3032" y="3762"/>
                      </a:lnTo>
                      <a:cubicBezTo>
                        <a:pt x="3379" y="3909"/>
                        <a:pt x="3582" y="3983"/>
                        <a:pt x="3637" y="3983"/>
                      </a:cubicBezTo>
                      <a:lnTo>
                        <a:pt x="3682" y="3982"/>
                      </a:lnTo>
                      <a:lnTo>
                        <a:pt x="4048" y="3623"/>
                      </a:lnTo>
                      <a:cubicBezTo>
                        <a:pt x="4101" y="3571"/>
                        <a:pt x="4119" y="3552"/>
                        <a:pt x="3841" y="2966"/>
                      </a:cubicBezTo>
                      <a:lnTo>
                        <a:pt x="3917" y="2783"/>
                      </a:lnTo>
                      <a:cubicBezTo>
                        <a:pt x="4537" y="2544"/>
                        <a:pt x="4537" y="2519"/>
                        <a:pt x="4537" y="2447"/>
                      </a:cubicBezTo>
                      <a:lnTo>
                        <a:pt x="4537" y="1980"/>
                      </a:lnTo>
                      <a:cubicBezTo>
                        <a:pt x="4537" y="1906"/>
                        <a:pt x="4537" y="1881"/>
                        <a:pt x="3915" y="1659"/>
                      </a:cubicBezTo>
                      <a:close/>
                      <a:moveTo>
                        <a:pt x="2268" y="3001"/>
                      </a:moveTo>
                      <a:cubicBezTo>
                        <a:pt x="1831" y="3001"/>
                        <a:pt x="1475" y="2652"/>
                        <a:pt x="1475" y="2223"/>
                      </a:cubicBezTo>
                      <a:cubicBezTo>
                        <a:pt x="1475" y="1794"/>
                        <a:pt x="1831" y="1446"/>
                        <a:pt x="2268" y="1446"/>
                      </a:cubicBezTo>
                      <a:cubicBezTo>
                        <a:pt x="2705" y="1446"/>
                        <a:pt x="3061" y="1795"/>
                        <a:pt x="3061" y="2223"/>
                      </a:cubicBezTo>
                      <a:cubicBezTo>
                        <a:pt x="3061" y="2652"/>
                        <a:pt x="2705" y="3001"/>
                        <a:pt x="2268" y="3001"/>
                      </a:cubicBezTo>
                      <a:close/>
                    </a:path>
                  </a:pathLst>
                </a:cu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effectLst/>
                    <a:uLnTx/>
                    <a:uFillTx/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+mn-cs"/>
                    <a:sym typeface="思源黑体 CN Regular" panose="020B0500000000000000" pitchFamily="34" charset="-122"/>
                  </a:endParaRPr>
                </a:p>
              </p:txBody>
            </p:sp>
          </p:grp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C65A378-E770-1CD7-E823-B03FC16C91A7}"/>
                  </a:ext>
                </a:extLst>
              </p:cNvPr>
              <p:cNvSpPr txBox="1"/>
              <p:nvPr/>
            </p:nvSpPr>
            <p:spPr>
              <a:xfrm>
                <a:off x="7118260" y="3246216"/>
                <a:ext cx="4686067" cy="1162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sym typeface="思源宋体 CN" panose="02020400000000000000" pitchFamily="18" charset="-122"/>
                  </a:rPr>
                  <a:t>添加标题</a:t>
                </a:r>
                <a:endParaRPr kumimoji="0" lang="en-US" altLang="zh-CN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sym typeface="思源宋体 CN" panose="02020400000000000000" pitchFamily="18" charset="-122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sym typeface="+mn-lt"/>
                  </a:rPr>
                  <a:t>请您单击此处添加合适文字加以解释说明，可根据自己的需要调整文字大小或者颜色等属性。</a:t>
                </a:r>
                <a:endPara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sym typeface="+mn-lt"/>
                </a:endParaRP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19B99FB5-2FD2-E3A1-7329-740ED25A44F8}"/>
                </a:ext>
              </a:extLst>
            </p:cNvPr>
            <p:cNvGrpSpPr/>
            <p:nvPr/>
          </p:nvGrpSpPr>
          <p:grpSpPr>
            <a:xfrm>
              <a:off x="5989923" y="4585345"/>
              <a:ext cx="5557229" cy="1162434"/>
              <a:chOff x="6247098" y="4585345"/>
              <a:chExt cx="5557229" cy="1162434"/>
            </a:xfrm>
          </p:grpSpPr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F4450D6C-27E4-8CD3-CD89-7BFFA8308BB3}"/>
                  </a:ext>
                </a:extLst>
              </p:cNvPr>
              <p:cNvGrpSpPr/>
              <p:nvPr/>
            </p:nvGrpSpPr>
            <p:grpSpPr>
              <a:xfrm>
                <a:off x="6247098" y="4749079"/>
                <a:ext cx="794697" cy="921848"/>
                <a:chOff x="7770827" y="4687756"/>
                <a:chExt cx="794697" cy="921848"/>
              </a:xfrm>
            </p:grpSpPr>
            <p:sp>
              <p:nvSpPr>
                <p:cNvPr id="14" name="任意多边形: 形状 13">
                  <a:extLst>
                    <a:ext uri="{FF2B5EF4-FFF2-40B4-BE49-F238E27FC236}">
                      <a16:creationId xmlns:a16="http://schemas.microsoft.com/office/drawing/2014/main" id="{D5FAF31D-D25C-D505-A249-1A7684DC66C9}"/>
                    </a:ext>
                  </a:extLst>
                </p:cNvPr>
                <p:cNvSpPr/>
                <p:nvPr/>
              </p:nvSpPr>
              <p:spPr>
                <a:xfrm>
                  <a:off x="7770827" y="4687756"/>
                  <a:ext cx="794697" cy="921848"/>
                </a:xfrm>
                <a:custGeom>
                  <a:avLst/>
                  <a:gdLst>
                    <a:gd name="connsiteX0" fmla="*/ 572754 w 1145508"/>
                    <a:gd name="connsiteY0" fmla="*/ 0 h 1328789"/>
                    <a:gd name="connsiteX1" fmla="*/ 1145508 w 1145508"/>
                    <a:gd name="connsiteY1" fmla="*/ 286377 h 1328789"/>
                    <a:gd name="connsiteX2" fmla="*/ 1145508 w 1145508"/>
                    <a:gd name="connsiteY2" fmla="*/ 1042412 h 1328789"/>
                    <a:gd name="connsiteX3" fmla="*/ 572754 w 1145508"/>
                    <a:gd name="connsiteY3" fmla="*/ 1328789 h 1328789"/>
                    <a:gd name="connsiteX4" fmla="*/ 0 w 1145508"/>
                    <a:gd name="connsiteY4" fmla="*/ 1042412 h 1328789"/>
                    <a:gd name="connsiteX5" fmla="*/ 0 w 1145508"/>
                    <a:gd name="connsiteY5" fmla="*/ 286377 h 13287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5508" h="1328789">
                      <a:moveTo>
                        <a:pt x="572754" y="0"/>
                      </a:moveTo>
                      <a:lnTo>
                        <a:pt x="1145508" y="286377"/>
                      </a:lnTo>
                      <a:lnTo>
                        <a:pt x="1145508" y="1042412"/>
                      </a:lnTo>
                      <a:lnTo>
                        <a:pt x="572754" y="1328789"/>
                      </a:lnTo>
                      <a:lnTo>
                        <a:pt x="0" y="1042412"/>
                      </a:lnTo>
                      <a:lnTo>
                        <a:pt x="0" y="286377"/>
                      </a:lnTo>
                      <a:close/>
                    </a:path>
                  </a:pathLst>
                </a:custGeom>
                <a:solidFill>
                  <a:srgbClr val="174677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4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effectLst/>
                    <a:uLnTx/>
                    <a:uFillTx/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+mn-cs"/>
                  </a:endParaRPr>
                </a:p>
              </p:txBody>
            </p:sp>
            <p:sp>
              <p:nvSpPr>
                <p:cNvPr id="15" name="椭圆 21">
                  <a:extLst>
                    <a:ext uri="{FF2B5EF4-FFF2-40B4-BE49-F238E27FC236}">
                      <a16:creationId xmlns:a16="http://schemas.microsoft.com/office/drawing/2014/main" id="{0B696D00-A4EC-FB27-3C52-E9E59A9B6A64}"/>
                    </a:ext>
                  </a:extLst>
                </p:cNvPr>
                <p:cNvSpPr/>
                <p:nvPr/>
              </p:nvSpPr>
              <p:spPr>
                <a:xfrm>
                  <a:off x="7962646" y="4902388"/>
                  <a:ext cx="411059" cy="492584"/>
                </a:xfrm>
                <a:custGeom>
                  <a:avLst/>
                  <a:gdLst>
                    <a:gd name="connsiteX0" fmla="*/ 234347 w 506307"/>
                    <a:gd name="connsiteY0" fmla="*/ 379219 h 606722"/>
                    <a:gd name="connsiteX1" fmla="*/ 271960 w 506307"/>
                    <a:gd name="connsiteY1" fmla="*/ 379219 h 606722"/>
                    <a:gd name="connsiteX2" fmla="*/ 278451 w 506307"/>
                    <a:gd name="connsiteY2" fmla="*/ 385705 h 606722"/>
                    <a:gd name="connsiteX3" fmla="*/ 278451 w 506307"/>
                    <a:gd name="connsiteY3" fmla="*/ 448520 h 606722"/>
                    <a:gd name="connsiteX4" fmla="*/ 271960 w 506307"/>
                    <a:gd name="connsiteY4" fmla="*/ 455006 h 606722"/>
                    <a:gd name="connsiteX5" fmla="*/ 234347 w 506307"/>
                    <a:gd name="connsiteY5" fmla="*/ 455006 h 606722"/>
                    <a:gd name="connsiteX6" fmla="*/ 227856 w 506307"/>
                    <a:gd name="connsiteY6" fmla="*/ 448520 h 606722"/>
                    <a:gd name="connsiteX7" fmla="*/ 227856 w 506307"/>
                    <a:gd name="connsiteY7" fmla="*/ 385705 h 606722"/>
                    <a:gd name="connsiteX8" fmla="*/ 234347 w 506307"/>
                    <a:gd name="connsiteY8" fmla="*/ 379219 h 606722"/>
                    <a:gd name="connsiteX9" fmla="*/ 234331 w 506307"/>
                    <a:gd name="connsiteY9" fmla="*/ 328645 h 606722"/>
                    <a:gd name="connsiteX10" fmla="*/ 177194 w 506307"/>
                    <a:gd name="connsiteY10" fmla="*/ 385700 h 606722"/>
                    <a:gd name="connsiteX11" fmla="*/ 177194 w 506307"/>
                    <a:gd name="connsiteY11" fmla="*/ 448532 h 606722"/>
                    <a:gd name="connsiteX12" fmla="*/ 234331 w 506307"/>
                    <a:gd name="connsiteY12" fmla="*/ 505587 h 606722"/>
                    <a:gd name="connsiteX13" fmla="*/ 271977 w 506307"/>
                    <a:gd name="connsiteY13" fmla="*/ 505587 h 606722"/>
                    <a:gd name="connsiteX14" fmla="*/ 329113 w 506307"/>
                    <a:gd name="connsiteY14" fmla="*/ 448532 h 606722"/>
                    <a:gd name="connsiteX15" fmla="*/ 329113 w 506307"/>
                    <a:gd name="connsiteY15" fmla="*/ 385700 h 606722"/>
                    <a:gd name="connsiteX16" fmla="*/ 271977 w 506307"/>
                    <a:gd name="connsiteY16" fmla="*/ 328645 h 606722"/>
                    <a:gd name="connsiteX17" fmla="*/ 253109 w 506307"/>
                    <a:gd name="connsiteY17" fmla="*/ 0 h 606722"/>
                    <a:gd name="connsiteX18" fmla="*/ 430303 w 506307"/>
                    <a:gd name="connsiteY18" fmla="*/ 176942 h 606722"/>
                    <a:gd name="connsiteX19" fmla="*/ 430303 w 506307"/>
                    <a:gd name="connsiteY19" fmla="*/ 252749 h 606722"/>
                    <a:gd name="connsiteX20" fmla="*/ 480943 w 506307"/>
                    <a:gd name="connsiteY20" fmla="*/ 252749 h 606722"/>
                    <a:gd name="connsiteX21" fmla="*/ 506307 w 506307"/>
                    <a:gd name="connsiteY21" fmla="*/ 278077 h 606722"/>
                    <a:gd name="connsiteX22" fmla="*/ 506307 w 506307"/>
                    <a:gd name="connsiteY22" fmla="*/ 581394 h 606722"/>
                    <a:gd name="connsiteX23" fmla="*/ 480943 w 506307"/>
                    <a:gd name="connsiteY23" fmla="*/ 606722 h 606722"/>
                    <a:gd name="connsiteX24" fmla="*/ 25275 w 506307"/>
                    <a:gd name="connsiteY24" fmla="*/ 606722 h 606722"/>
                    <a:gd name="connsiteX25" fmla="*/ 0 w 506307"/>
                    <a:gd name="connsiteY25" fmla="*/ 581394 h 606722"/>
                    <a:gd name="connsiteX26" fmla="*/ 0 w 506307"/>
                    <a:gd name="connsiteY26" fmla="*/ 278077 h 606722"/>
                    <a:gd name="connsiteX27" fmla="*/ 25275 w 506307"/>
                    <a:gd name="connsiteY27" fmla="*/ 252749 h 606722"/>
                    <a:gd name="connsiteX28" fmla="*/ 379753 w 506307"/>
                    <a:gd name="connsiteY28" fmla="*/ 252749 h 606722"/>
                    <a:gd name="connsiteX29" fmla="*/ 379753 w 506307"/>
                    <a:gd name="connsiteY29" fmla="*/ 176942 h 606722"/>
                    <a:gd name="connsiteX30" fmla="*/ 253109 w 506307"/>
                    <a:gd name="connsiteY30" fmla="*/ 50568 h 606722"/>
                    <a:gd name="connsiteX31" fmla="*/ 126554 w 506307"/>
                    <a:gd name="connsiteY31" fmla="*/ 176942 h 606722"/>
                    <a:gd name="connsiteX32" fmla="*/ 101279 w 506307"/>
                    <a:gd name="connsiteY32" fmla="*/ 202270 h 606722"/>
                    <a:gd name="connsiteX33" fmla="*/ 75915 w 506307"/>
                    <a:gd name="connsiteY33" fmla="*/ 176942 h 606722"/>
                    <a:gd name="connsiteX34" fmla="*/ 253109 w 506307"/>
                    <a:gd name="connsiteY34" fmla="*/ 0 h 606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506307" h="606722">
                      <a:moveTo>
                        <a:pt x="234347" y="379219"/>
                      </a:moveTo>
                      <a:lnTo>
                        <a:pt x="271960" y="379219"/>
                      </a:lnTo>
                      <a:cubicBezTo>
                        <a:pt x="275517" y="379219"/>
                        <a:pt x="278451" y="382062"/>
                        <a:pt x="278451" y="385705"/>
                      </a:cubicBezTo>
                      <a:lnTo>
                        <a:pt x="278451" y="448520"/>
                      </a:lnTo>
                      <a:cubicBezTo>
                        <a:pt x="278451" y="452074"/>
                        <a:pt x="275517" y="455006"/>
                        <a:pt x="271960" y="455006"/>
                      </a:cubicBezTo>
                      <a:lnTo>
                        <a:pt x="234347" y="455006"/>
                      </a:lnTo>
                      <a:cubicBezTo>
                        <a:pt x="230791" y="455006"/>
                        <a:pt x="227856" y="452074"/>
                        <a:pt x="227856" y="448520"/>
                      </a:cubicBezTo>
                      <a:lnTo>
                        <a:pt x="227856" y="385705"/>
                      </a:lnTo>
                      <a:cubicBezTo>
                        <a:pt x="227856" y="382062"/>
                        <a:pt x="230791" y="379219"/>
                        <a:pt x="234347" y="379219"/>
                      </a:cubicBezTo>
                      <a:close/>
                      <a:moveTo>
                        <a:pt x="234331" y="328645"/>
                      </a:moveTo>
                      <a:cubicBezTo>
                        <a:pt x="202825" y="328645"/>
                        <a:pt x="177194" y="354240"/>
                        <a:pt x="177194" y="385700"/>
                      </a:cubicBezTo>
                      <a:lnTo>
                        <a:pt x="177194" y="448532"/>
                      </a:lnTo>
                      <a:cubicBezTo>
                        <a:pt x="177194" y="479992"/>
                        <a:pt x="202825" y="505587"/>
                        <a:pt x="234331" y="505587"/>
                      </a:cubicBezTo>
                      <a:lnTo>
                        <a:pt x="271977" y="505587"/>
                      </a:lnTo>
                      <a:cubicBezTo>
                        <a:pt x="303482" y="505587"/>
                        <a:pt x="329113" y="479992"/>
                        <a:pt x="329113" y="448532"/>
                      </a:cubicBezTo>
                      <a:lnTo>
                        <a:pt x="329113" y="385700"/>
                      </a:lnTo>
                      <a:cubicBezTo>
                        <a:pt x="329113" y="354240"/>
                        <a:pt x="303482" y="328645"/>
                        <a:pt x="271977" y="328645"/>
                      </a:cubicBezTo>
                      <a:close/>
                      <a:moveTo>
                        <a:pt x="253109" y="0"/>
                      </a:moveTo>
                      <a:cubicBezTo>
                        <a:pt x="350829" y="0"/>
                        <a:pt x="430303" y="79362"/>
                        <a:pt x="430303" y="176942"/>
                      </a:cubicBezTo>
                      <a:lnTo>
                        <a:pt x="430303" y="252749"/>
                      </a:lnTo>
                      <a:lnTo>
                        <a:pt x="480943" y="252749"/>
                      </a:lnTo>
                      <a:cubicBezTo>
                        <a:pt x="494916" y="252749"/>
                        <a:pt x="506307" y="264124"/>
                        <a:pt x="506307" y="278077"/>
                      </a:cubicBezTo>
                      <a:lnTo>
                        <a:pt x="506307" y="581394"/>
                      </a:lnTo>
                      <a:cubicBezTo>
                        <a:pt x="506307" y="595435"/>
                        <a:pt x="494916" y="606722"/>
                        <a:pt x="480943" y="606722"/>
                      </a:cubicBezTo>
                      <a:lnTo>
                        <a:pt x="25275" y="606722"/>
                      </a:lnTo>
                      <a:cubicBezTo>
                        <a:pt x="11302" y="606722"/>
                        <a:pt x="0" y="595435"/>
                        <a:pt x="0" y="581394"/>
                      </a:cubicBezTo>
                      <a:lnTo>
                        <a:pt x="0" y="278077"/>
                      </a:lnTo>
                      <a:cubicBezTo>
                        <a:pt x="0" y="264124"/>
                        <a:pt x="11302" y="252749"/>
                        <a:pt x="25275" y="252749"/>
                      </a:cubicBezTo>
                      <a:lnTo>
                        <a:pt x="379753" y="252749"/>
                      </a:lnTo>
                      <a:lnTo>
                        <a:pt x="379753" y="176942"/>
                      </a:lnTo>
                      <a:cubicBezTo>
                        <a:pt x="379753" y="107267"/>
                        <a:pt x="322972" y="50568"/>
                        <a:pt x="253109" y="50568"/>
                      </a:cubicBezTo>
                      <a:cubicBezTo>
                        <a:pt x="183335" y="50568"/>
                        <a:pt x="126554" y="107267"/>
                        <a:pt x="126554" y="176942"/>
                      </a:cubicBezTo>
                      <a:cubicBezTo>
                        <a:pt x="126554" y="190895"/>
                        <a:pt x="115252" y="202270"/>
                        <a:pt x="101279" y="202270"/>
                      </a:cubicBezTo>
                      <a:cubicBezTo>
                        <a:pt x="87306" y="202270"/>
                        <a:pt x="75915" y="190895"/>
                        <a:pt x="75915" y="176942"/>
                      </a:cubicBezTo>
                      <a:cubicBezTo>
                        <a:pt x="75915" y="79362"/>
                        <a:pt x="155389" y="0"/>
                        <a:pt x="253109" y="0"/>
                      </a:cubicBezTo>
                      <a:close/>
                    </a:path>
                  </a:pathLst>
                </a:custGeom>
                <a:solidFill>
                  <a:sysClr val="window" lastClr="FFFFFF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effectLst/>
                    <a:uLnTx/>
                    <a:uFillTx/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+mn-cs"/>
                    <a:sym typeface="思源黑体 CN Regular" panose="020B0500000000000000" pitchFamily="34" charset="-122"/>
                  </a:endParaRPr>
                </a:p>
              </p:txBody>
            </p:sp>
          </p:grp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E9D96A77-2050-1E6B-E9FE-0E57D0290CF1}"/>
                  </a:ext>
                </a:extLst>
              </p:cNvPr>
              <p:cNvSpPr txBox="1"/>
              <p:nvPr/>
            </p:nvSpPr>
            <p:spPr>
              <a:xfrm>
                <a:off x="7118260" y="4585345"/>
                <a:ext cx="4686067" cy="1162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  <a:sym typeface="思源宋体 CN" panose="02020400000000000000" pitchFamily="18" charset="-122"/>
                  </a:rPr>
                  <a:t>添加标题</a:t>
                </a:r>
                <a:endParaRPr kumimoji="0" lang="en-US" altLang="zh-CN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  <a:sym typeface="+mn-lt"/>
                  </a:rPr>
                  <a:t>请您单击此处添加合适文字加以解释说明，可根据自己的需要调整文字大小或者颜色等属性。</a:t>
                </a:r>
                <a:endPara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+mn-lt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5179089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4201-6AC4-8237-7EA2-ADC4659D1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6461B4E-C6CE-16D9-5CF2-352AE9B03625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0F7E213E-F3CA-329D-3D54-CD7999C78140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02123403-BA10-D960-DB0A-E22BAAF23B6C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研究方法与过程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121003F9-2851-E2A1-29C7-0EADD4FAFBAD}"/>
              </a:ext>
            </a:extLst>
          </p:cNvPr>
          <p:cNvGrpSpPr/>
          <p:nvPr/>
        </p:nvGrpSpPr>
        <p:grpSpPr>
          <a:xfrm>
            <a:off x="8524716" y="1565643"/>
            <a:ext cx="2309813" cy="2089149"/>
            <a:chOff x="8524716" y="1613769"/>
            <a:chExt cx="2309813" cy="2089149"/>
          </a:xfrm>
        </p:grpSpPr>
        <p:sp>
          <p:nvSpPr>
            <p:cNvPr id="6" name="Freeform 1231">
              <a:extLst>
                <a:ext uri="{FF2B5EF4-FFF2-40B4-BE49-F238E27FC236}">
                  <a16:creationId xmlns:a16="http://schemas.microsoft.com/office/drawing/2014/main" id="{FB3B36AD-885E-4F23-3D27-423740A0F7DF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8524716" y="2115418"/>
              <a:ext cx="2309813" cy="1587500"/>
            </a:xfrm>
            <a:custGeom>
              <a:avLst/>
              <a:gdLst>
                <a:gd name="T0" fmla="*/ 511 w 728"/>
                <a:gd name="T1" fmla="*/ 423 h 500"/>
                <a:gd name="T2" fmla="*/ 537 w 728"/>
                <a:gd name="T3" fmla="*/ 500 h 500"/>
                <a:gd name="T4" fmla="*/ 702 w 728"/>
                <a:gd name="T5" fmla="*/ 214 h 500"/>
                <a:gd name="T6" fmla="*/ 702 w 728"/>
                <a:gd name="T7" fmla="*/ 71 h 500"/>
                <a:gd name="T8" fmla="*/ 579 w 728"/>
                <a:gd name="T9" fmla="*/ 0 h 500"/>
                <a:gd name="T10" fmla="*/ 148 w 728"/>
                <a:gd name="T11" fmla="*/ 0 h 500"/>
                <a:gd name="T12" fmla="*/ 24 w 728"/>
                <a:gd name="T13" fmla="*/ 71 h 500"/>
                <a:gd name="T14" fmla="*/ 12 w 728"/>
                <a:gd name="T15" fmla="*/ 187 h 500"/>
                <a:gd name="T16" fmla="*/ 12 w 728"/>
                <a:gd name="T17" fmla="*/ 187 h 500"/>
                <a:gd name="T18" fmla="*/ 13 w 728"/>
                <a:gd name="T19" fmla="*/ 188 h 500"/>
                <a:gd name="T20" fmla="*/ 14 w 728"/>
                <a:gd name="T21" fmla="*/ 190 h 500"/>
                <a:gd name="T22" fmla="*/ 15 w 728"/>
                <a:gd name="T23" fmla="*/ 191 h 500"/>
                <a:gd name="T24" fmla="*/ 283 w 728"/>
                <a:gd name="T25" fmla="*/ 295 h 500"/>
                <a:gd name="T26" fmla="*/ 304 w 728"/>
                <a:gd name="T27" fmla="*/ 299 h 500"/>
                <a:gd name="T28" fmla="*/ 511 w 728"/>
                <a:gd name="T29" fmla="*/ 423 h 5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728" h="500">
                  <a:moveTo>
                    <a:pt x="511" y="423"/>
                  </a:moveTo>
                  <a:cubicBezTo>
                    <a:pt x="526" y="446"/>
                    <a:pt x="535" y="472"/>
                    <a:pt x="537" y="500"/>
                  </a:cubicBezTo>
                  <a:cubicBezTo>
                    <a:pt x="702" y="214"/>
                    <a:pt x="702" y="214"/>
                    <a:pt x="702" y="214"/>
                  </a:cubicBezTo>
                  <a:cubicBezTo>
                    <a:pt x="728" y="170"/>
                    <a:pt x="728" y="115"/>
                    <a:pt x="702" y="71"/>
                  </a:cubicBezTo>
                  <a:cubicBezTo>
                    <a:pt x="677" y="27"/>
                    <a:pt x="630" y="0"/>
                    <a:pt x="579" y="0"/>
                  </a:cubicBezTo>
                  <a:cubicBezTo>
                    <a:pt x="148" y="0"/>
                    <a:pt x="148" y="0"/>
                    <a:pt x="148" y="0"/>
                  </a:cubicBezTo>
                  <a:cubicBezTo>
                    <a:pt x="97" y="0"/>
                    <a:pt x="50" y="27"/>
                    <a:pt x="24" y="71"/>
                  </a:cubicBezTo>
                  <a:cubicBezTo>
                    <a:pt x="4" y="106"/>
                    <a:pt x="0" y="149"/>
                    <a:pt x="12" y="187"/>
                  </a:cubicBezTo>
                  <a:cubicBezTo>
                    <a:pt x="12" y="187"/>
                    <a:pt x="12" y="187"/>
                    <a:pt x="12" y="187"/>
                  </a:cubicBezTo>
                  <a:cubicBezTo>
                    <a:pt x="13" y="188"/>
                    <a:pt x="13" y="188"/>
                    <a:pt x="13" y="188"/>
                  </a:cubicBezTo>
                  <a:cubicBezTo>
                    <a:pt x="13" y="189"/>
                    <a:pt x="14" y="190"/>
                    <a:pt x="14" y="190"/>
                  </a:cubicBezTo>
                  <a:cubicBezTo>
                    <a:pt x="15" y="191"/>
                    <a:pt x="15" y="191"/>
                    <a:pt x="15" y="191"/>
                  </a:cubicBezTo>
                  <a:cubicBezTo>
                    <a:pt x="54" y="258"/>
                    <a:pt x="155" y="275"/>
                    <a:pt x="283" y="295"/>
                  </a:cubicBezTo>
                  <a:cubicBezTo>
                    <a:pt x="304" y="299"/>
                    <a:pt x="304" y="299"/>
                    <a:pt x="304" y="299"/>
                  </a:cubicBezTo>
                  <a:cubicBezTo>
                    <a:pt x="449" y="323"/>
                    <a:pt x="506" y="415"/>
                    <a:pt x="511" y="423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7" name="Freeform 1232">
              <a:extLst>
                <a:ext uri="{FF2B5EF4-FFF2-40B4-BE49-F238E27FC236}">
                  <a16:creationId xmlns:a16="http://schemas.microsoft.com/office/drawing/2014/main" id="{9F2C61FA-9FD7-49C2-C621-CF2C8C053CD6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9229565" y="1613769"/>
              <a:ext cx="1423988" cy="1228725"/>
            </a:xfrm>
            <a:custGeom>
              <a:avLst/>
              <a:gdLst>
                <a:gd name="T0" fmla="*/ 0 w 449"/>
                <a:gd name="T1" fmla="*/ 0 h 387"/>
                <a:gd name="T2" fmla="*/ 183 w 449"/>
                <a:gd name="T3" fmla="*/ 316 h 387"/>
                <a:gd name="T4" fmla="*/ 306 w 449"/>
                <a:gd name="T5" fmla="*/ 387 h 387"/>
                <a:gd name="T6" fmla="*/ 430 w 449"/>
                <a:gd name="T7" fmla="*/ 316 h 387"/>
                <a:gd name="T8" fmla="*/ 432 w 449"/>
                <a:gd name="T9" fmla="*/ 313 h 387"/>
                <a:gd name="T10" fmla="*/ 449 w 449"/>
                <a:gd name="T11" fmla="*/ 245 h 387"/>
                <a:gd name="T12" fmla="*/ 427 w 449"/>
                <a:gd name="T13" fmla="*/ 169 h 387"/>
                <a:gd name="T14" fmla="*/ 426 w 449"/>
                <a:gd name="T15" fmla="*/ 168 h 387"/>
                <a:gd name="T16" fmla="*/ 242 w 449"/>
                <a:gd name="T17" fmla="*/ 59 h 387"/>
                <a:gd name="T18" fmla="*/ 221 w 449"/>
                <a:gd name="T19" fmla="*/ 56 h 387"/>
                <a:gd name="T20" fmla="*/ 0 w 449"/>
                <a:gd name="T21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49" h="387">
                  <a:moveTo>
                    <a:pt x="0" y="0"/>
                  </a:moveTo>
                  <a:cubicBezTo>
                    <a:pt x="183" y="316"/>
                    <a:pt x="183" y="316"/>
                    <a:pt x="183" y="316"/>
                  </a:cubicBezTo>
                  <a:cubicBezTo>
                    <a:pt x="208" y="360"/>
                    <a:pt x="256" y="387"/>
                    <a:pt x="306" y="387"/>
                  </a:cubicBezTo>
                  <a:cubicBezTo>
                    <a:pt x="357" y="387"/>
                    <a:pt x="404" y="360"/>
                    <a:pt x="430" y="316"/>
                  </a:cubicBezTo>
                  <a:cubicBezTo>
                    <a:pt x="432" y="313"/>
                    <a:pt x="432" y="313"/>
                    <a:pt x="432" y="313"/>
                  </a:cubicBezTo>
                  <a:cubicBezTo>
                    <a:pt x="443" y="292"/>
                    <a:pt x="449" y="269"/>
                    <a:pt x="449" y="245"/>
                  </a:cubicBezTo>
                  <a:cubicBezTo>
                    <a:pt x="449" y="218"/>
                    <a:pt x="441" y="191"/>
                    <a:pt x="427" y="169"/>
                  </a:cubicBezTo>
                  <a:cubicBezTo>
                    <a:pt x="426" y="168"/>
                    <a:pt x="426" y="168"/>
                    <a:pt x="426" y="168"/>
                  </a:cubicBezTo>
                  <a:cubicBezTo>
                    <a:pt x="426" y="167"/>
                    <a:pt x="374" y="81"/>
                    <a:pt x="242" y="59"/>
                  </a:cubicBezTo>
                  <a:cubicBezTo>
                    <a:pt x="221" y="56"/>
                    <a:pt x="221" y="56"/>
                    <a:pt x="221" y="56"/>
                  </a:cubicBezTo>
                  <a:cubicBezTo>
                    <a:pt x="135" y="42"/>
                    <a:pt x="57" y="29"/>
                    <a:pt x="0" y="0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8" name="Shape 2577">
              <a:extLst>
                <a:ext uri="{FF2B5EF4-FFF2-40B4-BE49-F238E27FC236}">
                  <a16:creationId xmlns:a16="http://schemas.microsoft.com/office/drawing/2014/main" id="{F6345DE4-03C3-E378-5E3C-F0D4D1C27997}"/>
                </a:ext>
              </a:extLst>
            </p:cNvPr>
            <p:cNvSpPr/>
            <p:nvPr/>
          </p:nvSpPr>
          <p:spPr>
            <a:xfrm>
              <a:off x="9463877" y="2998910"/>
              <a:ext cx="431490" cy="4746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520" y="4979"/>
                  </a:moveTo>
                  <a:lnTo>
                    <a:pt x="7560" y="6792"/>
                  </a:lnTo>
                  <a:lnTo>
                    <a:pt x="7560" y="2876"/>
                  </a:lnTo>
                  <a:lnTo>
                    <a:pt x="20520" y="1063"/>
                  </a:lnTo>
                  <a:cubicBezTo>
                    <a:pt x="20520" y="1063"/>
                    <a:pt x="20520" y="4979"/>
                    <a:pt x="20520" y="4979"/>
                  </a:cubicBezTo>
                  <a:close/>
                  <a:moveTo>
                    <a:pt x="18900" y="17673"/>
                  </a:moveTo>
                  <a:lnTo>
                    <a:pt x="16740" y="17673"/>
                  </a:lnTo>
                  <a:cubicBezTo>
                    <a:pt x="15845" y="17673"/>
                    <a:pt x="15120" y="17014"/>
                    <a:pt x="15120" y="16200"/>
                  </a:cubicBezTo>
                  <a:cubicBezTo>
                    <a:pt x="15120" y="15387"/>
                    <a:pt x="15845" y="14727"/>
                    <a:pt x="16740" y="14727"/>
                  </a:cubicBezTo>
                  <a:lnTo>
                    <a:pt x="18900" y="14727"/>
                  </a:lnTo>
                  <a:cubicBezTo>
                    <a:pt x="19795" y="14727"/>
                    <a:pt x="20520" y="15387"/>
                    <a:pt x="20520" y="16200"/>
                  </a:cubicBezTo>
                  <a:cubicBezTo>
                    <a:pt x="20520" y="17014"/>
                    <a:pt x="19795" y="17673"/>
                    <a:pt x="18900" y="17673"/>
                  </a:cubicBezTo>
                  <a:moveTo>
                    <a:pt x="4860" y="20618"/>
                  </a:moveTo>
                  <a:lnTo>
                    <a:pt x="2700" y="20618"/>
                  </a:lnTo>
                  <a:cubicBezTo>
                    <a:pt x="1805" y="20618"/>
                    <a:pt x="1080" y="19959"/>
                    <a:pt x="1080" y="19146"/>
                  </a:cubicBezTo>
                  <a:cubicBezTo>
                    <a:pt x="1080" y="18332"/>
                    <a:pt x="1805" y="17673"/>
                    <a:pt x="2700" y="17673"/>
                  </a:cubicBezTo>
                  <a:lnTo>
                    <a:pt x="4860" y="17673"/>
                  </a:lnTo>
                  <a:cubicBezTo>
                    <a:pt x="5755" y="17673"/>
                    <a:pt x="6480" y="18332"/>
                    <a:pt x="6480" y="19146"/>
                  </a:cubicBezTo>
                  <a:cubicBezTo>
                    <a:pt x="6480" y="19959"/>
                    <a:pt x="5755" y="20618"/>
                    <a:pt x="4860" y="20618"/>
                  </a:cubicBezTo>
                  <a:moveTo>
                    <a:pt x="21060" y="0"/>
                  </a:moveTo>
                  <a:cubicBezTo>
                    <a:pt x="21031" y="0"/>
                    <a:pt x="21006" y="11"/>
                    <a:pt x="20980" y="15"/>
                  </a:cubicBezTo>
                  <a:lnTo>
                    <a:pt x="20978" y="6"/>
                  </a:lnTo>
                  <a:lnTo>
                    <a:pt x="6938" y="1969"/>
                  </a:lnTo>
                  <a:lnTo>
                    <a:pt x="6940" y="1979"/>
                  </a:lnTo>
                  <a:cubicBezTo>
                    <a:pt x="6681" y="2016"/>
                    <a:pt x="6480" y="2210"/>
                    <a:pt x="6480" y="2455"/>
                  </a:cubicBezTo>
                  <a:lnTo>
                    <a:pt x="6480" y="17193"/>
                  </a:lnTo>
                  <a:cubicBezTo>
                    <a:pt x="6028" y="16882"/>
                    <a:pt x="5471" y="16691"/>
                    <a:pt x="4860" y="16691"/>
                  </a:cubicBezTo>
                  <a:lnTo>
                    <a:pt x="2700" y="16691"/>
                  </a:lnTo>
                  <a:cubicBezTo>
                    <a:pt x="1209" y="16691"/>
                    <a:pt x="0" y="17790"/>
                    <a:pt x="0" y="19146"/>
                  </a:cubicBezTo>
                  <a:cubicBezTo>
                    <a:pt x="0" y="20501"/>
                    <a:pt x="1209" y="21600"/>
                    <a:pt x="2700" y="21600"/>
                  </a:cubicBezTo>
                  <a:lnTo>
                    <a:pt x="4860" y="21600"/>
                  </a:lnTo>
                  <a:cubicBezTo>
                    <a:pt x="6352" y="21600"/>
                    <a:pt x="7560" y="20501"/>
                    <a:pt x="7560" y="19146"/>
                  </a:cubicBezTo>
                  <a:lnTo>
                    <a:pt x="7560" y="7785"/>
                  </a:lnTo>
                  <a:lnTo>
                    <a:pt x="20520" y="5972"/>
                  </a:lnTo>
                  <a:lnTo>
                    <a:pt x="20520" y="14248"/>
                  </a:lnTo>
                  <a:cubicBezTo>
                    <a:pt x="20068" y="13937"/>
                    <a:pt x="19511" y="13745"/>
                    <a:pt x="18900" y="13745"/>
                  </a:cubicBezTo>
                  <a:lnTo>
                    <a:pt x="16740" y="13745"/>
                  </a:lnTo>
                  <a:cubicBezTo>
                    <a:pt x="15249" y="13745"/>
                    <a:pt x="14040" y="14845"/>
                    <a:pt x="14040" y="16200"/>
                  </a:cubicBezTo>
                  <a:cubicBezTo>
                    <a:pt x="14040" y="17556"/>
                    <a:pt x="15249" y="18655"/>
                    <a:pt x="16740" y="18655"/>
                  </a:cubicBezTo>
                  <a:lnTo>
                    <a:pt x="18900" y="18655"/>
                  </a:lnTo>
                  <a:cubicBezTo>
                    <a:pt x="20392" y="18655"/>
                    <a:pt x="21600" y="17556"/>
                    <a:pt x="21600" y="16200"/>
                  </a:cubicBezTo>
                  <a:lnTo>
                    <a:pt x="21600" y="491"/>
                  </a:lnTo>
                  <a:cubicBezTo>
                    <a:pt x="21600" y="220"/>
                    <a:pt x="21358" y="0"/>
                    <a:pt x="21060" y="0"/>
                  </a:cubicBezTo>
                </a:path>
              </a:pathLst>
            </a:custGeom>
            <a:solidFill>
              <a:sysClr val="window" lastClr="FFFFFF"/>
            </a:solidFill>
            <a:ln w="12700">
              <a:miter lim="400000"/>
            </a:ln>
          </p:spPr>
          <p:txBody>
            <a:bodyPr lIns="19045" tIns="19045" rIns="19045" bIns="19045" anchor="ctr"/>
            <a:lstStyle/>
            <a:p>
              <a:pPr marL="0" marR="0" lvl="0" indent="0" defTabSz="22853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Gill Sans"/>
                <a:sym typeface="Gill Sans"/>
              </a:endParaRP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DA54903F-FF57-E665-F459-2CD85DBB3218}"/>
              </a:ext>
            </a:extLst>
          </p:cNvPr>
          <p:cNvGrpSpPr/>
          <p:nvPr/>
        </p:nvGrpSpPr>
        <p:grpSpPr>
          <a:xfrm>
            <a:off x="4941093" y="1565643"/>
            <a:ext cx="2309813" cy="2089149"/>
            <a:chOff x="4941093" y="1613769"/>
            <a:chExt cx="2309813" cy="2089149"/>
          </a:xfrm>
        </p:grpSpPr>
        <p:sp>
          <p:nvSpPr>
            <p:cNvPr id="10" name="Freeform 1231">
              <a:extLst>
                <a:ext uri="{FF2B5EF4-FFF2-40B4-BE49-F238E27FC236}">
                  <a16:creationId xmlns:a16="http://schemas.microsoft.com/office/drawing/2014/main" id="{09F2A075-F5B3-EBCF-7F42-0FCAF4B52F2D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4941093" y="2115418"/>
              <a:ext cx="2309813" cy="1587500"/>
            </a:xfrm>
            <a:custGeom>
              <a:avLst/>
              <a:gdLst>
                <a:gd name="T0" fmla="*/ 511 w 728"/>
                <a:gd name="T1" fmla="*/ 423 h 500"/>
                <a:gd name="T2" fmla="*/ 537 w 728"/>
                <a:gd name="T3" fmla="*/ 500 h 500"/>
                <a:gd name="T4" fmla="*/ 702 w 728"/>
                <a:gd name="T5" fmla="*/ 214 h 500"/>
                <a:gd name="T6" fmla="*/ 702 w 728"/>
                <a:gd name="T7" fmla="*/ 71 h 500"/>
                <a:gd name="T8" fmla="*/ 579 w 728"/>
                <a:gd name="T9" fmla="*/ 0 h 500"/>
                <a:gd name="T10" fmla="*/ 148 w 728"/>
                <a:gd name="T11" fmla="*/ 0 h 500"/>
                <a:gd name="T12" fmla="*/ 24 w 728"/>
                <a:gd name="T13" fmla="*/ 71 h 500"/>
                <a:gd name="T14" fmla="*/ 12 w 728"/>
                <a:gd name="T15" fmla="*/ 187 h 500"/>
                <a:gd name="T16" fmla="*/ 12 w 728"/>
                <a:gd name="T17" fmla="*/ 187 h 500"/>
                <a:gd name="T18" fmla="*/ 13 w 728"/>
                <a:gd name="T19" fmla="*/ 188 h 500"/>
                <a:gd name="T20" fmla="*/ 14 w 728"/>
                <a:gd name="T21" fmla="*/ 190 h 500"/>
                <a:gd name="T22" fmla="*/ 15 w 728"/>
                <a:gd name="T23" fmla="*/ 191 h 500"/>
                <a:gd name="T24" fmla="*/ 283 w 728"/>
                <a:gd name="T25" fmla="*/ 295 h 500"/>
                <a:gd name="T26" fmla="*/ 304 w 728"/>
                <a:gd name="T27" fmla="*/ 299 h 500"/>
                <a:gd name="T28" fmla="*/ 511 w 728"/>
                <a:gd name="T29" fmla="*/ 423 h 5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728" h="500">
                  <a:moveTo>
                    <a:pt x="511" y="423"/>
                  </a:moveTo>
                  <a:cubicBezTo>
                    <a:pt x="526" y="446"/>
                    <a:pt x="535" y="472"/>
                    <a:pt x="537" y="500"/>
                  </a:cubicBezTo>
                  <a:cubicBezTo>
                    <a:pt x="702" y="214"/>
                    <a:pt x="702" y="214"/>
                    <a:pt x="702" y="214"/>
                  </a:cubicBezTo>
                  <a:cubicBezTo>
                    <a:pt x="728" y="170"/>
                    <a:pt x="728" y="115"/>
                    <a:pt x="702" y="71"/>
                  </a:cubicBezTo>
                  <a:cubicBezTo>
                    <a:pt x="677" y="27"/>
                    <a:pt x="630" y="0"/>
                    <a:pt x="579" y="0"/>
                  </a:cubicBezTo>
                  <a:cubicBezTo>
                    <a:pt x="148" y="0"/>
                    <a:pt x="148" y="0"/>
                    <a:pt x="148" y="0"/>
                  </a:cubicBezTo>
                  <a:cubicBezTo>
                    <a:pt x="97" y="0"/>
                    <a:pt x="50" y="27"/>
                    <a:pt x="24" y="71"/>
                  </a:cubicBezTo>
                  <a:cubicBezTo>
                    <a:pt x="4" y="106"/>
                    <a:pt x="0" y="149"/>
                    <a:pt x="12" y="187"/>
                  </a:cubicBezTo>
                  <a:cubicBezTo>
                    <a:pt x="12" y="187"/>
                    <a:pt x="12" y="187"/>
                    <a:pt x="12" y="187"/>
                  </a:cubicBezTo>
                  <a:cubicBezTo>
                    <a:pt x="13" y="188"/>
                    <a:pt x="13" y="188"/>
                    <a:pt x="13" y="188"/>
                  </a:cubicBezTo>
                  <a:cubicBezTo>
                    <a:pt x="13" y="189"/>
                    <a:pt x="14" y="190"/>
                    <a:pt x="14" y="190"/>
                  </a:cubicBezTo>
                  <a:cubicBezTo>
                    <a:pt x="15" y="191"/>
                    <a:pt x="15" y="191"/>
                    <a:pt x="15" y="191"/>
                  </a:cubicBezTo>
                  <a:cubicBezTo>
                    <a:pt x="54" y="258"/>
                    <a:pt x="155" y="275"/>
                    <a:pt x="283" y="295"/>
                  </a:cubicBezTo>
                  <a:cubicBezTo>
                    <a:pt x="304" y="299"/>
                    <a:pt x="304" y="299"/>
                    <a:pt x="304" y="299"/>
                  </a:cubicBezTo>
                  <a:cubicBezTo>
                    <a:pt x="449" y="323"/>
                    <a:pt x="506" y="415"/>
                    <a:pt x="511" y="423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11" name="Freeform 1232">
              <a:extLst>
                <a:ext uri="{FF2B5EF4-FFF2-40B4-BE49-F238E27FC236}">
                  <a16:creationId xmlns:a16="http://schemas.microsoft.com/office/drawing/2014/main" id="{903CB201-55D7-A65B-C905-12E3E9927F18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645942" y="1613769"/>
              <a:ext cx="1423988" cy="1228725"/>
            </a:xfrm>
            <a:custGeom>
              <a:avLst/>
              <a:gdLst>
                <a:gd name="T0" fmla="*/ 0 w 449"/>
                <a:gd name="T1" fmla="*/ 0 h 387"/>
                <a:gd name="T2" fmla="*/ 183 w 449"/>
                <a:gd name="T3" fmla="*/ 316 h 387"/>
                <a:gd name="T4" fmla="*/ 306 w 449"/>
                <a:gd name="T5" fmla="*/ 387 h 387"/>
                <a:gd name="T6" fmla="*/ 430 w 449"/>
                <a:gd name="T7" fmla="*/ 316 h 387"/>
                <a:gd name="T8" fmla="*/ 432 w 449"/>
                <a:gd name="T9" fmla="*/ 313 h 387"/>
                <a:gd name="T10" fmla="*/ 449 w 449"/>
                <a:gd name="T11" fmla="*/ 245 h 387"/>
                <a:gd name="T12" fmla="*/ 427 w 449"/>
                <a:gd name="T13" fmla="*/ 169 h 387"/>
                <a:gd name="T14" fmla="*/ 426 w 449"/>
                <a:gd name="T15" fmla="*/ 168 h 387"/>
                <a:gd name="T16" fmla="*/ 242 w 449"/>
                <a:gd name="T17" fmla="*/ 59 h 387"/>
                <a:gd name="T18" fmla="*/ 221 w 449"/>
                <a:gd name="T19" fmla="*/ 56 h 387"/>
                <a:gd name="T20" fmla="*/ 0 w 449"/>
                <a:gd name="T21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49" h="387">
                  <a:moveTo>
                    <a:pt x="0" y="0"/>
                  </a:moveTo>
                  <a:cubicBezTo>
                    <a:pt x="183" y="316"/>
                    <a:pt x="183" y="316"/>
                    <a:pt x="183" y="316"/>
                  </a:cubicBezTo>
                  <a:cubicBezTo>
                    <a:pt x="208" y="360"/>
                    <a:pt x="256" y="387"/>
                    <a:pt x="306" y="387"/>
                  </a:cubicBezTo>
                  <a:cubicBezTo>
                    <a:pt x="357" y="387"/>
                    <a:pt x="404" y="360"/>
                    <a:pt x="430" y="316"/>
                  </a:cubicBezTo>
                  <a:cubicBezTo>
                    <a:pt x="432" y="313"/>
                    <a:pt x="432" y="313"/>
                    <a:pt x="432" y="313"/>
                  </a:cubicBezTo>
                  <a:cubicBezTo>
                    <a:pt x="443" y="292"/>
                    <a:pt x="449" y="269"/>
                    <a:pt x="449" y="245"/>
                  </a:cubicBezTo>
                  <a:cubicBezTo>
                    <a:pt x="449" y="218"/>
                    <a:pt x="441" y="191"/>
                    <a:pt x="427" y="169"/>
                  </a:cubicBezTo>
                  <a:cubicBezTo>
                    <a:pt x="426" y="168"/>
                    <a:pt x="426" y="168"/>
                    <a:pt x="426" y="168"/>
                  </a:cubicBezTo>
                  <a:cubicBezTo>
                    <a:pt x="426" y="167"/>
                    <a:pt x="374" y="81"/>
                    <a:pt x="242" y="59"/>
                  </a:cubicBezTo>
                  <a:cubicBezTo>
                    <a:pt x="221" y="56"/>
                    <a:pt x="221" y="56"/>
                    <a:pt x="221" y="56"/>
                  </a:cubicBezTo>
                  <a:cubicBezTo>
                    <a:pt x="135" y="42"/>
                    <a:pt x="57" y="29"/>
                    <a:pt x="0" y="0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12" name="Shape 2557">
              <a:extLst>
                <a:ext uri="{FF2B5EF4-FFF2-40B4-BE49-F238E27FC236}">
                  <a16:creationId xmlns:a16="http://schemas.microsoft.com/office/drawing/2014/main" id="{4357AFC9-929A-3D11-20DC-E1B97F6A3ADB}"/>
                </a:ext>
              </a:extLst>
            </p:cNvPr>
            <p:cNvSpPr/>
            <p:nvPr/>
          </p:nvSpPr>
          <p:spPr>
            <a:xfrm>
              <a:off x="5858679" y="3002490"/>
              <a:ext cx="474639" cy="4746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991" y="6559"/>
                  </a:moveTo>
                  <a:cubicBezTo>
                    <a:pt x="12727" y="6341"/>
                    <a:pt x="12420" y="6172"/>
                    <a:pt x="12078" y="6058"/>
                  </a:cubicBezTo>
                  <a:cubicBezTo>
                    <a:pt x="11737" y="5946"/>
                    <a:pt x="11367" y="5889"/>
                    <a:pt x="10978" y="5889"/>
                  </a:cubicBezTo>
                  <a:cubicBezTo>
                    <a:pt x="10477" y="5889"/>
                    <a:pt x="10025" y="5967"/>
                    <a:pt x="9633" y="6120"/>
                  </a:cubicBezTo>
                  <a:cubicBezTo>
                    <a:pt x="9239" y="6275"/>
                    <a:pt x="8900" y="6494"/>
                    <a:pt x="8623" y="6771"/>
                  </a:cubicBezTo>
                  <a:cubicBezTo>
                    <a:pt x="8346" y="7049"/>
                    <a:pt x="8133" y="7392"/>
                    <a:pt x="7992" y="7788"/>
                  </a:cubicBezTo>
                  <a:cubicBezTo>
                    <a:pt x="7853" y="8180"/>
                    <a:pt x="7782" y="8620"/>
                    <a:pt x="7782" y="9096"/>
                  </a:cubicBezTo>
                  <a:lnTo>
                    <a:pt x="7782" y="9217"/>
                  </a:lnTo>
                  <a:lnTo>
                    <a:pt x="8880" y="9217"/>
                  </a:lnTo>
                  <a:lnTo>
                    <a:pt x="8877" y="9093"/>
                  </a:lnTo>
                  <a:cubicBezTo>
                    <a:pt x="8868" y="8767"/>
                    <a:pt x="8908" y="8461"/>
                    <a:pt x="8993" y="8187"/>
                  </a:cubicBezTo>
                  <a:cubicBezTo>
                    <a:pt x="9079" y="7914"/>
                    <a:pt x="9207" y="7675"/>
                    <a:pt x="9377" y="7473"/>
                  </a:cubicBezTo>
                  <a:cubicBezTo>
                    <a:pt x="9545" y="7274"/>
                    <a:pt x="9762" y="7115"/>
                    <a:pt x="10024" y="7000"/>
                  </a:cubicBezTo>
                  <a:cubicBezTo>
                    <a:pt x="10287" y="6884"/>
                    <a:pt x="10594" y="6827"/>
                    <a:pt x="10937" y="6827"/>
                  </a:cubicBezTo>
                  <a:cubicBezTo>
                    <a:pt x="11182" y="6827"/>
                    <a:pt x="11418" y="6868"/>
                    <a:pt x="11639" y="6950"/>
                  </a:cubicBezTo>
                  <a:cubicBezTo>
                    <a:pt x="11858" y="7032"/>
                    <a:pt x="12053" y="7146"/>
                    <a:pt x="12218" y="7289"/>
                  </a:cubicBezTo>
                  <a:cubicBezTo>
                    <a:pt x="12381" y="7431"/>
                    <a:pt x="12512" y="7605"/>
                    <a:pt x="12609" y="7808"/>
                  </a:cubicBezTo>
                  <a:cubicBezTo>
                    <a:pt x="12704" y="8011"/>
                    <a:pt x="12752" y="8236"/>
                    <a:pt x="12752" y="8478"/>
                  </a:cubicBezTo>
                  <a:cubicBezTo>
                    <a:pt x="12752" y="8797"/>
                    <a:pt x="12674" y="9089"/>
                    <a:pt x="12519" y="9350"/>
                  </a:cubicBezTo>
                  <a:cubicBezTo>
                    <a:pt x="12359" y="9618"/>
                    <a:pt x="12154" y="9865"/>
                    <a:pt x="11913" y="10082"/>
                  </a:cubicBezTo>
                  <a:cubicBezTo>
                    <a:pt x="11624" y="10337"/>
                    <a:pt x="11374" y="10568"/>
                    <a:pt x="11170" y="10771"/>
                  </a:cubicBezTo>
                  <a:cubicBezTo>
                    <a:pt x="10959" y="10979"/>
                    <a:pt x="10789" y="11200"/>
                    <a:pt x="10662" y="11428"/>
                  </a:cubicBezTo>
                  <a:cubicBezTo>
                    <a:pt x="10534" y="11657"/>
                    <a:pt x="10441" y="11916"/>
                    <a:pt x="10385" y="12199"/>
                  </a:cubicBezTo>
                  <a:cubicBezTo>
                    <a:pt x="10329" y="12478"/>
                    <a:pt x="10305" y="12827"/>
                    <a:pt x="10315" y="13237"/>
                  </a:cubicBezTo>
                  <a:lnTo>
                    <a:pt x="10318" y="13355"/>
                  </a:lnTo>
                  <a:lnTo>
                    <a:pt x="11407" y="13355"/>
                  </a:lnTo>
                  <a:lnTo>
                    <a:pt x="11410" y="13237"/>
                  </a:lnTo>
                  <a:cubicBezTo>
                    <a:pt x="11418" y="12838"/>
                    <a:pt x="11436" y="12531"/>
                    <a:pt x="11463" y="12322"/>
                  </a:cubicBezTo>
                  <a:cubicBezTo>
                    <a:pt x="11488" y="12125"/>
                    <a:pt x="11538" y="11956"/>
                    <a:pt x="11611" y="11821"/>
                  </a:cubicBezTo>
                  <a:cubicBezTo>
                    <a:pt x="11687" y="11684"/>
                    <a:pt x="11803" y="11541"/>
                    <a:pt x="11959" y="11399"/>
                  </a:cubicBezTo>
                  <a:cubicBezTo>
                    <a:pt x="12127" y="11245"/>
                    <a:pt x="12351" y="11031"/>
                    <a:pt x="12630" y="10762"/>
                  </a:cubicBezTo>
                  <a:cubicBezTo>
                    <a:pt x="12979" y="10441"/>
                    <a:pt x="13270" y="10102"/>
                    <a:pt x="13495" y="9753"/>
                  </a:cubicBezTo>
                  <a:cubicBezTo>
                    <a:pt x="13729" y="9393"/>
                    <a:pt x="13847" y="8952"/>
                    <a:pt x="13847" y="8439"/>
                  </a:cubicBezTo>
                  <a:cubicBezTo>
                    <a:pt x="13847" y="8038"/>
                    <a:pt x="13770" y="7675"/>
                    <a:pt x="13618" y="7362"/>
                  </a:cubicBezTo>
                  <a:cubicBezTo>
                    <a:pt x="13467" y="7050"/>
                    <a:pt x="13256" y="6780"/>
                    <a:pt x="12991" y="6559"/>
                  </a:cubicBezTo>
                  <a:moveTo>
                    <a:pt x="10179" y="15706"/>
                  </a:moveTo>
                  <a:lnTo>
                    <a:pt x="11558" y="15706"/>
                  </a:lnTo>
                  <a:lnTo>
                    <a:pt x="11558" y="14072"/>
                  </a:lnTo>
                  <a:lnTo>
                    <a:pt x="10179" y="14072"/>
                  </a:lnTo>
                  <a:cubicBezTo>
                    <a:pt x="10179" y="14072"/>
                    <a:pt x="10179" y="15706"/>
                    <a:pt x="10179" y="15706"/>
                  </a:cubicBezTo>
                  <a:close/>
                  <a:moveTo>
                    <a:pt x="10800" y="20618"/>
                  </a:moveTo>
                  <a:cubicBezTo>
                    <a:pt x="5377" y="20618"/>
                    <a:pt x="982" y="16223"/>
                    <a:pt x="982" y="10800"/>
                  </a:cubicBezTo>
                  <a:cubicBezTo>
                    <a:pt x="982" y="5377"/>
                    <a:pt x="5377" y="982"/>
                    <a:pt x="10800" y="982"/>
                  </a:cubicBezTo>
                  <a:cubicBezTo>
                    <a:pt x="16223" y="982"/>
                    <a:pt x="20618" y="5377"/>
                    <a:pt x="20618" y="10800"/>
                  </a:cubicBezTo>
                  <a:cubicBezTo>
                    <a:pt x="20618" y="16223"/>
                    <a:pt x="16223" y="20618"/>
                    <a:pt x="10800" y="20618"/>
                  </a:cubicBezTo>
                  <a:moveTo>
                    <a:pt x="10800" y="0"/>
                  </a:moveTo>
                  <a:cubicBezTo>
                    <a:pt x="4835" y="0"/>
                    <a:pt x="0" y="4836"/>
                    <a:pt x="0" y="10800"/>
                  </a:cubicBezTo>
                  <a:cubicBezTo>
                    <a:pt x="0" y="16764"/>
                    <a:pt x="4835" y="21600"/>
                    <a:pt x="10800" y="21600"/>
                  </a:cubicBezTo>
                  <a:cubicBezTo>
                    <a:pt x="16764" y="21600"/>
                    <a:pt x="21600" y="16764"/>
                    <a:pt x="21600" y="10800"/>
                  </a:cubicBezTo>
                  <a:cubicBezTo>
                    <a:pt x="21600" y="4836"/>
                    <a:pt x="16764" y="0"/>
                    <a:pt x="10800" y="0"/>
                  </a:cubicBezTo>
                </a:path>
              </a:pathLst>
            </a:custGeom>
            <a:solidFill>
              <a:sysClr val="window" lastClr="FFFFFF"/>
            </a:solidFill>
            <a:ln w="12700">
              <a:miter lim="400000"/>
            </a:ln>
          </p:spPr>
          <p:txBody>
            <a:bodyPr lIns="19045" tIns="19045" rIns="19045" bIns="19045" anchor="ctr"/>
            <a:lstStyle/>
            <a:p>
              <a:pPr marL="0" marR="0" lvl="0" indent="0" defTabSz="22853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Gill Sans"/>
                <a:sym typeface="Gill Sans"/>
              </a:endParaRP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3E7FC07C-014A-2093-9C92-3A6A55C1EA83}"/>
              </a:ext>
            </a:extLst>
          </p:cNvPr>
          <p:cNvGrpSpPr/>
          <p:nvPr/>
        </p:nvGrpSpPr>
        <p:grpSpPr>
          <a:xfrm>
            <a:off x="1357470" y="1565643"/>
            <a:ext cx="2309813" cy="2089149"/>
            <a:chOff x="1357470" y="1613769"/>
            <a:chExt cx="2309813" cy="2089149"/>
          </a:xfrm>
        </p:grpSpPr>
        <p:sp>
          <p:nvSpPr>
            <p:cNvPr id="14" name="Freeform 1231">
              <a:extLst>
                <a:ext uri="{FF2B5EF4-FFF2-40B4-BE49-F238E27FC236}">
                  <a16:creationId xmlns:a16="http://schemas.microsoft.com/office/drawing/2014/main" id="{6DAA4158-BDA1-B597-63A3-03D02104953F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1357470" y="2115418"/>
              <a:ext cx="2309813" cy="1587500"/>
            </a:xfrm>
            <a:custGeom>
              <a:avLst/>
              <a:gdLst>
                <a:gd name="T0" fmla="*/ 511 w 728"/>
                <a:gd name="T1" fmla="*/ 423 h 500"/>
                <a:gd name="T2" fmla="*/ 537 w 728"/>
                <a:gd name="T3" fmla="*/ 500 h 500"/>
                <a:gd name="T4" fmla="*/ 702 w 728"/>
                <a:gd name="T5" fmla="*/ 214 h 500"/>
                <a:gd name="T6" fmla="*/ 702 w 728"/>
                <a:gd name="T7" fmla="*/ 71 h 500"/>
                <a:gd name="T8" fmla="*/ 579 w 728"/>
                <a:gd name="T9" fmla="*/ 0 h 500"/>
                <a:gd name="T10" fmla="*/ 148 w 728"/>
                <a:gd name="T11" fmla="*/ 0 h 500"/>
                <a:gd name="T12" fmla="*/ 24 w 728"/>
                <a:gd name="T13" fmla="*/ 71 h 500"/>
                <a:gd name="T14" fmla="*/ 12 w 728"/>
                <a:gd name="T15" fmla="*/ 187 h 500"/>
                <a:gd name="T16" fmla="*/ 12 w 728"/>
                <a:gd name="T17" fmla="*/ 187 h 500"/>
                <a:gd name="T18" fmla="*/ 13 w 728"/>
                <a:gd name="T19" fmla="*/ 188 h 500"/>
                <a:gd name="T20" fmla="*/ 14 w 728"/>
                <a:gd name="T21" fmla="*/ 190 h 500"/>
                <a:gd name="T22" fmla="*/ 15 w 728"/>
                <a:gd name="T23" fmla="*/ 191 h 500"/>
                <a:gd name="T24" fmla="*/ 283 w 728"/>
                <a:gd name="T25" fmla="*/ 295 h 500"/>
                <a:gd name="T26" fmla="*/ 304 w 728"/>
                <a:gd name="T27" fmla="*/ 299 h 500"/>
                <a:gd name="T28" fmla="*/ 511 w 728"/>
                <a:gd name="T29" fmla="*/ 423 h 5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728" h="500">
                  <a:moveTo>
                    <a:pt x="511" y="423"/>
                  </a:moveTo>
                  <a:cubicBezTo>
                    <a:pt x="526" y="446"/>
                    <a:pt x="535" y="472"/>
                    <a:pt x="537" y="500"/>
                  </a:cubicBezTo>
                  <a:cubicBezTo>
                    <a:pt x="702" y="214"/>
                    <a:pt x="702" y="214"/>
                    <a:pt x="702" y="214"/>
                  </a:cubicBezTo>
                  <a:cubicBezTo>
                    <a:pt x="728" y="170"/>
                    <a:pt x="728" y="115"/>
                    <a:pt x="702" y="71"/>
                  </a:cubicBezTo>
                  <a:cubicBezTo>
                    <a:pt x="677" y="27"/>
                    <a:pt x="630" y="0"/>
                    <a:pt x="579" y="0"/>
                  </a:cubicBezTo>
                  <a:cubicBezTo>
                    <a:pt x="148" y="0"/>
                    <a:pt x="148" y="0"/>
                    <a:pt x="148" y="0"/>
                  </a:cubicBezTo>
                  <a:cubicBezTo>
                    <a:pt x="97" y="0"/>
                    <a:pt x="50" y="27"/>
                    <a:pt x="24" y="71"/>
                  </a:cubicBezTo>
                  <a:cubicBezTo>
                    <a:pt x="4" y="106"/>
                    <a:pt x="0" y="149"/>
                    <a:pt x="12" y="187"/>
                  </a:cubicBezTo>
                  <a:cubicBezTo>
                    <a:pt x="12" y="187"/>
                    <a:pt x="12" y="187"/>
                    <a:pt x="12" y="187"/>
                  </a:cubicBezTo>
                  <a:cubicBezTo>
                    <a:pt x="13" y="188"/>
                    <a:pt x="13" y="188"/>
                    <a:pt x="13" y="188"/>
                  </a:cubicBezTo>
                  <a:cubicBezTo>
                    <a:pt x="13" y="189"/>
                    <a:pt x="14" y="190"/>
                    <a:pt x="14" y="190"/>
                  </a:cubicBezTo>
                  <a:cubicBezTo>
                    <a:pt x="15" y="191"/>
                    <a:pt x="15" y="191"/>
                    <a:pt x="15" y="191"/>
                  </a:cubicBezTo>
                  <a:cubicBezTo>
                    <a:pt x="54" y="258"/>
                    <a:pt x="155" y="275"/>
                    <a:pt x="283" y="295"/>
                  </a:cubicBezTo>
                  <a:cubicBezTo>
                    <a:pt x="304" y="299"/>
                    <a:pt x="304" y="299"/>
                    <a:pt x="304" y="299"/>
                  </a:cubicBezTo>
                  <a:cubicBezTo>
                    <a:pt x="449" y="323"/>
                    <a:pt x="506" y="415"/>
                    <a:pt x="511" y="423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15" name="Freeform 1232">
              <a:extLst>
                <a:ext uri="{FF2B5EF4-FFF2-40B4-BE49-F238E27FC236}">
                  <a16:creationId xmlns:a16="http://schemas.microsoft.com/office/drawing/2014/main" id="{B282500B-3120-C140-4914-2C49D15B7225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062319" y="1613769"/>
              <a:ext cx="1423988" cy="1228725"/>
            </a:xfrm>
            <a:custGeom>
              <a:avLst/>
              <a:gdLst>
                <a:gd name="T0" fmla="*/ 0 w 449"/>
                <a:gd name="T1" fmla="*/ 0 h 387"/>
                <a:gd name="T2" fmla="*/ 183 w 449"/>
                <a:gd name="T3" fmla="*/ 316 h 387"/>
                <a:gd name="T4" fmla="*/ 306 w 449"/>
                <a:gd name="T5" fmla="*/ 387 h 387"/>
                <a:gd name="T6" fmla="*/ 430 w 449"/>
                <a:gd name="T7" fmla="*/ 316 h 387"/>
                <a:gd name="T8" fmla="*/ 432 w 449"/>
                <a:gd name="T9" fmla="*/ 313 h 387"/>
                <a:gd name="T10" fmla="*/ 449 w 449"/>
                <a:gd name="T11" fmla="*/ 245 h 387"/>
                <a:gd name="T12" fmla="*/ 427 w 449"/>
                <a:gd name="T13" fmla="*/ 169 h 387"/>
                <a:gd name="T14" fmla="*/ 426 w 449"/>
                <a:gd name="T15" fmla="*/ 168 h 387"/>
                <a:gd name="T16" fmla="*/ 242 w 449"/>
                <a:gd name="T17" fmla="*/ 59 h 387"/>
                <a:gd name="T18" fmla="*/ 221 w 449"/>
                <a:gd name="T19" fmla="*/ 56 h 387"/>
                <a:gd name="T20" fmla="*/ 0 w 449"/>
                <a:gd name="T21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49" h="387">
                  <a:moveTo>
                    <a:pt x="0" y="0"/>
                  </a:moveTo>
                  <a:cubicBezTo>
                    <a:pt x="183" y="316"/>
                    <a:pt x="183" y="316"/>
                    <a:pt x="183" y="316"/>
                  </a:cubicBezTo>
                  <a:cubicBezTo>
                    <a:pt x="208" y="360"/>
                    <a:pt x="256" y="387"/>
                    <a:pt x="306" y="387"/>
                  </a:cubicBezTo>
                  <a:cubicBezTo>
                    <a:pt x="357" y="387"/>
                    <a:pt x="404" y="360"/>
                    <a:pt x="430" y="316"/>
                  </a:cubicBezTo>
                  <a:cubicBezTo>
                    <a:pt x="432" y="313"/>
                    <a:pt x="432" y="313"/>
                    <a:pt x="432" y="313"/>
                  </a:cubicBezTo>
                  <a:cubicBezTo>
                    <a:pt x="443" y="292"/>
                    <a:pt x="449" y="269"/>
                    <a:pt x="449" y="245"/>
                  </a:cubicBezTo>
                  <a:cubicBezTo>
                    <a:pt x="449" y="218"/>
                    <a:pt x="441" y="191"/>
                    <a:pt x="427" y="169"/>
                  </a:cubicBezTo>
                  <a:cubicBezTo>
                    <a:pt x="426" y="168"/>
                    <a:pt x="426" y="168"/>
                    <a:pt x="426" y="168"/>
                  </a:cubicBezTo>
                  <a:cubicBezTo>
                    <a:pt x="426" y="167"/>
                    <a:pt x="374" y="81"/>
                    <a:pt x="242" y="59"/>
                  </a:cubicBezTo>
                  <a:cubicBezTo>
                    <a:pt x="221" y="56"/>
                    <a:pt x="221" y="56"/>
                    <a:pt x="221" y="56"/>
                  </a:cubicBezTo>
                  <a:cubicBezTo>
                    <a:pt x="135" y="42"/>
                    <a:pt x="57" y="29"/>
                    <a:pt x="0" y="0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44444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16" name="Shape 2537">
              <a:extLst>
                <a:ext uri="{FF2B5EF4-FFF2-40B4-BE49-F238E27FC236}">
                  <a16:creationId xmlns:a16="http://schemas.microsoft.com/office/drawing/2014/main" id="{B9085EF4-2396-3E3B-19A2-B2FD49BAF63F}"/>
                </a:ext>
              </a:extLst>
            </p:cNvPr>
            <p:cNvSpPr/>
            <p:nvPr/>
          </p:nvSpPr>
          <p:spPr>
            <a:xfrm>
              <a:off x="2318205" y="2998910"/>
              <a:ext cx="388341" cy="4746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400" y="13745"/>
                  </a:moveTo>
                  <a:lnTo>
                    <a:pt x="3600" y="13745"/>
                  </a:lnTo>
                  <a:cubicBezTo>
                    <a:pt x="3269" y="13745"/>
                    <a:pt x="3000" y="13966"/>
                    <a:pt x="3000" y="14236"/>
                  </a:cubicBezTo>
                  <a:cubicBezTo>
                    <a:pt x="3000" y="14508"/>
                    <a:pt x="3269" y="14727"/>
                    <a:pt x="3600" y="14727"/>
                  </a:cubicBezTo>
                  <a:lnTo>
                    <a:pt x="14400" y="14727"/>
                  </a:lnTo>
                  <a:cubicBezTo>
                    <a:pt x="14731" y="14727"/>
                    <a:pt x="15000" y="14508"/>
                    <a:pt x="15000" y="14236"/>
                  </a:cubicBezTo>
                  <a:cubicBezTo>
                    <a:pt x="15000" y="13966"/>
                    <a:pt x="14731" y="13745"/>
                    <a:pt x="14400" y="13745"/>
                  </a:cubicBezTo>
                  <a:moveTo>
                    <a:pt x="3000" y="11291"/>
                  </a:moveTo>
                  <a:cubicBezTo>
                    <a:pt x="3000" y="11562"/>
                    <a:pt x="3269" y="11782"/>
                    <a:pt x="3600" y="11782"/>
                  </a:cubicBezTo>
                  <a:lnTo>
                    <a:pt x="18000" y="11782"/>
                  </a:lnTo>
                  <a:cubicBezTo>
                    <a:pt x="18331" y="11782"/>
                    <a:pt x="18600" y="11562"/>
                    <a:pt x="18600" y="11291"/>
                  </a:cubicBezTo>
                  <a:cubicBezTo>
                    <a:pt x="18600" y="11020"/>
                    <a:pt x="18331" y="10800"/>
                    <a:pt x="18000" y="10800"/>
                  </a:cubicBezTo>
                  <a:lnTo>
                    <a:pt x="3600" y="10800"/>
                  </a:lnTo>
                  <a:cubicBezTo>
                    <a:pt x="3269" y="10800"/>
                    <a:pt x="3000" y="11020"/>
                    <a:pt x="3000" y="11291"/>
                  </a:cubicBezTo>
                  <a:moveTo>
                    <a:pt x="20400" y="20618"/>
                  </a:moveTo>
                  <a:lnTo>
                    <a:pt x="6600" y="20618"/>
                  </a:lnTo>
                  <a:lnTo>
                    <a:pt x="1200" y="16200"/>
                  </a:lnTo>
                  <a:lnTo>
                    <a:pt x="1200" y="2945"/>
                  </a:lnTo>
                  <a:lnTo>
                    <a:pt x="4200" y="2945"/>
                  </a:lnTo>
                  <a:lnTo>
                    <a:pt x="4200" y="4418"/>
                  </a:lnTo>
                  <a:cubicBezTo>
                    <a:pt x="4200" y="4690"/>
                    <a:pt x="4469" y="4909"/>
                    <a:pt x="4800" y="4909"/>
                  </a:cubicBezTo>
                  <a:cubicBezTo>
                    <a:pt x="5131" y="4909"/>
                    <a:pt x="5400" y="4690"/>
                    <a:pt x="5400" y="4418"/>
                  </a:cubicBezTo>
                  <a:lnTo>
                    <a:pt x="5400" y="2945"/>
                  </a:lnTo>
                  <a:lnTo>
                    <a:pt x="6600" y="2945"/>
                  </a:lnTo>
                  <a:lnTo>
                    <a:pt x="6600" y="4418"/>
                  </a:lnTo>
                  <a:cubicBezTo>
                    <a:pt x="6600" y="4690"/>
                    <a:pt x="6869" y="4909"/>
                    <a:pt x="7200" y="4909"/>
                  </a:cubicBezTo>
                  <a:cubicBezTo>
                    <a:pt x="7531" y="4909"/>
                    <a:pt x="7800" y="4690"/>
                    <a:pt x="7800" y="4418"/>
                  </a:cubicBezTo>
                  <a:lnTo>
                    <a:pt x="7800" y="2945"/>
                  </a:lnTo>
                  <a:lnTo>
                    <a:pt x="9000" y="2945"/>
                  </a:lnTo>
                  <a:lnTo>
                    <a:pt x="9000" y="4418"/>
                  </a:lnTo>
                  <a:cubicBezTo>
                    <a:pt x="9000" y="4690"/>
                    <a:pt x="9269" y="4909"/>
                    <a:pt x="9600" y="4909"/>
                  </a:cubicBezTo>
                  <a:cubicBezTo>
                    <a:pt x="9931" y="4909"/>
                    <a:pt x="10200" y="4690"/>
                    <a:pt x="10200" y="4418"/>
                  </a:cubicBezTo>
                  <a:lnTo>
                    <a:pt x="10200" y="2945"/>
                  </a:lnTo>
                  <a:lnTo>
                    <a:pt x="11400" y="2945"/>
                  </a:lnTo>
                  <a:lnTo>
                    <a:pt x="11400" y="4418"/>
                  </a:lnTo>
                  <a:cubicBezTo>
                    <a:pt x="11400" y="4690"/>
                    <a:pt x="11669" y="4909"/>
                    <a:pt x="12000" y="4909"/>
                  </a:cubicBezTo>
                  <a:cubicBezTo>
                    <a:pt x="12331" y="4909"/>
                    <a:pt x="12600" y="4690"/>
                    <a:pt x="12600" y="4418"/>
                  </a:cubicBezTo>
                  <a:lnTo>
                    <a:pt x="12600" y="2945"/>
                  </a:lnTo>
                  <a:lnTo>
                    <a:pt x="13800" y="2945"/>
                  </a:lnTo>
                  <a:lnTo>
                    <a:pt x="13800" y="4418"/>
                  </a:lnTo>
                  <a:cubicBezTo>
                    <a:pt x="13800" y="4690"/>
                    <a:pt x="14069" y="4909"/>
                    <a:pt x="14400" y="4909"/>
                  </a:cubicBezTo>
                  <a:cubicBezTo>
                    <a:pt x="14731" y="4909"/>
                    <a:pt x="15000" y="4690"/>
                    <a:pt x="15000" y="4418"/>
                  </a:cubicBezTo>
                  <a:lnTo>
                    <a:pt x="15000" y="2945"/>
                  </a:lnTo>
                  <a:lnTo>
                    <a:pt x="16200" y="2945"/>
                  </a:lnTo>
                  <a:lnTo>
                    <a:pt x="16200" y="4418"/>
                  </a:lnTo>
                  <a:cubicBezTo>
                    <a:pt x="16200" y="4690"/>
                    <a:pt x="16469" y="4909"/>
                    <a:pt x="16800" y="4909"/>
                  </a:cubicBezTo>
                  <a:cubicBezTo>
                    <a:pt x="17131" y="4909"/>
                    <a:pt x="17400" y="4690"/>
                    <a:pt x="17400" y="4418"/>
                  </a:cubicBezTo>
                  <a:lnTo>
                    <a:pt x="17400" y="2945"/>
                  </a:lnTo>
                  <a:lnTo>
                    <a:pt x="20400" y="2945"/>
                  </a:lnTo>
                  <a:cubicBezTo>
                    <a:pt x="20400" y="2945"/>
                    <a:pt x="20400" y="20618"/>
                    <a:pt x="20400" y="20618"/>
                  </a:cubicBezTo>
                  <a:close/>
                  <a:moveTo>
                    <a:pt x="1200" y="20618"/>
                  </a:moveTo>
                  <a:lnTo>
                    <a:pt x="1200" y="17673"/>
                  </a:lnTo>
                  <a:lnTo>
                    <a:pt x="4800" y="20618"/>
                  </a:lnTo>
                  <a:cubicBezTo>
                    <a:pt x="4800" y="20618"/>
                    <a:pt x="1200" y="20618"/>
                    <a:pt x="1200" y="20618"/>
                  </a:cubicBezTo>
                  <a:close/>
                  <a:moveTo>
                    <a:pt x="20400" y="1964"/>
                  </a:moveTo>
                  <a:lnTo>
                    <a:pt x="17400" y="1964"/>
                  </a:lnTo>
                  <a:lnTo>
                    <a:pt x="17400" y="491"/>
                  </a:lnTo>
                  <a:cubicBezTo>
                    <a:pt x="17400" y="220"/>
                    <a:pt x="17131" y="0"/>
                    <a:pt x="16800" y="0"/>
                  </a:cubicBezTo>
                  <a:cubicBezTo>
                    <a:pt x="16469" y="0"/>
                    <a:pt x="16200" y="220"/>
                    <a:pt x="16200" y="491"/>
                  </a:cubicBezTo>
                  <a:lnTo>
                    <a:pt x="16200" y="1964"/>
                  </a:lnTo>
                  <a:lnTo>
                    <a:pt x="15000" y="1964"/>
                  </a:lnTo>
                  <a:lnTo>
                    <a:pt x="15000" y="491"/>
                  </a:lnTo>
                  <a:cubicBezTo>
                    <a:pt x="15000" y="220"/>
                    <a:pt x="14731" y="0"/>
                    <a:pt x="14400" y="0"/>
                  </a:cubicBezTo>
                  <a:cubicBezTo>
                    <a:pt x="14069" y="0"/>
                    <a:pt x="13800" y="220"/>
                    <a:pt x="13800" y="491"/>
                  </a:cubicBezTo>
                  <a:lnTo>
                    <a:pt x="13800" y="1964"/>
                  </a:lnTo>
                  <a:lnTo>
                    <a:pt x="12600" y="1964"/>
                  </a:lnTo>
                  <a:lnTo>
                    <a:pt x="12600" y="491"/>
                  </a:lnTo>
                  <a:cubicBezTo>
                    <a:pt x="12600" y="220"/>
                    <a:pt x="12331" y="0"/>
                    <a:pt x="12000" y="0"/>
                  </a:cubicBezTo>
                  <a:cubicBezTo>
                    <a:pt x="11669" y="0"/>
                    <a:pt x="11400" y="220"/>
                    <a:pt x="11400" y="491"/>
                  </a:cubicBezTo>
                  <a:lnTo>
                    <a:pt x="11400" y="1964"/>
                  </a:lnTo>
                  <a:lnTo>
                    <a:pt x="10200" y="1964"/>
                  </a:lnTo>
                  <a:lnTo>
                    <a:pt x="10200" y="491"/>
                  </a:lnTo>
                  <a:cubicBezTo>
                    <a:pt x="10200" y="220"/>
                    <a:pt x="9931" y="0"/>
                    <a:pt x="9600" y="0"/>
                  </a:cubicBezTo>
                  <a:cubicBezTo>
                    <a:pt x="9269" y="0"/>
                    <a:pt x="9000" y="220"/>
                    <a:pt x="9000" y="491"/>
                  </a:cubicBezTo>
                  <a:lnTo>
                    <a:pt x="9000" y="1964"/>
                  </a:lnTo>
                  <a:lnTo>
                    <a:pt x="7800" y="1964"/>
                  </a:lnTo>
                  <a:lnTo>
                    <a:pt x="7800" y="491"/>
                  </a:lnTo>
                  <a:cubicBezTo>
                    <a:pt x="7800" y="220"/>
                    <a:pt x="7531" y="0"/>
                    <a:pt x="7200" y="0"/>
                  </a:cubicBezTo>
                  <a:cubicBezTo>
                    <a:pt x="6869" y="0"/>
                    <a:pt x="6600" y="220"/>
                    <a:pt x="6600" y="491"/>
                  </a:cubicBezTo>
                  <a:lnTo>
                    <a:pt x="6600" y="1964"/>
                  </a:lnTo>
                  <a:lnTo>
                    <a:pt x="5400" y="1964"/>
                  </a:lnTo>
                  <a:lnTo>
                    <a:pt x="5400" y="491"/>
                  </a:lnTo>
                  <a:cubicBezTo>
                    <a:pt x="5400" y="220"/>
                    <a:pt x="5131" y="0"/>
                    <a:pt x="4800" y="0"/>
                  </a:cubicBezTo>
                  <a:cubicBezTo>
                    <a:pt x="4469" y="0"/>
                    <a:pt x="4200" y="220"/>
                    <a:pt x="4200" y="491"/>
                  </a:cubicBezTo>
                  <a:lnTo>
                    <a:pt x="4200" y="1964"/>
                  </a:lnTo>
                  <a:lnTo>
                    <a:pt x="1200" y="1964"/>
                  </a:lnTo>
                  <a:cubicBezTo>
                    <a:pt x="538" y="1964"/>
                    <a:pt x="0" y="2404"/>
                    <a:pt x="0" y="2945"/>
                  </a:cubicBezTo>
                  <a:lnTo>
                    <a:pt x="0" y="20618"/>
                  </a:lnTo>
                  <a:cubicBezTo>
                    <a:pt x="0" y="21161"/>
                    <a:pt x="538" y="21600"/>
                    <a:pt x="1200" y="21600"/>
                  </a:cubicBezTo>
                  <a:lnTo>
                    <a:pt x="20400" y="21600"/>
                  </a:lnTo>
                  <a:cubicBezTo>
                    <a:pt x="21062" y="21600"/>
                    <a:pt x="21600" y="21161"/>
                    <a:pt x="21600" y="20618"/>
                  </a:cubicBezTo>
                  <a:lnTo>
                    <a:pt x="21600" y="2945"/>
                  </a:lnTo>
                  <a:cubicBezTo>
                    <a:pt x="21600" y="2404"/>
                    <a:pt x="21062" y="1964"/>
                    <a:pt x="20400" y="1964"/>
                  </a:cubicBezTo>
                  <a:moveTo>
                    <a:pt x="3600" y="8836"/>
                  </a:moveTo>
                  <a:lnTo>
                    <a:pt x="10800" y="8836"/>
                  </a:lnTo>
                  <a:cubicBezTo>
                    <a:pt x="11131" y="8836"/>
                    <a:pt x="11400" y="8617"/>
                    <a:pt x="11400" y="8345"/>
                  </a:cubicBezTo>
                  <a:cubicBezTo>
                    <a:pt x="11400" y="8075"/>
                    <a:pt x="11131" y="7855"/>
                    <a:pt x="10800" y="7855"/>
                  </a:cubicBezTo>
                  <a:lnTo>
                    <a:pt x="3600" y="7855"/>
                  </a:lnTo>
                  <a:cubicBezTo>
                    <a:pt x="3269" y="7855"/>
                    <a:pt x="3000" y="8075"/>
                    <a:pt x="3000" y="8345"/>
                  </a:cubicBezTo>
                  <a:cubicBezTo>
                    <a:pt x="3000" y="8617"/>
                    <a:pt x="3269" y="8836"/>
                    <a:pt x="3600" y="8836"/>
                  </a:cubicBezTo>
                </a:path>
              </a:pathLst>
            </a:custGeom>
            <a:solidFill>
              <a:sysClr val="window" lastClr="FFFFFF"/>
            </a:solidFill>
            <a:ln w="12700">
              <a:miter lim="400000"/>
            </a:ln>
          </p:spPr>
          <p:txBody>
            <a:bodyPr lIns="19045" tIns="19045" rIns="19045" bIns="19045" anchor="ctr"/>
            <a:lstStyle/>
            <a:p>
              <a:pPr marL="0" marR="0" lvl="0" indent="0" defTabSz="22853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Gill Sans"/>
                <a:sym typeface="Gill Sans"/>
              </a:endParaRPr>
            </a:p>
          </p:txBody>
        </p:sp>
      </p:grpSp>
      <p:sp>
        <p:nvSpPr>
          <p:cNvPr id="17" name="TextBox 7">
            <a:extLst>
              <a:ext uri="{FF2B5EF4-FFF2-40B4-BE49-F238E27FC236}">
                <a16:creationId xmlns:a16="http://schemas.microsoft.com/office/drawing/2014/main" id="{D0C9B665-045F-83C6-DCCB-7341F6BF1AB9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1357469" y="3937020"/>
            <a:ext cx="2309814" cy="1716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添加标题</a:t>
            </a:r>
            <a:endParaRPr lang="en-US" altLang="zh-CN" sz="2000" b="1" dirty="0">
              <a:solidFill>
                <a:schemeClr val="tx1">
                  <a:lumMod val="85000"/>
                  <a:lumOff val="15000"/>
                </a:schemeClr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algn="ctr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请您单击此处输入文本内容，可根据自己的需要适当地调整文字的颜色或者大小等属性，可复制粘贴您的文本。</a:t>
            </a:r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C14C3882-88E9-6BBE-AF67-167E9277B718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4941092" y="3937020"/>
            <a:ext cx="2309814" cy="1716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vl="0" algn="ctr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2000" b="1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添加标题</a:t>
            </a:r>
            <a:endParaRPr lang="en-US" altLang="zh-CN" sz="2000" b="1" dirty="0">
              <a:solidFill>
                <a:prstClr val="black">
                  <a:lumMod val="85000"/>
                  <a:lumOff val="15000"/>
                </a:prstClr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lvl="0" algn="ctr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请您单击此处输入文本内容，可根据自己的需要适当地调整文字的颜色或者大小等属性，可复制粘贴您的文本。</a:t>
            </a:r>
          </a:p>
        </p:txBody>
      </p:sp>
      <p:sp>
        <p:nvSpPr>
          <p:cNvPr id="19" name="TextBox 7">
            <a:extLst>
              <a:ext uri="{FF2B5EF4-FFF2-40B4-BE49-F238E27FC236}">
                <a16:creationId xmlns:a16="http://schemas.microsoft.com/office/drawing/2014/main" id="{1EACA8AD-4061-CD44-2DA3-320DCADFC69E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8524715" y="3937020"/>
            <a:ext cx="2309814" cy="1716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vl="0" algn="ctr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2000" b="1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添加标题</a:t>
            </a:r>
            <a:endParaRPr lang="en-US" altLang="zh-CN" sz="2000" b="1" dirty="0">
              <a:solidFill>
                <a:prstClr val="black">
                  <a:lumMod val="85000"/>
                  <a:lumOff val="15000"/>
                </a:prstClr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lvl="0" algn="ctr">
              <a:lnSpc>
                <a:spcPct val="150000"/>
              </a:lnSpc>
              <a:spcAft>
                <a:spcPct val="0"/>
              </a:spcAft>
              <a:defRPr/>
            </a:pPr>
            <a:r>
              <a:rPr lang="zh-CN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请您单击此处输入文本内容，可根据自己的需要适当地调整文字的颜色或者大小等属性，可复制粘贴您的文本。</a:t>
            </a:r>
          </a:p>
        </p:txBody>
      </p:sp>
    </p:spTree>
    <p:extLst>
      <p:ext uri="{BB962C8B-B14F-4D97-AF65-F5344CB8AC3E}">
        <p14:creationId xmlns:p14="http://schemas.microsoft.com/office/powerpoint/2010/main" val="1717141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8C436-ECA4-6D9E-AF57-19D0014F1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6BEF40C-6CA3-1DB1-DCCA-9C7BFBBB0050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0DFA2002-6960-BAE9-8E01-DFC6009FFFF5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56E50826-CC10-05F6-B142-837E01B7DFEC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研究方法与过程</a:t>
              </a: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F6BC97AE-BEFD-6D16-93B4-2EE3A887778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582901" y="1588496"/>
            <a:ext cx="2697989" cy="404460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711200" dist="254000" dir="2700000" sx="102000" sy="102000" algn="tl" rotWithShape="0">
              <a:sysClr val="window" lastClr="FFFFFF">
                <a:lumMod val="50000"/>
                <a:alpha val="10000"/>
              </a:sysClr>
            </a:outerShdw>
          </a:effec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AF2609D1-A79D-ACB5-DCD3-E4FC2DC90F0C}"/>
              </a:ext>
            </a:extLst>
          </p:cNvPr>
          <p:cNvGrpSpPr/>
          <p:nvPr/>
        </p:nvGrpSpPr>
        <p:grpSpPr>
          <a:xfrm>
            <a:off x="3409942" y="1581297"/>
            <a:ext cx="2871885" cy="4035298"/>
            <a:chOff x="3224115" y="1571772"/>
            <a:chExt cx="2871885" cy="4035298"/>
          </a:xfrm>
        </p:grpSpPr>
        <p:sp>
          <p:nvSpPr>
            <p:cNvPr id="7" name="iSľiḋè">
              <a:extLst>
                <a:ext uri="{FF2B5EF4-FFF2-40B4-BE49-F238E27FC236}">
                  <a16:creationId xmlns:a16="http://schemas.microsoft.com/office/drawing/2014/main" id="{A363132F-34DD-BAAB-E295-475C18F46ECD}"/>
                </a:ext>
              </a:extLst>
            </p:cNvPr>
            <p:cNvSpPr/>
            <p:nvPr/>
          </p:nvSpPr>
          <p:spPr>
            <a:xfrm>
              <a:off x="3224115" y="1571772"/>
              <a:ext cx="2871885" cy="4035298"/>
            </a:xfrm>
            <a:prstGeom prst="roundRect">
              <a:avLst>
                <a:gd name="adj" fmla="val 0"/>
              </a:avLst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dist="254000" dir="2700000" algn="tl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宋体" panose="02010600030101010101" pitchFamily="2" charset="-122"/>
              </a:endParaRPr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A6E6CD11-06EB-8A49-762D-DBA309E64256}"/>
                </a:ext>
              </a:extLst>
            </p:cNvPr>
            <p:cNvGrpSpPr/>
            <p:nvPr/>
          </p:nvGrpSpPr>
          <p:grpSpPr>
            <a:xfrm>
              <a:off x="4280598" y="2016368"/>
              <a:ext cx="758919" cy="758916"/>
              <a:chOff x="1285633" y="4053716"/>
              <a:chExt cx="444222" cy="444220"/>
            </a:xfrm>
          </p:grpSpPr>
          <p:sp>
            <p:nvSpPr>
              <p:cNvPr id="10" name="îşḻíḋê">
                <a:extLst>
                  <a:ext uri="{FF2B5EF4-FFF2-40B4-BE49-F238E27FC236}">
                    <a16:creationId xmlns:a16="http://schemas.microsoft.com/office/drawing/2014/main" id="{F35895C5-DE84-9FAD-F531-85721F990AEE}"/>
                  </a:ext>
                </a:extLst>
              </p:cNvPr>
              <p:cNvSpPr/>
              <p:nvPr/>
            </p:nvSpPr>
            <p:spPr bwMode="auto">
              <a:xfrm>
                <a:off x="1461170" y="4208369"/>
                <a:ext cx="168853" cy="205561"/>
              </a:xfrm>
              <a:custGeom>
                <a:avLst/>
                <a:gdLst>
                  <a:gd name="connsiteX0" fmla="*/ 283816 w 438150"/>
                  <a:gd name="connsiteY0" fmla="*/ 621 h 533400"/>
                  <a:gd name="connsiteX1" fmla="*/ 286102 w 438150"/>
                  <a:gd name="connsiteY1" fmla="*/ 716 h 533400"/>
                  <a:gd name="connsiteX2" fmla="*/ 286102 w 438150"/>
                  <a:gd name="connsiteY2" fmla="*/ 124446 h 533400"/>
                  <a:gd name="connsiteX3" fmla="*/ 286197 w 438150"/>
                  <a:gd name="connsiteY3" fmla="*/ 126160 h 533400"/>
                  <a:gd name="connsiteX4" fmla="*/ 314677 w 438150"/>
                  <a:gd name="connsiteY4" fmla="*/ 153021 h 533400"/>
                  <a:gd name="connsiteX5" fmla="*/ 314677 w 438150"/>
                  <a:gd name="connsiteY5" fmla="*/ 153021 h 533400"/>
                  <a:gd name="connsiteX6" fmla="*/ 438407 w 438150"/>
                  <a:gd name="connsiteY6" fmla="*/ 153021 h 533400"/>
                  <a:gd name="connsiteX7" fmla="*/ 438502 w 438150"/>
                  <a:gd name="connsiteY7" fmla="*/ 155307 h 533400"/>
                  <a:gd name="connsiteX8" fmla="*/ 438502 w 438150"/>
                  <a:gd name="connsiteY8" fmla="*/ 505446 h 533400"/>
                  <a:gd name="connsiteX9" fmla="*/ 409927 w 438150"/>
                  <a:gd name="connsiteY9" fmla="*/ 534021 h 533400"/>
                  <a:gd name="connsiteX10" fmla="*/ 28927 w 438150"/>
                  <a:gd name="connsiteY10" fmla="*/ 534021 h 533400"/>
                  <a:gd name="connsiteX11" fmla="*/ 352 w 438150"/>
                  <a:gd name="connsiteY11" fmla="*/ 505446 h 533400"/>
                  <a:gd name="connsiteX12" fmla="*/ 352 w 438150"/>
                  <a:gd name="connsiteY12" fmla="*/ 29196 h 533400"/>
                  <a:gd name="connsiteX13" fmla="*/ 28927 w 438150"/>
                  <a:gd name="connsiteY13" fmla="*/ 621 h 533400"/>
                  <a:gd name="connsiteX14" fmla="*/ 283816 w 438150"/>
                  <a:gd name="connsiteY14" fmla="*/ 621 h 533400"/>
                  <a:gd name="connsiteX15" fmla="*/ 248002 w 438150"/>
                  <a:gd name="connsiteY15" fmla="*/ 200646 h 533400"/>
                  <a:gd name="connsiteX16" fmla="*/ 152752 w 438150"/>
                  <a:gd name="connsiteY16" fmla="*/ 200646 h 533400"/>
                  <a:gd name="connsiteX17" fmla="*/ 152752 w 438150"/>
                  <a:gd name="connsiteY17" fmla="*/ 410196 h 533400"/>
                  <a:gd name="connsiteX18" fmla="*/ 171802 w 438150"/>
                  <a:gd name="connsiteY18" fmla="*/ 410196 h 533400"/>
                  <a:gd name="connsiteX19" fmla="*/ 171802 w 438150"/>
                  <a:gd name="connsiteY19" fmla="*/ 314946 h 533400"/>
                  <a:gd name="connsiteX20" fmla="*/ 248002 w 438150"/>
                  <a:gd name="connsiteY20" fmla="*/ 314946 h 533400"/>
                  <a:gd name="connsiteX21" fmla="*/ 250098 w 438150"/>
                  <a:gd name="connsiteY21" fmla="*/ 314946 h 533400"/>
                  <a:gd name="connsiteX22" fmla="*/ 305152 w 438150"/>
                  <a:gd name="connsiteY22" fmla="*/ 257796 h 533400"/>
                  <a:gd name="connsiteX23" fmla="*/ 248002 w 438150"/>
                  <a:gd name="connsiteY23" fmla="*/ 200646 h 533400"/>
                  <a:gd name="connsiteX24" fmla="*/ 248002 w 438150"/>
                  <a:gd name="connsiteY24" fmla="*/ 200646 h 533400"/>
                  <a:gd name="connsiteX25" fmla="*/ 248002 w 438150"/>
                  <a:gd name="connsiteY25" fmla="*/ 219696 h 533400"/>
                  <a:gd name="connsiteX26" fmla="*/ 286102 w 438150"/>
                  <a:gd name="connsiteY26" fmla="*/ 257796 h 533400"/>
                  <a:gd name="connsiteX27" fmla="*/ 248002 w 438150"/>
                  <a:gd name="connsiteY27" fmla="*/ 295896 h 533400"/>
                  <a:gd name="connsiteX28" fmla="*/ 248002 w 438150"/>
                  <a:gd name="connsiteY28" fmla="*/ 295896 h 533400"/>
                  <a:gd name="connsiteX29" fmla="*/ 171802 w 438150"/>
                  <a:gd name="connsiteY29" fmla="*/ 295896 h 533400"/>
                  <a:gd name="connsiteX30" fmla="*/ 171802 w 438150"/>
                  <a:gd name="connsiteY30" fmla="*/ 219696 h 533400"/>
                  <a:gd name="connsiteX31" fmla="*/ 248002 w 438150"/>
                  <a:gd name="connsiteY31" fmla="*/ 219696 h 533400"/>
                  <a:gd name="connsiteX32" fmla="*/ 428977 w 438150"/>
                  <a:gd name="connsiteY32" fmla="*/ 133971 h 533400"/>
                  <a:gd name="connsiteX33" fmla="*/ 314677 w 438150"/>
                  <a:gd name="connsiteY33" fmla="*/ 133971 h 533400"/>
                  <a:gd name="connsiteX34" fmla="*/ 313534 w 438150"/>
                  <a:gd name="connsiteY34" fmla="*/ 133876 h 533400"/>
                  <a:gd name="connsiteX35" fmla="*/ 305152 w 438150"/>
                  <a:gd name="connsiteY35" fmla="*/ 124446 h 533400"/>
                  <a:gd name="connsiteX36" fmla="*/ 305152 w 438150"/>
                  <a:gd name="connsiteY36" fmla="*/ 124446 h 533400"/>
                  <a:gd name="connsiteX37" fmla="*/ 305152 w 438150"/>
                  <a:gd name="connsiteY37" fmla="*/ 10146 h 533400"/>
                  <a:gd name="connsiteX38" fmla="*/ 428977 w 438150"/>
                  <a:gd name="connsiteY38" fmla="*/ 133971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38150" h="533400">
                    <a:moveTo>
                      <a:pt x="283816" y="621"/>
                    </a:moveTo>
                    <a:cubicBezTo>
                      <a:pt x="284578" y="621"/>
                      <a:pt x="285340" y="621"/>
                      <a:pt x="286102" y="716"/>
                    </a:cubicBezTo>
                    <a:lnTo>
                      <a:pt x="286102" y="124446"/>
                    </a:lnTo>
                    <a:lnTo>
                      <a:pt x="286197" y="126160"/>
                    </a:lnTo>
                    <a:cubicBezTo>
                      <a:pt x="287055" y="141115"/>
                      <a:pt x="299532" y="153021"/>
                      <a:pt x="314677" y="153021"/>
                    </a:cubicBezTo>
                    <a:lnTo>
                      <a:pt x="314677" y="153021"/>
                    </a:lnTo>
                    <a:lnTo>
                      <a:pt x="438407" y="153021"/>
                    </a:lnTo>
                    <a:cubicBezTo>
                      <a:pt x="438502" y="153783"/>
                      <a:pt x="438502" y="154545"/>
                      <a:pt x="438502" y="155307"/>
                    </a:cubicBezTo>
                    <a:lnTo>
                      <a:pt x="438502" y="505446"/>
                    </a:lnTo>
                    <a:cubicBezTo>
                      <a:pt x="438502" y="521257"/>
                      <a:pt x="425739" y="534021"/>
                      <a:pt x="409927" y="534021"/>
                    </a:cubicBezTo>
                    <a:lnTo>
                      <a:pt x="28927" y="534021"/>
                    </a:lnTo>
                    <a:cubicBezTo>
                      <a:pt x="13115" y="534021"/>
                      <a:pt x="352" y="521257"/>
                      <a:pt x="352" y="505446"/>
                    </a:cubicBezTo>
                    <a:lnTo>
                      <a:pt x="352" y="29196"/>
                    </a:lnTo>
                    <a:cubicBezTo>
                      <a:pt x="352" y="13385"/>
                      <a:pt x="13115" y="621"/>
                      <a:pt x="28927" y="621"/>
                    </a:cubicBezTo>
                    <a:lnTo>
                      <a:pt x="283816" y="621"/>
                    </a:lnTo>
                    <a:close/>
                    <a:moveTo>
                      <a:pt x="248002" y="200646"/>
                    </a:moveTo>
                    <a:lnTo>
                      <a:pt x="152752" y="200646"/>
                    </a:lnTo>
                    <a:lnTo>
                      <a:pt x="152752" y="410196"/>
                    </a:lnTo>
                    <a:lnTo>
                      <a:pt x="171802" y="410196"/>
                    </a:lnTo>
                    <a:lnTo>
                      <a:pt x="171802" y="314946"/>
                    </a:lnTo>
                    <a:lnTo>
                      <a:pt x="248002" y="314946"/>
                    </a:lnTo>
                    <a:lnTo>
                      <a:pt x="250098" y="314946"/>
                    </a:lnTo>
                    <a:cubicBezTo>
                      <a:pt x="280673" y="313803"/>
                      <a:pt x="305152" y="288657"/>
                      <a:pt x="305152" y="257796"/>
                    </a:cubicBezTo>
                    <a:cubicBezTo>
                      <a:pt x="305152" y="226268"/>
                      <a:pt x="279530" y="200646"/>
                      <a:pt x="248002" y="200646"/>
                    </a:cubicBezTo>
                    <a:lnTo>
                      <a:pt x="248002" y="200646"/>
                    </a:lnTo>
                    <a:close/>
                    <a:moveTo>
                      <a:pt x="248002" y="219696"/>
                    </a:moveTo>
                    <a:cubicBezTo>
                      <a:pt x="269052" y="219696"/>
                      <a:pt x="286102" y="236746"/>
                      <a:pt x="286102" y="257796"/>
                    </a:cubicBezTo>
                    <a:cubicBezTo>
                      <a:pt x="286102" y="278846"/>
                      <a:pt x="269052" y="295896"/>
                      <a:pt x="248002" y="295896"/>
                    </a:cubicBezTo>
                    <a:lnTo>
                      <a:pt x="248002" y="295896"/>
                    </a:lnTo>
                    <a:lnTo>
                      <a:pt x="171802" y="295896"/>
                    </a:lnTo>
                    <a:lnTo>
                      <a:pt x="171802" y="219696"/>
                    </a:lnTo>
                    <a:lnTo>
                      <a:pt x="248002" y="219696"/>
                    </a:lnTo>
                    <a:close/>
                    <a:moveTo>
                      <a:pt x="428977" y="133971"/>
                    </a:moveTo>
                    <a:lnTo>
                      <a:pt x="314677" y="133971"/>
                    </a:lnTo>
                    <a:lnTo>
                      <a:pt x="313534" y="133876"/>
                    </a:lnTo>
                    <a:cubicBezTo>
                      <a:pt x="308772" y="133304"/>
                      <a:pt x="305152" y="129304"/>
                      <a:pt x="305152" y="124446"/>
                    </a:cubicBezTo>
                    <a:lnTo>
                      <a:pt x="305152" y="124446"/>
                    </a:lnTo>
                    <a:lnTo>
                      <a:pt x="305152" y="10146"/>
                    </a:lnTo>
                    <a:lnTo>
                      <a:pt x="428977" y="1339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B477F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1" name="îṥļïḋé">
                <a:extLst>
                  <a:ext uri="{FF2B5EF4-FFF2-40B4-BE49-F238E27FC236}">
                    <a16:creationId xmlns:a16="http://schemas.microsoft.com/office/drawing/2014/main" id="{E6F85869-117A-2F9C-9E79-D1F514BCE907}"/>
                  </a:ext>
                </a:extLst>
              </p:cNvPr>
              <p:cNvSpPr/>
              <p:nvPr/>
            </p:nvSpPr>
            <p:spPr>
              <a:xfrm>
                <a:off x="1285633" y="4053716"/>
                <a:ext cx="444222" cy="444220"/>
              </a:xfrm>
              <a:prstGeom prst="ellipse">
                <a:avLst/>
              </a:prstGeom>
              <a:solidFill>
                <a:srgbClr val="D5AF6E"/>
              </a:solidFill>
              <a:ln w="12700" cap="rnd" cmpd="sng" algn="ctr">
                <a:noFill/>
                <a:prstDash val="solid"/>
                <a:round/>
                <a:headEnd/>
                <a:tailEnd/>
              </a:ln>
              <a:effectLst>
                <a:outerShdw blurRad="762000" dist="127000" algn="ctr" rotWithShape="0">
                  <a:srgbClr val="1B477F">
                    <a:alpha val="15000"/>
                  </a:srgbClr>
                </a:outerShdw>
              </a:effectLst>
            </p:spPr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1B477F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2" name="íṣḷïḋê">
                <a:extLst>
                  <a:ext uri="{FF2B5EF4-FFF2-40B4-BE49-F238E27FC236}">
                    <a16:creationId xmlns:a16="http://schemas.microsoft.com/office/drawing/2014/main" id="{48CD55E3-D3E8-4247-A823-3E74791EFDCD}"/>
                  </a:ext>
                </a:extLst>
              </p:cNvPr>
              <p:cNvSpPr/>
              <p:nvPr/>
            </p:nvSpPr>
            <p:spPr bwMode="auto">
              <a:xfrm>
                <a:off x="1404963" y="4182223"/>
                <a:ext cx="205561" cy="187207"/>
              </a:xfrm>
              <a:custGeom>
                <a:avLst/>
                <a:gdLst>
                  <a:gd name="connsiteX0" fmla="*/ 125329 w 533400"/>
                  <a:gd name="connsiteY0" fmla="*/ 229221 h 485775"/>
                  <a:gd name="connsiteX1" fmla="*/ 125329 w 533400"/>
                  <a:gd name="connsiteY1" fmla="*/ 276846 h 485775"/>
                  <a:gd name="connsiteX2" fmla="*/ 144379 w 533400"/>
                  <a:gd name="connsiteY2" fmla="*/ 276846 h 485775"/>
                  <a:gd name="connsiteX3" fmla="*/ 144379 w 533400"/>
                  <a:gd name="connsiteY3" fmla="*/ 229221 h 485775"/>
                  <a:gd name="connsiteX4" fmla="*/ 392029 w 533400"/>
                  <a:gd name="connsiteY4" fmla="*/ 229221 h 485775"/>
                  <a:gd name="connsiteX5" fmla="*/ 392029 w 533400"/>
                  <a:gd name="connsiteY5" fmla="*/ 276846 h 485775"/>
                  <a:gd name="connsiteX6" fmla="*/ 411079 w 533400"/>
                  <a:gd name="connsiteY6" fmla="*/ 276846 h 485775"/>
                  <a:gd name="connsiteX7" fmla="*/ 411079 w 533400"/>
                  <a:gd name="connsiteY7" fmla="*/ 229221 h 485775"/>
                  <a:gd name="connsiteX8" fmla="*/ 534904 w 533400"/>
                  <a:gd name="connsiteY8" fmla="*/ 229221 h 485775"/>
                  <a:gd name="connsiteX9" fmla="*/ 534904 w 533400"/>
                  <a:gd name="connsiteY9" fmla="*/ 457821 h 485775"/>
                  <a:gd name="connsiteX10" fmla="*/ 506329 w 533400"/>
                  <a:gd name="connsiteY10" fmla="*/ 486396 h 485775"/>
                  <a:gd name="connsiteX11" fmla="*/ 30079 w 533400"/>
                  <a:gd name="connsiteY11" fmla="*/ 486396 h 485775"/>
                  <a:gd name="connsiteX12" fmla="*/ 1504 w 533400"/>
                  <a:gd name="connsiteY12" fmla="*/ 457821 h 485775"/>
                  <a:gd name="connsiteX13" fmla="*/ 1504 w 533400"/>
                  <a:gd name="connsiteY13" fmla="*/ 229221 h 485775"/>
                  <a:gd name="connsiteX14" fmla="*/ 125329 w 533400"/>
                  <a:gd name="connsiteY14" fmla="*/ 229221 h 485775"/>
                  <a:gd name="connsiteX15" fmla="*/ 372979 w 533400"/>
                  <a:gd name="connsiteY15" fmla="*/ 621 h 485775"/>
                  <a:gd name="connsiteX16" fmla="*/ 411079 w 533400"/>
                  <a:gd name="connsiteY16" fmla="*/ 36816 h 485775"/>
                  <a:gd name="connsiteX17" fmla="*/ 411079 w 533400"/>
                  <a:gd name="connsiteY17" fmla="*/ 38721 h 485775"/>
                  <a:gd name="connsiteX18" fmla="*/ 411079 w 533400"/>
                  <a:gd name="connsiteY18" fmla="*/ 114921 h 485775"/>
                  <a:gd name="connsiteX19" fmla="*/ 506329 w 533400"/>
                  <a:gd name="connsiteY19" fmla="*/ 114921 h 485775"/>
                  <a:gd name="connsiteX20" fmla="*/ 534904 w 533400"/>
                  <a:gd name="connsiteY20" fmla="*/ 143496 h 485775"/>
                  <a:gd name="connsiteX21" fmla="*/ 534904 w 533400"/>
                  <a:gd name="connsiteY21" fmla="*/ 210171 h 485775"/>
                  <a:gd name="connsiteX22" fmla="*/ 1504 w 533400"/>
                  <a:gd name="connsiteY22" fmla="*/ 210171 h 485775"/>
                  <a:gd name="connsiteX23" fmla="*/ 1504 w 533400"/>
                  <a:gd name="connsiteY23" fmla="*/ 143496 h 485775"/>
                  <a:gd name="connsiteX24" fmla="*/ 30079 w 533400"/>
                  <a:gd name="connsiteY24" fmla="*/ 114921 h 485775"/>
                  <a:gd name="connsiteX25" fmla="*/ 125329 w 533400"/>
                  <a:gd name="connsiteY25" fmla="*/ 114921 h 485775"/>
                  <a:gd name="connsiteX26" fmla="*/ 125329 w 533400"/>
                  <a:gd name="connsiteY26" fmla="*/ 38721 h 485775"/>
                  <a:gd name="connsiteX27" fmla="*/ 161524 w 533400"/>
                  <a:gd name="connsiteY27" fmla="*/ 621 h 485775"/>
                  <a:gd name="connsiteX28" fmla="*/ 163429 w 533400"/>
                  <a:gd name="connsiteY28" fmla="*/ 621 h 485775"/>
                  <a:gd name="connsiteX29" fmla="*/ 372979 w 533400"/>
                  <a:gd name="connsiteY29" fmla="*/ 621 h 485775"/>
                  <a:gd name="connsiteX30" fmla="*/ 372979 w 533400"/>
                  <a:gd name="connsiteY30" fmla="*/ 19671 h 485775"/>
                  <a:gd name="connsiteX31" fmla="*/ 163429 w 533400"/>
                  <a:gd name="connsiteY31" fmla="*/ 19671 h 485775"/>
                  <a:gd name="connsiteX32" fmla="*/ 144474 w 533400"/>
                  <a:gd name="connsiteY32" fmla="*/ 37292 h 485775"/>
                  <a:gd name="connsiteX33" fmla="*/ 144379 w 533400"/>
                  <a:gd name="connsiteY33" fmla="*/ 38721 h 485775"/>
                  <a:gd name="connsiteX34" fmla="*/ 144379 w 533400"/>
                  <a:gd name="connsiteY34" fmla="*/ 114921 h 485775"/>
                  <a:gd name="connsiteX35" fmla="*/ 392029 w 533400"/>
                  <a:gd name="connsiteY35" fmla="*/ 114921 h 485775"/>
                  <a:gd name="connsiteX36" fmla="*/ 392029 w 533400"/>
                  <a:gd name="connsiteY36" fmla="*/ 38721 h 485775"/>
                  <a:gd name="connsiteX37" fmla="*/ 375836 w 533400"/>
                  <a:gd name="connsiteY37" fmla="*/ 19862 h 485775"/>
                  <a:gd name="connsiteX38" fmla="*/ 374408 w 533400"/>
                  <a:gd name="connsiteY38" fmla="*/ 19671 h 485775"/>
                  <a:gd name="connsiteX39" fmla="*/ 372979 w 533400"/>
                  <a:gd name="connsiteY39" fmla="*/ 19671 h 485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33400" h="485775">
                    <a:moveTo>
                      <a:pt x="125329" y="229221"/>
                    </a:moveTo>
                    <a:lnTo>
                      <a:pt x="125329" y="276846"/>
                    </a:lnTo>
                    <a:lnTo>
                      <a:pt x="144379" y="276846"/>
                    </a:lnTo>
                    <a:lnTo>
                      <a:pt x="144379" y="229221"/>
                    </a:lnTo>
                    <a:lnTo>
                      <a:pt x="392029" y="229221"/>
                    </a:lnTo>
                    <a:lnTo>
                      <a:pt x="392029" y="276846"/>
                    </a:lnTo>
                    <a:lnTo>
                      <a:pt x="411079" y="276846"/>
                    </a:lnTo>
                    <a:lnTo>
                      <a:pt x="411079" y="229221"/>
                    </a:lnTo>
                    <a:lnTo>
                      <a:pt x="534904" y="229221"/>
                    </a:lnTo>
                    <a:lnTo>
                      <a:pt x="534904" y="457821"/>
                    </a:lnTo>
                    <a:cubicBezTo>
                      <a:pt x="534904" y="473632"/>
                      <a:pt x="522141" y="486396"/>
                      <a:pt x="506329" y="486396"/>
                    </a:cubicBezTo>
                    <a:lnTo>
                      <a:pt x="30079" y="486396"/>
                    </a:lnTo>
                    <a:cubicBezTo>
                      <a:pt x="14267" y="486396"/>
                      <a:pt x="1504" y="473632"/>
                      <a:pt x="1504" y="457821"/>
                    </a:cubicBezTo>
                    <a:lnTo>
                      <a:pt x="1504" y="229221"/>
                    </a:lnTo>
                    <a:lnTo>
                      <a:pt x="125329" y="229221"/>
                    </a:lnTo>
                    <a:close/>
                    <a:moveTo>
                      <a:pt x="372979" y="621"/>
                    </a:moveTo>
                    <a:cubicBezTo>
                      <a:pt x="393363" y="621"/>
                      <a:pt x="410031" y="16623"/>
                      <a:pt x="411079" y="36816"/>
                    </a:cubicBezTo>
                    <a:lnTo>
                      <a:pt x="411079" y="38721"/>
                    </a:lnTo>
                    <a:lnTo>
                      <a:pt x="411079" y="114921"/>
                    </a:lnTo>
                    <a:lnTo>
                      <a:pt x="506329" y="114921"/>
                    </a:lnTo>
                    <a:cubicBezTo>
                      <a:pt x="522141" y="114921"/>
                      <a:pt x="534904" y="127685"/>
                      <a:pt x="534904" y="143496"/>
                    </a:cubicBezTo>
                    <a:lnTo>
                      <a:pt x="534904" y="210171"/>
                    </a:lnTo>
                    <a:lnTo>
                      <a:pt x="1504" y="210171"/>
                    </a:lnTo>
                    <a:lnTo>
                      <a:pt x="1504" y="143496"/>
                    </a:lnTo>
                    <a:cubicBezTo>
                      <a:pt x="1504" y="127685"/>
                      <a:pt x="14267" y="114921"/>
                      <a:pt x="30079" y="114921"/>
                    </a:cubicBezTo>
                    <a:lnTo>
                      <a:pt x="125329" y="114921"/>
                    </a:lnTo>
                    <a:lnTo>
                      <a:pt x="125329" y="38721"/>
                    </a:lnTo>
                    <a:cubicBezTo>
                      <a:pt x="125329" y="18337"/>
                      <a:pt x="141331" y="1669"/>
                      <a:pt x="161524" y="621"/>
                    </a:cubicBezTo>
                    <a:lnTo>
                      <a:pt x="163429" y="621"/>
                    </a:lnTo>
                    <a:lnTo>
                      <a:pt x="372979" y="621"/>
                    </a:lnTo>
                    <a:close/>
                    <a:moveTo>
                      <a:pt x="372979" y="19671"/>
                    </a:moveTo>
                    <a:lnTo>
                      <a:pt x="163429" y="19671"/>
                    </a:lnTo>
                    <a:cubicBezTo>
                      <a:pt x="153428" y="19671"/>
                      <a:pt x="145141" y="27482"/>
                      <a:pt x="144474" y="37292"/>
                    </a:cubicBezTo>
                    <a:lnTo>
                      <a:pt x="144379" y="38721"/>
                    </a:lnTo>
                    <a:lnTo>
                      <a:pt x="144379" y="114921"/>
                    </a:lnTo>
                    <a:lnTo>
                      <a:pt x="392029" y="114921"/>
                    </a:lnTo>
                    <a:lnTo>
                      <a:pt x="392029" y="38721"/>
                    </a:lnTo>
                    <a:cubicBezTo>
                      <a:pt x="392029" y="29196"/>
                      <a:pt x="384981" y="21290"/>
                      <a:pt x="375836" y="19862"/>
                    </a:cubicBezTo>
                    <a:lnTo>
                      <a:pt x="374408" y="19671"/>
                    </a:lnTo>
                    <a:lnTo>
                      <a:pt x="372979" y="196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B477F"/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9" name="Synergistically utilize technically sound portals with frictionless chains. Dramatically customize…">
              <a:extLst>
                <a:ext uri="{FF2B5EF4-FFF2-40B4-BE49-F238E27FC236}">
                  <a16:creationId xmlns:a16="http://schemas.microsoft.com/office/drawing/2014/main" id="{34F53647-C75F-778D-400A-F814A2D68CBA}"/>
                </a:ext>
              </a:extLst>
            </p:cNvPr>
            <p:cNvSpPr txBox="1"/>
            <p:nvPr/>
          </p:nvSpPr>
          <p:spPr>
            <a:xfrm>
              <a:off x="3413969" y="3080502"/>
              <a:ext cx="2492177" cy="171643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a16="http://schemas.microsoft.com/office/drawing/2014/main" xmlns:adec="http://schemas.microsoft.com/office/drawing/2017/decorative" xmlns:p16="http://schemas.microsoft.com/office/powerpoint/2015/main" xmlns:a14="http://schemas.microsoft.com/office/drawing/2010/main" xmlns:p14="http://schemas.microsoft.com/office/powerpoint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  <a:p>
              <a:pPr marL="0" marR="0" lvl="0" indent="0" algn="ctr" defTabSz="4572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请您单击此处添加合适文字加以解释说明，可根据自己的需要适当地调整文字的大小或者颜色等属性，祝你使用愉快！</a:t>
              </a: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DF0B021-528E-E0FF-9F58-020F0625DDD9}"/>
              </a:ext>
            </a:extLst>
          </p:cNvPr>
          <p:cNvGrpSpPr/>
          <p:nvPr/>
        </p:nvGrpSpPr>
        <p:grpSpPr>
          <a:xfrm>
            <a:off x="6377853" y="1553223"/>
            <a:ext cx="5260978" cy="1965512"/>
            <a:chOff x="6488198" y="1543698"/>
            <a:chExt cx="5260978" cy="1965512"/>
          </a:xfrm>
        </p:grpSpPr>
        <p:sp>
          <p:nvSpPr>
            <p:cNvPr id="14" name="iSľiḋè">
              <a:extLst>
                <a:ext uri="{FF2B5EF4-FFF2-40B4-BE49-F238E27FC236}">
                  <a16:creationId xmlns:a16="http://schemas.microsoft.com/office/drawing/2014/main" id="{015C635A-D5D0-859E-828D-F75D358783C2}"/>
                </a:ext>
              </a:extLst>
            </p:cNvPr>
            <p:cNvSpPr/>
            <p:nvPr/>
          </p:nvSpPr>
          <p:spPr>
            <a:xfrm>
              <a:off x="6504723" y="1543698"/>
              <a:ext cx="5244453" cy="1965512"/>
            </a:xfrm>
            <a:prstGeom prst="roundRect">
              <a:avLst>
                <a:gd name="adj" fmla="val 10485"/>
              </a:avLst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11200" dist="254000" dir="2700000" sx="102000" sy="102000" algn="tl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宋体" panose="02010600030101010101" pitchFamily="2" charset="-122"/>
              </a:endParaRPr>
            </a:p>
          </p:txBody>
        </p:sp>
        <p:sp>
          <p:nvSpPr>
            <p:cNvPr id="15" name="Synergistically utilize technically sound portals with frictionless chains. Dramatically customize…">
              <a:extLst>
                <a:ext uri="{FF2B5EF4-FFF2-40B4-BE49-F238E27FC236}">
                  <a16:creationId xmlns:a16="http://schemas.microsoft.com/office/drawing/2014/main" id="{EF69F67A-95AB-65CC-B683-356DE79F953C}"/>
                </a:ext>
              </a:extLst>
            </p:cNvPr>
            <p:cNvSpPr txBox="1"/>
            <p:nvPr/>
          </p:nvSpPr>
          <p:spPr>
            <a:xfrm>
              <a:off x="7788478" y="1829821"/>
              <a:ext cx="3671272" cy="139326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a16="http://schemas.microsoft.com/office/drawing/2014/main" xmlns:adec="http://schemas.microsoft.com/office/drawing/2017/decorative" xmlns:p16="http://schemas.microsoft.com/office/powerpoint/2015/main" xmlns:a14="http://schemas.microsoft.com/office/drawing/2010/main" xmlns:p14="http://schemas.microsoft.com/office/powerpoint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marL="0" marR="0" lvl="0" indent="0" defTabSz="4572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  <a:p>
              <a:pPr marL="0" marR="0" lvl="0" indent="0" defTabSz="4572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请您单击此处添加合适文字加以解释说明，可根据自己的需要适当地调整文字的大小或者颜色等属性，祝你使用愉快！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7CF5B8FD-3EC3-C9D3-7F12-AB3B267BA1ED}"/>
                </a:ext>
              </a:extLst>
            </p:cNvPr>
            <p:cNvSpPr/>
            <p:nvPr/>
          </p:nvSpPr>
          <p:spPr>
            <a:xfrm>
              <a:off x="6488198" y="1543698"/>
              <a:ext cx="1150544" cy="1965511"/>
            </a:xfrm>
            <a:prstGeom prst="rect">
              <a:avLst/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 Black" panose="020B0A04020102020204" pitchFamily="34" charset="0"/>
                  <a:ea typeface="思源宋体 CN Heavy" panose="02020900000000000000" pitchFamily="18" charset="-122"/>
                </a:rPr>
                <a:t>01</a:t>
              </a:r>
              <a:endParaRPr kumimoji="0" lang="zh-CN" alt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思源宋体 CN Heavy" panose="02020900000000000000" pitchFamily="18" charset="-122"/>
              </a:endParaRP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7A89357-A760-452F-1015-274E819E63B4}"/>
              </a:ext>
            </a:extLst>
          </p:cNvPr>
          <p:cNvGrpSpPr/>
          <p:nvPr/>
        </p:nvGrpSpPr>
        <p:grpSpPr>
          <a:xfrm>
            <a:off x="6377853" y="3651083"/>
            <a:ext cx="5260978" cy="1965512"/>
            <a:chOff x="6488198" y="1543698"/>
            <a:chExt cx="5260978" cy="1965512"/>
          </a:xfrm>
        </p:grpSpPr>
        <p:sp>
          <p:nvSpPr>
            <p:cNvPr id="18" name="iSľiḋè">
              <a:extLst>
                <a:ext uri="{FF2B5EF4-FFF2-40B4-BE49-F238E27FC236}">
                  <a16:creationId xmlns:a16="http://schemas.microsoft.com/office/drawing/2014/main" id="{49F21B8B-A1F4-491B-6315-3EB38B00E117}"/>
                </a:ext>
              </a:extLst>
            </p:cNvPr>
            <p:cNvSpPr/>
            <p:nvPr/>
          </p:nvSpPr>
          <p:spPr>
            <a:xfrm>
              <a:off x="6504723" y="1543698"/>
              <a:ext cx="5244453" cy="1965512"/>
            </a:xfrm>
            <a:prstGeom prst="roundRect">
              <a:avLst>
                <a:gd name="adj" fmla="val 10485"/>
              </a:avLst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11200" dist="254000" dir="2700000" sx="102000" sy="102000" algn="tl" rotWithShape="0">
                <a:prstClr val="black">
                  <a:alpha val="10000"/>
                </a:prstClr>
              </a:outerShdw>
            </a:effectLst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宋体" panose="02010600030101010101" pitchFamily="2" charset="-122"/>
              </a:endParaRPr>
            </a:p>
          </p:txBody>
        </p:sp>
        <p:sp>
          <p:nvSpPr>
            <p:cNvPr id="19" name="Synergistically utilize technically sound portals with frictionless chains. Dramatically customize…">
              <a:extLst>
                <a:ext uri="{FF2B5EF4-FFF2-40B4-BE49-F238E27FC236}">
                  <a16:creationId xmlns:a16="http://schemas.microsoft.com/office/drawing/2014/main" id="{1362A8AC-1742-74EE-5F45-A182D152E586}"/>
                </a:ext>
              </a:extLst>
            </p:cNvPr>
            <p:cNvSpPr txBox="1"/>
            <p:nvPr/>
          </p:nvSpPr>
          <p:spPr>
            <a:xfrm>
              <a:off x="7788478" y="1829821"/>
              <a:ext cx="3671272" cy="139326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a16="http://schemas.microsoft.com/office/drawing/2014/main" xmlns:adec="http://schemas.microsoft.com/office/drawing/2017/decorative" xmlns:p16="http://schemas.microsoft.com/office/powerpoint/2015/main" xmlns:a14="http://schemas.microsoft.com/office/drawing/2010/main" xmlns:p14="http://schemas.microsoft.com/office/powerpoint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请您单击此处添加合适文字加以解释说明，可根据自己的需要适当地调整文字的大小或者颜色等属性，祝你使用愉快！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9806A3E-DD4D-7300-C79B-141F24E95C47}"/>
                </a:ext>
              </a:extLst>
            </p:cNvPr>
            <p:cNvSpPr/>
            <p:nvPr/>
          </p:nvSpPr>
          <p:spPr>
            <a:xfrm>
              <a:off x="6488198" y="1543698"/>
              <a:ext cx="1150544" cy="1965511"/>
            </a:xfrm>
            <a:prstGeom prst="rect">
              <a:avLst/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 Black" panose="020B0A04020102020204" pitchFamily="34" charset="0"/>
                  <a:ea typeface="思源宋体 CN Heavy" panose="02020900000000000000" pitchFamily="18" charset="-122"/>
                </a:rPr>
                <a:t>02</a:t>
              </a:r>
              <a:endParaRPr kumimoji="0" lang="zh-CN" alt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思源宋体 CN Heavy" panose="02020900000000000000" pitchFamily="18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1029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250"/>
                            </p:stCondLst>
                            <p:childTnLst>
                              <p:par>
                                <p:cTn id="10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750"/>
                            </p:stCondLst>
                            <p:childTnLst>
                              <p:par>
                                <p:cTn id="20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51EBA-5BBB-8B18-CD88-E80A9F90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444F96F-9461-82D9-1942-362E095C5C27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767025B3-7C93-2F0D-9C93-9B166350045A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74FFA7F2-20CF-BFC6-669A-0D63A153F8DD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研究方法与过程</a:t>
              </a:r>
            </a:p>
          </p:txBody>
        </p:sp>
      </p:grpSp>
      <p:grpSp>
        <p:nvGrpSpPr>
          <p:cNvPr id="5" name="กลุ่ม 1">
            <a:extLst>
              <a:ext uri="{FF2B5EF4-FFF2-40B4-BE49-F238E27FC236}">
                <a16:creationId xmlns:a16="http://schemas.microsoft.com/office/drawing/2014/main" id="{FFEFC4E6-C4A0-27B1-CFA1-B31B755EF859}"/>
              </a:ext>
            </a:extLst>
          </p:cNvPr>
          <p:cNvGrpSpPr/>
          <p:nvPr/>
        </p:nvGrpSpPr>
        <p:grpSpPr>
          <a:xfrm>
            <a:off x="7366622" y="1619250"/>
            <a:ext cx="4107923" cy="4095111"/>
            <a:chOff x="7742238" y="2743200"/>
            <a:chExt cx="9161462" cy="913288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030ECB6-451E-18E1-7CDD-C9D5A12EF86A}"/>
                </a:ext>
              </a:extLst>
            </p:cNvPr>
            <p:cNvSpPr/>
            <p:nvPr/>
          </p:nvSpPr>
          <p:spPr bwMode="auto">
            <a:xfrm>
              <a:off x="7742238" y="7626350"/>
              <a:ext cx="4251325" cy="4249738"/>
            </a:xfrm>
            <a:custGeom>
              <a:avLst/>
              <a:gdLst>
                <a:gd name="T0" fmla="*/ 59 w 148"/>
                <a:gd name="T1" fmla="*/ 1 h 148"/>
                <a:gd name="T2" fmla="*/ 1 w 148"/>
                <a:gd name="T3" fmla="*/ 59 h 148"/>
                <a:gd name="T4" fmla="*/ 1 w 148"/>
                <a:gd name="T5" fmla="*/ 63 h 148"/>
                <a:gd name="T6" fmla="*/ 86 w 148"/>
                <a:gd name="T7" fmla="*/ 147 h 148"/>
                <a:gd name="T8" fmla="*/ 89 w 148"/>
                <a:gd name="T9" fmla="*/ 147 h 148"/>
                <a:gd name="T10" fmla="*/ 148 w 148"/>
                <a:gd name="T11" fmla="*/ 89 h 148"/>
                <a:gd name="T12" fmla="*/ 148 w 148"/>
                <a:gd name="T13" fmla="*/ 87 h 148"/>
                <a:gd name="T14" fmla="*/ 148 w 148"/>
                <a:gd name="T15" fmla="*/ 3 h 148"/>
                <a:gd name="T16" fmla="*/ 146 w 148"/>
                <a:gd name="T17" fmla="*/ 0 h 148"/>
                <a:gd name="T18" fmla="*/ 61 w 148"/>
                <a:gd name="T19" fmla="*/ 0 h 148"/>
                <a:gd name="T20" fmla="*/ 59 w 148"/>
                <a:gd name="T21" fmla="*/ 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8" h="148">
                  <a:moveTo>
                    <a:pt x="59" y="1"/>
                  </a:moveTo>
                  <a:cubicBezTo>
                    <a:pt x="1" y="59"/>
                    <a:pt x="1" y="59"/>
                    <a:pt x="1" y="59"/>
                  </a:cubicBezTo>
                  <a:cubicBezTo>
                    <a:pt x="0" y="60"/>
                    <a:pt x="0" y="62"/>
                    <a:pt x="1" y="63"/>
                  </a:cubicBezTo>
                  <a:cubicBezTo>
                    <a:pt x="86" y="147"/>
                    <a:pt x="86" y="147"/>
                    <a:pt x="86" y="147"/>
                  </a:cubicBezTo>
                  <a:cubicBezTo>
                    <a:pt x="87" y="148"/>
                    <a:pt x="88" y="148"/>
                    <a:pt x="89" y="147"/>
                  </a:cubicBezTo>
                  <a:cubicBezTo>
                    <a:pt x="148" y="89"/>
                    <a:pt x="148" y="89"/>
                    <a:pt x="148" y="89"/>
                  </a:cubicBezTo>
                  <a:cubicBezTo>
                    <a:pt x="148" y="89"/>
                    <a:pt x="148" y="88"/>
                    <a:pt x="148" y="87"/>
                  </a:cubicBezTo>
                  <a:cubicBezTo>
                    <a:pt x="148" y="3"/>
                    <a:pt x="148" y="3"/>
                    <a:pt x="148" y="3"/>
                  </a:cubicBezTo>
                  <a:cubicBezTo>
                    <a:pt x="148" y="1"/>
                    <a:pt x="147" y="0"/>
                    <a:pt x="146" y="0"/>
                  </a:cubicBezTo>
                  <a:cubicBezTo>
                    <a:pt x="61" y="0"/>
                    <a:pt x="61" y="0"/>
                    <a:pt x="61" y="0"/>
                  </a:cubicBezTo>
                  <a:cubicBezTo>
                    <a:pt x="60" y="0"/>
                    <a:pt x="60" y="0"/>
                    <a:pt x="59" y="1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45720" tIns="22860" rIns="45720" bIns="2286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77208F4-224A-E0D0-E813-CFA09C613F70}"/>
                </a:ext>
              </a:extLst>
            </p:cNvPr>
            <p:cNvSpPr/>
            <p:nvPr/>
          </p:nvSpPr>
          <p:spPr bwMode="auto">
            <a:xfrm>
              <a:off x="12566650" y="7626350"/>
              <a:ext cx="4337050" cy="4249738"/>
            </a:xfrm>
            <a:custGeom>
              <a:avLst/>
              <a:gdLst>
                <a:gd name="T0" fmla="*/ 1 w 151"/>
                <a:gd name="T1" fmla="*/ 1 h 148"/>
                <a:gd name="T2" fmla="*/ 1 w 151"/>
                <a:gd name="T3" fmla="*/ 1 h 148"/>
                <a:gd name="T4" fmla="*/ 0 w 151"/>
                <a:gd name="T5" fmla="*/ 3 h 148"/>
                <a:gd name="T6" fmla="*/ 0 w 151"/>
                <a:gd name="T7" fmla="*/ 85 h 148"/>
                <a:gd name="T8" fmla="*/ 1 w 151"/>
                <a:gd name="T9" fmla="*/ 86 h 148"/>
                <a:gd name="T10" fmla="*/ 62 w 151"/>
                <a:gd name="T11" fmla="*/ 147 h 148"/>
                <a:gd name="T12" fmla="*/ 65 w 151"/>
                <a:gd name="T13" fmla="*/ 147 h 148"/>
                <a:gd name="T14" fmla="*/ 150 w 151"/>
                <a:gd name="T15" fmla="*/ 63 h 148"/>
                <a:gd name="T16" fmla="*/ 150 w 151"/>
                <a:gd name="T17" fmla="*/ 59 h 148"/>
                <a:gd name="T18" fmla="*/ 92 w 151"/>
                <a:gd name="T19" fmla="*/ 1 h 148"/>
                <a:gd name="T20" fmla="*/ 90 w 151"/>
                <a:gd name="T21" fmla="*/ 0 h 148"/>
                <a:gd name="T22" fmla="*/ 2 w 151"/>
                <a:gd name="T23" fmla="*/ 0 h 148"/>
                <a:gd name="T24" fmla="*/ 1 w 151"/>
                <a:gd name="T25" fmla="*/ 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1" h="148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85"/>
                    <a:pt x="0" y="86"/>
                    <a:pt x="1" y="86"/>
                  </a:cubicBezTo>
                  <a:cubicBezTo>
                    <a:pt x="62" y="147"/>
                    <a:pt x="62" y="147"/>
                    <a:pt x="62" y="147"/>
                  </a:cubicBezTo>
                  <a:cubicBezTo>
                    <a:pt x="63" y="148"/>
                    <a:pt x="64" y="148"/>
                    <a:pt x="65" y="147"/>
                  </a:cubicBezTo>
                  <a:cubicBezTo>
                    <a:pt x="150" y="63"/>
                    <a:pt x="150" y="63"/>
                    <a:pt x="150" y="63"/>
                  </a:cubicBezTo>
                  <a:cubicBezTo>
                    <a:pt x="151" y="62"/>
                    <a:pt x="151" y="60"/>
                    <a:pt x="150" y="59"/>
                  </a:cubicBezTo>
                  <a:cubicBezTo>
                    <a:pt x="92" y="1"/>
                    <a:pt x="92" y="1"/>
                    <a:pt x="92" y="1"/>
                  </a:cubicBezTo>
                  <a:cubicBezTo>
                    <a:pt x="91" y="0"/>
                    <a:pt x="91" y="0"/>
                    <a:pt x="90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45720" tIns="22860" rIns="45720" bIns="2286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029C269-54AB-A234-0FD0-3540D95C9677}"/>
                </a:ext>
              </a:extLst>
            </p:cNvPr>
            <p:cNvSpPr/>
            <p:nvPr/>
          </p:nvSpPr>
          <p:spPr bwMode="auto">
            <a:xfrm>
              <a:off x="12566650" y="2743200"/>
              <a:ext cx="4337050" cy="4337050"/>
            </a:xfrm>
            <a:custGeom>
              <a:avLst/>
              <a:gdLst>
                <a:gd name="T0" fmla="*/ 5 w 151"/>
                <a:gd name="T1" fmla="*/ 151 h 151"/>
                <a:gd name="T2" fmla="*/ 87 w 151"/>
                <a:gd name="T3" fmla="*/ 151 h 151"/>
                <a:gd name="T4" fmla="*/ 89 w 151"/>
                <a:gd name="T5" fmla="*/ 150 h 151"/>
                <a:gd name="T6" fmla="*/ 150 w 151"/>
                <a:gd name="T7" fmla="*/ 89 h 151"/>
                <a:gd name="T8" fmla="*/ 150 w 151"/>
                <a:gd name="T9" fmla="*/ 85 h 151"/>
                <a:gd name="T10" fmla="*/ 65 w 151"/>
                <a:gd name="T11" fmla="*/ 1 h 151"/>
                <a:gd name="T12" fmla="*/ 62 w 151"/>
                <a:gd name="T13" fmla="*/ 1 h 151"/>
                <a:gd name="T14" fmla="*/ 1 w 151"/>
                <a:gd name="T15" fmla="*/ 62 h 151"/>
                <a:gd name="T16" fmla="*/ 0 w 151"/>
                <a:gd name="T17" fmla="*/ 63 h 151"/>
                <a:gd name="T18" fmla="*/ 0 w 151"/>
                <a:gd name="T19" fmla="*/ 147 h 151"/>
                <a:gd name="T20" fmla="*/ 5 w 151"/>
                <a:gd name="T21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51" h="151">
                  <a:moveTo>
                    <a:pt x="5" y="151"/>
                  </a:moveTo>
                  <a:cubicBezTo>
                    <a:pt x="87" y="151"/>
                    <a:pt x="87" y="151"/>
                    <a:pt x="87" y="151"/>
                  </a:cubicBezTo>
                  <a:cubicBezTo>
                    <a:pt x="88" y="151"/>
                    <a:pt x="88" y="150"/>
                    <a:pt x="89" y="150"/>
                  </a:cubicBezTo>
                  <a:cubicBezTo>
                    <a:pt x="150" y="89"/>
                    <a:pt x="150" y="89"/>
                    <a:pt x="150" y="89"/>
                  </a:cubicBezTo>
                  <a:cubicBezTo>
                    <a:pt x="151" y="88"/>
                    <a:pt x="151" y="86"/>
                    <a:pt x="150" y="85"/>
                  </a:cubicBezTo>
                  <a:cubicBezTo>
                    <a:pt x="65" y="1"/>
                    <a:pt x="65" y="1"/>
                    <a:pt x="65" y="1"/>
                  </a:cubicBezTo>
                  <a:cubicBezTo>
                    <a:pt x="64" y="0"/>
                    <a:pt x="63" y="0"/>
                    <a:pt x="62" y="1"/>
                  </a:cubicBezTo>
                  <a:cubicBezTo>
                    <a:pt x="1" y="62"/>
                    <a:pt x="1" y="62"/>
                    <a:pt x="1" y="62"/>
                  </a:cubicBezTo>
                  <a:cubicBezTo>
                    <a:pt x="0" y="62"/>
                    <a:pt x="0" y="63"/>
                    <a:pt x="0" y="63"/>
                  </a:cubicBezTo>
                  <a:cubicBezTo>
                    <a:pt x="0" y="147"/>
                    <a:pt x="0" y="147"/>
                    <a:pt x="0" y="147"/>
                  </a:cubicBezTo>
                  <a:cubicBezTo>
                    <a:pt x="0" y="151"/>
                    <a:pt x="2" y="151"/>
                    <a:pt x="5" y="151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45720" tIns="22860" rIns="45720" bIns="2286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9469728-CB50-E870-4FA9-AA32B9437673}"/>
                </a:ext>
              </a:extLst>
            </p:cNvPr>
            <p:cNvSpPr/>
            <p:nvPr/>
          </p:nvSpPr>
          <p:spPr bwMode="auto">
            <a:xfrm>
              <a:off x="7742238" y="2743200"/>
              <a:ext cx="4251325" cy="4337050"/>
            </a:xfrm>
            <a:custGeom>
              <a:avLst/>
              <a:gdLst>
                <a:gd name="T0" fmla="*/ 148 w 148"/>
                <a:gd name="T1" fmla="*/ 150 h 151"/>
                <a:gd name="T2" fmla="*/ 148 w 148"/>
                <a:gd name="T3" fmla="*/ 150 h 151"/>
                <a:gd name="T4" fmla="*/ 148 w 148"/>
                <a:gd name="T5" fmla="*/ 148 h 151"/>
                <a:gd name="T6" fmla="*/ 148 w 148"/>
                <a:gd name="T7" fmla="*/ 60 h 151"/>
                <a:gd name="T8" fmla="*/ 148 w 148"/>
                <a:gd name="T9" fmla="*/ 59 h 151"/>
                <a:gd name="T10" fmla="*/ 89 w 148"/>
                <a:gd name="T11" fmla="*/ 1 h 151"/>
                <a:gd name="T12" fmla="*/ 86 w 148"/>
                <a:gd name="T13" fmla="*/ 1 h 151"/>
                <a:gd name="T14" fmla="*/ 1 w 148"/>
                <a:gd name="T15" fmla="*/ 85 h 151"/>
                <a:gd name="T16" fmla="*/ 1 w 148"/>
                <a:gd name="T17" fmla="*/ 89 h 151"/>
                <a:gd name="T18" fmla="*/ 62 w 148"/>
                <a:gd name="T19" fmla="*/ 150 h 151"/>
                <a:gd name="T20" fmla="*/ 64 w 148"/>
                <a:gd name="T21" fmla="*/ 151 h 151"/>
                <a:gd name="T22" fmla="*/ 146 w 148"/>
                <a:gd name="T23" fmla="*/ 151 h 151"/>
                <a:gd name="T24" fmla="*/ 148 w 148"/>
                <a:gd name="T25" fmla="*/ 15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8" h="151">
                  <a:moveTo>
                    <a:pt x="148" y="150"/>
                  </a:moveTo>
                  <a:cubicBezTo>
                    <a:pt x="148" y="150"/>
                    <a:pt x="148" y="150"/>
                    <a:pt x="148" y="150"/>
                  </a:cubicBezTo>
                  <a:cubicBezTo>
                    <a:pt x="148" y="149"/>
                    <a:pt x="148" y="149"/>
                    <a:pt x="148" y="148"/>
                  </a:cubicBezTo>
                  <a:cubicBezTo>
                    <a:pt x="148" y="60"/>
                    <a:pt x="148" y="60"/>
                    <a:pt x="148" y="60"/>
                  </a:cubicBezTo>
                  <a:cubicBezTo>
                    <a:pt x="148" y="60"/>
                    <a:pt x="148" y="59"/>
                    <a:pt x="148" y="59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8" y="0"/>
                    <a:pt x="87" y="0"/>
                    <a:pt x="86" y="1"/>
                  </a:cubicBezTo>
                  <a:cubicBezTo>
                    <a:pt x="1" y="85"/>
                    <a:pt x="1" y="85"/>
                    <a:pt x="1" y="85"/>
                  </a:cubicBezTo>
                  <a:cubicBezTo>
                    <a:pt x="0" y="86"/>
                    <a:pt x="0" y="88"/>
                    <a:pt x="1" y="89"/>
                  </a:cubicBezTo>
                  <a:cubicBezTo>
                    <a:pt x="62" y="150"/>
                    <a:pt x="62" y="150"/>
                    <a:pt x="62" y="150"/>
                  </a:cubicBezTo>
                  <a:cubicBezTo>
                    <a:pt x="63" y="150"/>
                    <a:pt x="63" y="151"/>
                    <a:pt x="64" y="151"/>
                  </a:cubicBezTo>
                  <a:cubicBezTo>
                    <a:pt x="146" y="151"/>
                    <a:pt x="146" y="151"/>
                    <a:pt x="146" y="151"/>
                  </a:cubicBezTo>
                  <a:cubicBezTo>
                    <a:pt x="146" y="151"/>
                    <a:pt x="147" y="150"/>
                    <a:pt x="148" y="150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45720" tIns="22860" rIns="45720" bIns="2286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10" name="Freeform 29">
              <a:extLst>
                <a:ext uri="{FF2B5EF4-FFF2-40B4-BE49-F238E27FC236}">
                  <a16:creationId xmlns:a16="http://schemas.microsoft.com/office/drawing/2014/main" id="{4155312A-AC3D-C520-E731-0EB8353CE3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94722" y="4669442"/>
              <a:ext cx="1124425" cy="1160121"/>
            </a:xfrm>
            <a:custGeom>
              <a:avLst/>
              <a:gdLst>
                <a:gd name="T0" fmla="*/ 248 w 444"/>
                <a:gd name="T1" fmla="*/ 337 h 462"/>
                <a:gd name="T2" fmla="*/ 248 w 444"/>
                <a:gd name="T3" fmla="*/ 337 h 462"/>
                <a:gd name="T4" fmla="*/ 320 w 444"/>
                <a:gd name="T5" fmla="*/ 257 h 462"/>
                <a:gd name="T6" fmla="*/ 443 w 444"/>
                <a:gd name="T7" fmla="*/ 71 h 462"/>
                <a:gd name="T8" fmla="*/ 426 w 444"/>
                <a:gd name="T9" fmla="*/ 53 h 462"/>
                <a:gd name="T10" fmla="*/ 346 w 444"/>
                <a:gd name="T11" fmla="*/ 53 h 462"/>
                <a:gd name="T12" fmla="*/ 222 w 444"/>
                <a:gd name="T13" fmla="*/ 0 h 462"/>
                <a:gd name="T14" fmla="*/ 98 w 444"/>
                <a:gd name="T15" fmla="*/ 53 h 462"/>
                <a:gd name="T16" fmla="*/ 18 w 444"/>
                <a:gd name="T17" fmla="*/ 53 h 462"/>
                <a:gd name="T18" fmla="*/ 0 w 444"/>
                <a:gd name="T19" fmla="*/ 71 h 462"/>
                <a:gd name="T20" fmla="*/ 124 w 444"/>
                <a:gd name="T21" fmla="*/ 257 h 462"/>
                <a:gd name="T22" fmla="*/ 195 w 444"/>
                <a:gd name="T23" fmla="*/ 337 h 462"/>
                <a:gd name="T24" fmla="*/ 195 w 444"/>
                <a:gd name="T25" fmla="*/ 372 h 462"/>
                <a:gd name="T26" fmla="*/ 107 w 444"/>
                <a:gd name="T27" fmla="*/ 416 h 462"/>
                <a:gd name="T28" fmla="*/ 222 w 444"/>
                <a:gd name="T29" fmla="*/ 461 h 462"/>
                <a:gd name="T30" fmla="*/ 328 w 444"/>
                <a:gd name="T31" fmla="*/ 416 h 462"/>
                <a:gd name="T32" fmla="*/ 248 w 444"/>
                <a:gd name="T33" fmla="*/ 372 h 462"/>
                <a:gd name="T34" fmla="*/ 248 w 444"/>
                <a:gd name="T35" fmla="*/ 337 h 462"/>
                <a:gd name="T36" fmla="*/ 320 w 444"/>
                <a:gd name="T37" fmla="*/ 212 h 462"/>
                <a:gd name="T38" fmla="*/ 320 w 444"/>
                <a:gd name="T39" fmla="*/ 212 h 462"/>
                <a:gd name="T40" fmla="*/ 346 w 444"/>
                <a:gd name="T41" fmla="*/ 89 h 462"/>
                <a:gd name="T42" fmla="*/ 408 w 444"/>
                <a:gd name="T43" fmla="*/ 89 h 462"/>
                <a:gd name="T44" fmla="*/ 320 w 444"/>
                <a:gd name="T45" fmla="*/ 212 h 462"/>
                <a:gd name="T46" fmla="*/ 222 w 444"/>
                <a:gd name="T47" fmla="*/ 36 h 462"/>
                <a:gd name="T48" fmla="*/ 222 w 444"/>
                <a:gd name="T49" fmla="*/ 36 h 462"/>
                <a:gd name="T50" fmla="*/ 320 w 444"/>
                <a:gd name="T51" fmla="*/ 71 h 462"/>
                <a:gd name="T52" fmla="*/ 222 w 444"/>
                <a:gd name="T53" fmla="*/ 115 h 462"/>
                <a:gd name="T54" fmla="*/ 124 w 444"/>
                <a:gd name="T55" fmla="*/ 71 h 462"/>
                <a:gd name="T56" fmla="*/ 222 w 444"/>
                <a:gd name="T57" fmla="*/ 36 h 462"/>
                <a:gd name="T58" fmla="*/ 36 w 444"/>
                <a:gd name="T59" fmla="*/ 89 h 462"/>
                <a:gd name="T60" fmla="*/ 36 w 444"/>
                <a:gd name="T61" fmla="*/ 89 h 462"/>
                <a:gd name="T62" fmla="*/ 98 w 444"/>
                <a:gd name="T63" fmla="*/ 89 h 462"/>
                <a:gd name="T64" fmla="*/ 124 w 444"/>
                <a:gd name="T65" fmla="*/ 212 h 462"/>
                <a:gd name="T66" fmla="*/ 36 w 444"/>
                <a:gd name="T67" fmla="*/ 89 h 4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44" h="462">
                  <a:moveTo>
                    <a:pt x="248" y="337"/>
                  </a:moveTo>
                  <a:lnTo>
                    <a:pt x="248" y="337"/>
                  </a:lnTo>
                  <a:cubicBezTo>
                    <a:pt x="248" y="302"/>
                    <a:pt x="275" y="283"/>
                    <a:pt x="320" y="257"/>
                  </a:cubicBezTo>
                  <a:cubicBezTo>
                    <a:pt x="373" y="221"/>
                    <a:pt x="443" y="177"/>
                    <a:pt x="443" y="71"/>
                  </a:cubicBezTo>
                  <a:cubicBezTo>
                    <a:pt x="443" y="62"/>
                    <a:pt x="434" y="53"/>
                    <a:pt x="426" y="53"/>
                  </a:cubicBezTo>
                  <a:cubicBezTo>
                    <a:pt x="346" y="53"/>
                    <a:pt x="346" y="53"/>
                    <a:pt x="346" y="53"/>
                  </a:cubicBezTo>
                  <a:cubicBezTo>
                    <a:pt x="328" y="27"/>
                    <a:pt x="293" y="0"/>
                    <a:pt x="222" y="0"/>
                  </a:cubicBezTo>
                  <a:cubicBezTo>
                    <a:pt x="151" y="0"/>
                    <a:pt x="116" y="27"/>
                    <a:pt x="98" y="53"/>
                  </a:cubicBezTo>
                  <a:cubicBezTo>
                    <a:pt x="18" y="53"/>
                    <a:pt x="18" y="53"/>
                    <a:pt x="18" y="53"/>
                  </a:cubicBezTo>
                  <a:cubicBezTo>
                    <a:pt x="9" y="53"/>
                    <a:pt x="0" y="62"/>
                    <a:pt x="0" y="71"/>
                  </a:cubicBezTo>
                  <a:cubicBezTo>
                    <a:pt x="0" y="177"/>
                    <a:pt x="62" y="221"/>
                    <a:pt x="124" y="257"/>
                  </a:cubicBezTo>
                  <a:cubicBezTo>
                    <a:pt x="169" y="283"/>
                    <a:pt x="195" y="302"/>
                    <a:pt x="195" y="337"/>
                  </a:cubicBezTo>
                  <a:cubicBezTo>
                    <a:pt x="195" y="372"/>
                    <a:pt x="195" y="372"/>
                    <a:pt x="195" y="372"/>
                  </a:cubicBezTo>
                  <a:cubicBezTo>
                    <a:pt x="142" y="381"/>
                    <a:pt x="107" y="399"/>
                    <a:pt x="107" y="416"/>
                  </a:cubicBezTo>
                  <a:cubicBezTo>
                    <a:pt x="107" y="443"/>
                    <a:pt x="160" y="461"/>
                    <a:pt x="222" y="461"/>
                  </a:cubicBezTo>
                  <a:cubicBezTo>
                    <a:pt x="283" y="461"/>
                    <a:pt x="328" y="443"/>
                    <a:pt x="328" y="416"/>
                  </a:cubicBezTo>
                  <a:cubicBezTo>
                    <a:pt x="328" y="399"/>
                    <a:pt x="302" y="381"/>
                    <a:pt x="248" y="372"/>
                  </a:cubicBezTo>
                  <a:lnTo>
                    <a:pt x="248" y="337"/>
                  </a:lnTo>
                  <a:close/>
                  <a:moveTo>
                    <a:pt x="320" y="212"/>
                  </a:moveTo>
                  <a:lnTo>
                    <a:pt x="320" y="212"/>
                  </a:lnTo>
                  <a:cubicBezTo>
                    <a:pt x="337" y="186"/>
                    <a:pt x="346" y="142"/>
                    <a:pt x="346" y="89"/>
                  </a:cubicBezTo>
                  <a:cubicBezTo>
                    <a:pt x="408" y="89"/>
                    <a:pt x="408" y="89"/>
                    <a:pt x="408" y="89"/>
                  </a:cubicBezTo>
                  <a:cubicBezTo>
                    <a:pt x="399" y="151"/>
                    <a:pt x="364" y="186"/>
                    <a:pt x="320" y="212"/>
                  </a:cubicBezTo>
                  <a:close/>
                  <a:moveTo>
                    <a:pt x="222" y="36"/>
                  </a:moveTo>
                  <a:lnTo>
                    <a:pt x="222" y="36"/>
                  </a:lnTo>
                  <a:cubicBezTo>
                    <a:pt x="293" y="36"/>
                    <a:pt x="320" y="62"/>
                    <a:pt x="320" y="71"/>
                  </a:cubicBezTo>
                  <a:cubicBezTo>
                    <a:pt x="320" y="80"/>
                    <a:pt x="293" y="106"/>
                    <a:pt x="222" y="115"/>
                  </a:cubicBezTo>
                  <a:cubicBezTo>
                    <a:pt x="151" y="106"/>
                    <a:pt x="124" y="80"/>
                    <a:pt x="124" y="71"/>
                  </a:cubicBezTo>
                  <a:cubicBezTo>
                    <a:pt x="124" y="62"/>
                    <a:pt x="151" y="36"/>
                    <a:pt x="222" y="36"/>
                  </a:cubicBezTo>
                  <a:close/>
                  <a:moveTo>
                    <a:pt x="36" y="89"/>
                  </a:moveTo>
                  <a:lnTo>
                    <a:pt x="36" y="89"/>
                  </a:lnTo>
                  <a:cubicBezTo>
                    <a:pt x="98" y="89"/>
                    <a:pt x="98" y="89"/>
                    <a:pt x="98" y="89"/>
                  </a:cubicBezTo>
                  <a:cubicBezTo>
                    <a:pt x="98" y="142"/>
                    <a:pt x="107" y="186"/>
                    <a:pt x="124" y="212"/>
                  </a:cubicBezTo>
                  <a:cubicBezTo>
                    <a:pt x="80" y="186"/>
                    <a:pt x="36" y="151"/>
                    <a:pt x="36" y="89"/>
                  </a:cubicBez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  <a:effectLst/>
          </p:spPr>
          <p:txBody>
            <a:bodyPr wrap="none" lIns="17145" tIns="8573" rIns="17145" bIns="8573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11" name="Group 1">
              <a:extLst>
                <a:ext uri="{FF2B5EF4-FFF2-40B4-BE49-F238E27FC236}">
                  <a16:creationId xmlns:a16="http://schemas.microsoft.com/office/drawing/2014/main" id="{63277DCF-4DAB-150B-26C5-AA1ED5F3D467}"/>
                </a:ext>
              </a:extLst>
            </p:cNvPr>
            <p:cNvGrpSpPr/>
            <p:nvPr/>
          </p:nvGrpSpPr>
          <p:grpSpPr bwMode="auto">
            <a:xfrm>
              <a:off x="9799637" y="8839200"/>
              <a:ext cx="1169043" cy="1151195"/>
              <a:chOff x="7197121" y="8332916"/>
              <a:chExt cx="553830" cy="543285"/>
            </a:xfrm>
          </p:grpSpPr>
          <p:sp>
            <p:nvSpPr>
              <p:cNvPr id="14" name="Freeform 31">
                <a:extLst>
                  <a:ext uri="{FF2B5EF4-FFF2-40B4-BE49-F238E27FC236}">
                    <a16:creationId xmlns:a16="http://schemas.microsoft.com/office/drawing/2014/main" id="{B84A6C53-5660-95B2-B36F-2E31C4378B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97121" y="8332916"/>
                <a:ext cx="553830" cy="543285"/>
              </a:xfrm>
              <a:custGeom>
                <a:avLst/>
                <a:gdLst>
                  <a:gd name="T0" fmla="*/ 231 w 462"/>
                  <a:gd name="T1" fmla="*/ 0 h 453"/>
                  <a:gd name="T2" fmla="*/ 231 w 462"/>
                  <a:gd name="T3" fmla="*/ 0 h 453"/>
                  <a:gd name="T4" fmla="*/ 0 w 462"/>
                  <a:gd name="T5" fmla="*/ 222 h 453"/>
                  <a:gd name="T6" fmla="*/ 231 w 462"/>
                  <a:gd name="T7" fmla="*/ 452 h 453"/>
                  <a:gd name="T8" fmla="*/ 461 w 462"/>
                  <a:gd name="T9" fmla="*/ 222 h 453"/>
                  <a:gd name="T10" fmla="*/ 231 w 462"/>
                  <a:gd name="T11" fmla="*/ 0 h 453"/>
                  <a:gd name="T12" fmla="*/ 231 w 462"/>
                  <a:gd name="T13" fmla="*/ 399 h 453"/>
                  <a:gd name="T14" fmla="*/ 231 w 462"/>
                  <a:gd name="T15" fmla="*/ 399 h 453"/>
                  <a:gd name="T16" fmla="*/ 53 w 462"/>
                  <a:gd name="T17" fmla="*/ 222 h 453"/>
                  <a:gd name="T18" fmla="*/ 231 w 462"/>
                  <a:gd name="T19" fmla="*/ 45 h 453"/>
                  <a:gd name="T20" fmla="*/ 408 w 462"/>
                  <a:gd name="T21" fmla="*/ 222 h 453"/>
                  <a:gd name="T22" fmla="*/ 231 w 462"/>
                  <a:gd name="T23" fmla="*/ 399 h 4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62" h="453">
                    <a:moveTo>
                      <a:pt x="231" y="0"/>
                    </a:moveTo>
                    <a:lnTo>
                      <a:pt x="231" y="0"/>
                    </a:lnTo>
                    <a:cubicBezTo>
                      <a:pt x="106" y="0"/>
                      <a:pt x="0" y="98"/>
                      <a:pt x="0" y="222"/>
                    </a:cubicBezTo>
                    <a:cubicBezTo>
                      <a:pt x="0" y="346"/>
                      <a:pt x="106" y="452"/>
                      <a:pt x="231" y="452"/>
                    </a:cubicBezTo>
                    <a:cubicBezTo>
                      <a:pt x="355" y="452"/>
                      <a:pt x="461" y="346"/>
                      <a:pt x="461" y="222"/>
                    </a:cubicBezTo>
                    <a:cubicBezTo>
                      <a:pt x="461" y="98"/>
                      <a:pt x="355" y="0"/>
                      <a:pt x="231" y="0"/>
                    </a:cubicBezTo>
                    <a:close/>
                    <a:moveTo>
                      <a:pt x="231" y="399"/>
                    </a:moveTo>
                    <a:lnTo>
                      <a:pt x="231" y="399"/>
                    </a:lnTo>
                    <a:cubicBezTo>
                      <a:pt x="133" y="399"/>
                      <a:pt x="53" y="319"/>
                      <a:pt x="53" y="222"/>
                    </a:cubicBezTo>
                    <a:cubicBezTo>
                      <a:pt x="53" y="124"/>
                      <a:pt x="133" y="45"/>
                      <a:pt x="231" y="45"/>
                    </a:cubicBezTo>
                    <a:cubicBezTo>
                      <a:pt x="328" y="45"/>
                      <a:pt x="408" y="124"/>
                      <a:pt x="408" y="222"/>
                    </a:cubicBezTo>
                    <a:cubicBezTo>
                      <a:pt x="408" y="319"/>
                      <a:pt x="328" y="399"/>
                      <a:pt x="231" y="399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  <a:effectLst/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15" name="Freeform 32">
                <a:extLst>
                  <a:ext uri="{FF2B5EF4-FFF2-40B4-BE49-F238E27FC236}">
                    <a16:creationId xmlns:a16="http://schemas.microsoft.com/office/drawing/2014/main" id="{55141BA0-9C33-9CDE-4CB2-2E68D4D7D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50784" y="8450839"/>
                <a:ext cx="126832" cy="261114"/>
              </a:xfrm>
              <a:custGeom>
                <a:avLst/>
                <a:gdLst>
                  <a:gd name="T0" fmla="*/ 36 w 107"/>
                  <a:gd name="T1" fmla="*/ 0 h 222"/>
                  <a:gd name="T2" fmla="*/ 0 w 107"/>
                  <a:gd name="T3" fmla="*/ 0 h 222"/>
                  <a:gd name="T4" fmla="*/ 0 w 107"/>
                  <a:gd name="T5" fmla="*/ 133 h 222"/>
                  <a:gd name="T6" fmla="*/ 89 w 107"/>
                  <a:gd name="T7" fmla="*/ 221 h 222"/>
                  <a:gd name="T8" fmla="*/ 106 w 107"/>
                  <a:gd name="T9" fmla="*/ 195 h 222"/>
                  <a:gd name="T10" fmla="*/ 36 w 107"/>
                  <a:gd name="T11" fmla="*/ 114 h 222"/>
                  <a:gd name="T12" fmla="*/ 36 w 107"/>
                  <a:gd name="T13" fmla="*/ 0 h 2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" h="222">
                    <a:moveTo>
                      <a:pt x="36" y="0"/>
                    </a:moveTo>
                    <a:lnTo>
                      <a:pt x="0" y="0"/>
                    </a:lnTo>
                    <a:lnTo>
                      <a:pt x="0" y="133"/>
                    </a:lnTo>
                    <a:lnTo>
                      <a:pt x="89" y="221"/>
                    </a:lnTo>
                    <a:lnTo>
                      <a:pt x="106" y="195"/>
                    </a:lnTo>
                    <a:lnTo>
                      <a:pt x="36" y="114"/>
                    </a:lnTo>
                    <a:lnTo>
                      <a:pt x="36" y="0"/>
                    </a:lnTo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  <a:effectLst/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  <p:sp>
          <p:nvSpPr>
            <p:cNvPr id="12" name="Freeform 39">
              <a:extLst>
                <a:ext uri="{FF2B5EF4-FFF2-40B4-BE49-F238E27FC236}">
                  <a16:creationId xmlns:a16="http://schemas.microsoft.com/office/drawing/2014/main" id="{0BD028F5-9D1A-8D5F-611C-720EC5E9A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628212" y="8763000"/>
              <a:ext cx="1124425" cy="1124425"/>
            </a:xfrm>
            <a:custGeom>
              <a:avLst/>
              <a:gdLst>
                <a:gd name="T0" fmla="*/ 399 w 444"/>
                <a:gd name="T1" fmla="*/ 53 h 444"/>
                <a:gd name="T2" fmla="*/ 399 w 444"/>
                <a:gd name="T3" fmla="*/ 53 h 444"/>
                <a:gd name="T4" fmla="*/ 372 w 444"/>
                <a:gd name="T5" fmla="*/ 53 h 444"/>
                <a:gd name="T6" fmla="*/ 372 w 444"/>
                <a:gd name="T7" fmla="*/ 98 h 444"/>
                <a:gd name="T8" fmla="*/ 293 w 444"/>
                <a:gd name="T9" fmla="*/ 98 h 444"/>
                <a:gd name="T10" fmla="*/ 293 w 444"/>
                <a:gd name="T11" fmla="*/ 53 h 444"/>
                <a:gd name="T12" fmla="*/ 151 w 444"/>
                <a:gd name="T13" fmla="*/ 53 h 444"/>
                <a:gd name="T14" fmla="*/ 151 w 444"/>
                <a:gd name="T15" fmla="*/ 98 h 444"/>
                <a:gd name="T16" fmla="*/ 71 w 444"/>
                <a:gd name="T17" fmla="*/ 98 h 444"/>
                <a:gd name="T18" fmla="*/ 71 w 444"/>
                <a:gd name="T19" fmla="*/ 53 h 444"/>
                <a:gd name="T20" fmla="*/ 45 w 444"/>
                <a:gd name="T21" fmla="*/ 53 h 444"/>
                <a:gd name="T22" fmla="*/ 0 w 444"/>
                <a:gd name="T23" fmla="*/ 98 h 444"/>
                <a:gd name="T24" fmla="*/ 0 w 444"/>
                <a:gd name="T25" fmla="*/ 399 h 444"/>
                <a:gd name="T26" fmla="*/ 45 w 444"/>
                <a:gd name="T27" fmla="*/ 443 h 444"/>
                <a:gd name="T28" fmla="*/ 399 w 444"/>
                <a:gd name="T29" fmla="*/ 443 h 444"/>
                <a:gd name="T30" fmla="*/ 443 w 444"/>
                <a:gd name="T31" fmla="*/ 399 h 444"/>
                <a:gd name="T32" fmla="*/ 443 w 444"/>
                <a:gd name="T33" fmla="*/ 98 h 444"/>
                <a:gd name="T34" fmla="*/ 399 w 444"/>
                <a:gd name="T35" fmla="*/ 53 h 444"/>
                <a:gd name="T36" fmla="*/ 399 w 444"/>
                <a:gd name="T37" fmla="*/ 399 h 444"/>
                <a:gd name="T38" fmla="*/ 399 w 444"/>
                <a:gd name="T39" fmla="*/ 399 h 444"/>
                <a:gd name="T40" fmla="*/ 45 w 444"/>
                <a:gd name="T41" fmla="*/ 399 h 444"/>
                <a:gd name="T42" fmla="*/ 45 w 444"/>
                <a:gd name="T43" fmla="*/ 196 h 444"/>
                <a:gd name="T44" fmla="*/ 399 w 444"/>
                <a:gd name="T45" fmla="*/ 196 h 444"/>
                <a:gd name="T46" fmla="*/ 399 w 444"/>
                <a:gd name="T47" fmla="*/ 399 h 444"/>
                <a:gd name="T48" fmla="*/ 124 w 444"/>
                <a:gd name="T49" fmla="*/ 0 h 444"/>
                <a:gd name="T50" fmla="*/ 124 w 444"/>
                <a:gd name="T51" fmla="*/ 0 h 444"/>
                <a:gd name="T52" fmla="*/ 89 w 444"/>
                <a:gd name="T53" fmla="*/ 0 h 444"/>
                <a:gd name="T54" fmla="*/ 89 w 444"/>
                <a:gd name="T55" fmla="*/ 89 h 444"/>
                <a:gd name="T56" fmla="*/ 124 w 444"/>
                <a:gd name="T57" fmla="*/ 89 h 444"/>
                <a:gd name="T58" fmla="*/ 124 w 444"/>
                <a:gd name="T59" fmla="*/ 0 h 444"/>
                <a:gd name="T60" fmla="*/ 354 w 444"/>
                <a:gd name="T61" fmla="*/ 0 h 444"/>
                <a:gd name="T62" fmla="*/ 354 w 444"/>
                <a:gd name="T63" fmla="*/ 0 h 444"/>
                <a:gd name="T64" fmla="*/ 319 w 444"/>
                <a:gd name="T65" fmla="*/ 0 h 444"/>
                <a:gd name="T66" fmla="*/ 319 w 444"/>
                <a:gd name="T67" fmla="*/ 89 h 444"/>
                <a:gd name="T68" fmla="*/ 354 w 444"/>
                <a:gd name="T69" fmla="*/ 89 h 444"/>
                <a:gd name="T70" fmla="*/ 354 w 444"/>
                <a:gd name="T71" fmla="*/ 0 h 4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444" h="444">
                  <a:moveTo>
                    <a:pt x="399" y="53"/>
                  </a:moveTo>
                  <a:lnTo>
                    <a:pt x="399" y="53"/>
                  </a:lnTo>
                  <a:cubicBezTo>
                    <a:pt x="372" y="53"/>
                    <a:pt x="372" y="53"/>
                    <a:pt x="372" y="53"/>
                  </a:cubicBezTo>
                  <a:cubicBezTo>
                    <a:pt x="372" y="98"/>
                    <a:pt x="372" y="98"/>
                    <a:pt x="372" y="98"/>
                  </a:cubicBezTo>
                  <a:cubicBezTo>
                    <a:pt x="293" y="98"/>
                    <a:pt x="293" y="98"/>
                    <a:pt x="293" y="98"/>
                  </a:cubicBezTo>
                  <a:cubicBezTo>
                    <a:pt x="293" y="53"/>
                    <a:pt x="293" y="53"/>
                    <a:pt x="293" y="53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51" y="98"/>
                    <a:pt x="151" y="98"/>
                    <a:pt x="151" y="98"/>
                  </a:cubicBezTo>
                  <a:cubicBezTo>
                    <a:pt x="71" y="98"/>
                    <a:pt x="71" y="98"/>
                    <a:pt x="71" y="98"/>
                  </a:cubicBezTo>
                  <a:cubicBezTo>
                    <a:pt x="71" y="53"/>
                    <a:pt x="71" y="53"/>
                    <a:pt x="71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18" y="53"/>
                    <a:pt x="0" y="71"/>
                    <a:pt x="0" y="98"/>
                  </a:cubicBezTo>
                  <a:cubicBezTo>
                    <a:pt x="0" y="399"/>
                    <a:pt x="0" y="399"/>
                    <a:pt x="0" y="399"/>
                  </a:cubicBezTo>
                  <a:cubicBezTo>
                    <a:pt x="0" y="425"/>
                    <a:pt x="18" y="443"/>
                    <a:pt x="45" y="443"/>
                  </a:cubicBezTo>
                  <a:cubicBezTo>
                    <a:pt x="399" y="443"/>
                    <a:pt x="399" y="443"/>
                    <a:pt x="399" y="443"/>
                  </a:cubicBezTo>
                  <a:cubicBezTo>
                    <a:pt x="425" y="443"/>
                    <a:pt x="443" y="425"/>
                    <a:pt x="443" y="399"/>
                  </a:cubicBezTo>
                  <a:cubicBezTo>
                    <a:pt x="443" y="98"/>
                    <a:pt x="443" y="98"/>
                    <a:pt x="443" y="98"/>
                  </a:cubicBezTo>
                  <a:cubicBezTo>
                    <a:pt x="443" y="71"/>
                    <a:pt x="425" y="53"/>
                    <a:pt x="399" y="53"/>
                  </a:cubicBezTo>
                  <a:close/>
                  <a:moveTo>
                    <a:pt x="399" y="399"/>
                  </a:moveTo>
                  <a:lnTo>
                    <a:pt x="399" y="399"/>
                  </a:lnTo>
                  <a:cubicBezTo>
                    <a:pt x="45" y="399"/>
                    <a:pt x="45" y="399"/>
                    <a:pt x="45" y="399"/>
                  </a:cubicBezTo>
                  <a:cubicBezTo>
                    <a:pt x="45" y="196"/>
                    <a:pt x="45" y="196"/>
                    <a:pt x="45" y="196"/>
                  </a:cubicBezTo>
                  <a:cubicBezTo>
                    <a:pt x="399" y="196"/>
                    <a:pt x="399" y="196"/>
                    <a:pt x="399" y="196"/>
                  </a:cubicBezTo>
                  <a:lnTo>
                    <a:pt x="399" y="399"/>
                  </a:lnTo>
                  <a:close/>
                  <a:moveTo>
                    <a:pt x="124" y="0"/>
                  </a:moveTo>
                  <a:lnTo>
                    <a:pt x="124" y="0"/>
                  </a:lnTo>
                  <a:cubicBezTo>
                    <a:pt x="89" y="0"/>
                    <a:pt x="89" y="0"/>
                    <a:pt x="89" y="0"/>
                  </a:cubicBezTo>
                  <a:cubicBezTo>
                    <a:pt x="89" y="89"/>
                    <a:pt x="89" y="89"/>
                    <a:pt x="89" y="89"/>
                  </a:cubicBezTo>
                  <a:cubicBezTo>
                    <a:pt x="124" y="89"/>
                    <a:pt x="124" y="89"/>
                    <a:pt x="124" y="89"/>
                  </a:cubicBezTo>
                  <a:lnTo>
                    <a:pt x="124" y="0"/>
                  </a:lnTo>
                  <a:close/>
                  <a:moveTo>
                    <a:pt x="354" y="0"/>
                  </a:moveTo>
                  <a:lnTo>
                    <a:pt x="354" y="0"/>
                  </a:lnTo>
                  <a:cubicBezTo>
                    <a:pt x="319" y="0"/>
                    <a:pt x="319" y="0"/>
                    <a:pt x="319" y="0"/>
                  </a:cubicBezTo>
                  <a:cubicBezTo>
                    <a:pt x="319" y="89"/>
                    <a:pt x="319" y="89"/>
                    <a:pt x="319" y="89"/>
                  </a:cubicBezTo>
                  <a:cubicBezTo>
                    <a:pt x="354" y="89"/>
                    <a:pt x="354" y="89"/>
                    <a:pt x="354" y="89"/>
                  </a:cubicBezTo>
                  <a:lnTo>
                    <a:pt x="354" y="0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  <a:effectLst/>
          </p:spPr>
          <p:txBody>
            <a:bodyPr wrap="none" lIns="17145" tIns="8573" rIns="17145" bIns="8573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13" name="Freeform 65">
              <a:extLst>
                <a:ext uri="{FF2B5EF4-FFF2-40B4-BE49-F238E27FC236}">
                  <a16:creationId xmlns:a16="http://schemas.microsoft.com/office/drawing/2014/main" id="{181281F5-B746-126A-45B1-B834AC01A9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04477" y="4661967"/>
              <a:ext cx="1061960" cy="1053033"/>
            </a:xfrm>
            <a:custGeom>
              <a:avLst/>
              <a:gdLst>
                <a:gd name="T0" fmla="*/ 381 w 417"/>
                <a:gd name="T1" fmla="*/ 203 h 417"/>
                <a:gd name="T2" fmla="*/ 381 w 417"/>
                <a:gd name="T3" fmla="*/ 203 h 417"/>
                <a:gd name="T4" fmla="*/ 416 w 417"/>
                <a:gd name="T5" fmla="*/ 141 h 417"/>
                <a:gd name="T6" fmla="*/ 408 w 417"/>
                <a:gd name="T7" fmla="*/ 106 h 417"/>
                <a:gd name="T8" fmla="*/ 337 w 417"/>
                <a:gd name="T9" fmla="*/ 79 h 417"/>
                <a:gd name="T10" fmla="*/ 319 w 417"/>
                <a:gd name="T11" fmla="*/ 17 h 417"/>
                <a:gd name="T12" fmla="*/ 275 w 417"/>
                <a:gd name="T13" fmla="*/ 0 h 417"/>
                <a:gd name="T14" fmla="*/ 213 w 417"/>
                <a:gd name="T15" fmla="*/ 35 h 417"/>
                <a:gd name="T16" fmla="*/ 151 w 417"/>
                <a:gd name="T17" fmla="*/ 0 h 417"/>
                <a:gd name="T18" fmla="*/ 107 w 417"/>
                <a:gd name="T19" fmla="*/ 17 h 417"/>
                <a:gd name="T20" fmla="*/ 89 w 417"/>
                <a:gd name="T21" fmla="*/ 79 h 417"/>
                <a:gd name="T22" fmla="*/ 18 w 417"/>
                <a:gd name="T23" fmla="*/ 106 h 417"/>
                <a:gd name="T24" fmla="*/ 0 w 417"/>
                <a:gd name="T25" fmla="*/ 141 h 417"/>
                <a:gd name="T26" fmla="*/ 44 w 417"/>
                <a:gd name="T27" fmla="*/ 203 h 417"/>
                <a:gd name="T28" fmla="*/ 0 w 417"/>
                <a:gd name="T29" fmla="*/ 275 h 417"/>
                <a:gd name="T30" fmla="*/ 18 w 417"/>
                <a:gd name="T31" fmla="*/ 310 h 417"/>
                <a:gd name="T32" fmla="*/ 89 w 417"/>
                <a:gd name="T33" fmla="*/ 328 h 417"/>
                <a:gd name="T34" fmla="*/ 107 w 417"/>
                <a:gd name="T35" fmla="*/ 398 h 417"/>
                <a:gd name="T36" fmla="*/ 151 w 417"/>
                <a:gd name="T37" fmla="*/ 416 h 417"/>
                <a:gd name="T38" fmla="*/ 213 w 417"/>
                <a:gd name="T39" fmla="*/ 372 h 417"/>
                <a:gd name="T40" fmla="*/ 275 w 417"/>
                <a:gd name="T41" fmla="*/ 416 h 417"/>
                <a:gd name="T42" fmla="*/ 319 w 417"/>
                <a:gd name="T43" fmla="*/ 398 h 417"/>
                <a:gd name="T44" fmla="*/ 337 w 417"/>
                <a:gd name="T45" fmla="*/ 328 h 417"/>
                <a:gd name="T46" fmla="*/ 408 w 417"/>
                <a:gd name="T47" fmla="*/ 310 h 417"/>
                <a:gd name="T48" fmla="*/ 416 w 417"/>
                <a:gd name="T49" fmla="*/ 265 h 417"/>
                <a:gd name="T50" fmla="*/ 381 w 417"/>
                <a:gd name="T51" fmla="*/ 203 h 417"/>
                <a:gd name="T52" fmla="*/ 213 w 417"/>
                <a:gd name="T53" fmla="*/ 292 h 417"/>
                <a:gd name="T54" fmla="*/ 213 w 417"/>
                <a:gd name="T55" fmla="*/ 292 h 417"/>
                <a:gd name="T56" fmla="*/ 125 w 417"/>
                <a:gd name="T57" fmla="*/ 203 h 417"/>
                <a:gd name="T58" fmla="*/ 213 w 417"/>
                <a:gd name="T59" fmla="*/ 115 h 417"/>
                <a:gd name="T60" fmla="*/ 301 w 417"/>
                <a:gd name="T61" fmla="*/ 203 h 417"/>
                <a:gd name="T62" fmla="*/ 213 w 417"/>
                <a:gd name="T63" fmla="*/ 292 h 4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417" h="417">
                  <a:moveTo>
                    <a:pt x="381" y="203"/>
                  </a:moveTo>
                  <a:lnTo>
                    <a:pt x="381" y="203"/>
                  </a:lnTo>
                  <a:cubicBezTo>
                    <a:pt x="381" y="177"/>
                    <a:pt x="399" y="159"/>
                    <a:pt x="416" y="141"/>
                  </a:cubicBezTo>
                  <a:cubicBezTo>
                    <a:pt x="416" y="132"/>
                    <a:pt x="408" y="115"/>
                    <a:pt x="408" y="106"/>
                  </a:cubicBezTo>
                  <a:cubicBezTo>
                    <a:pt x="372" y="115"/>
                    <a:pt x="354" y="97"/>
                    <a:pt x="337" y="79"/>
                  </a:cubicBezTo>
                  <a:cubicBezTo>
                    <a:pt x="319" y="62"/>
                    <a:pt x="310" y="44"/>
                    <a:pt x="319" y="17"/>
                  </a:cubicBezTo>
                  <a:cubicBezTo>
                    <a:pt x="310" y="9"/>
                    <a:pt x="293" y="0"/>
                    <a:pt x="275" y="0"/>
                  </a:cubicBezTo>
                  <a:cubicBezTo>
                    <a:pt x="266" y="17"/>
                    <a:pt x="240" y="35"/>
                    <a:pt x="213" y="35"/>
                  </a:cubicBezTo>
                  <a:cubicBezTo>
                    <a:pt x="187" y="35"/>
                    <a:pt x="160" y="17"/>
                    <a:pt x="151" y="0"/>
                  </a:cubicBezTo>
                  <a:cubicBezTo>
                    <a:pt x="133" y="0"/>
                    <a:pt x="116" y="9"/>
                    <a:pt x="107" y="17"/>
                  </a:cubicBezTo>
                  <a:cubicBezTo>
                    <a:pt x="116" y="44"/>
                    <a:pt x="107" y="62"/>
                    <a:pt x="89" y="79"/>
                  </a:cubicBezTo>
                  <a:cubicBezTo>
                    <a:pt x="72" y="97"/>
                    <a:pt x="44" y="115"/>
                    <a:pt x="18" y="106"/>
                  </a:cubicBezTo>
                  <a:cubicBezTo>
                    <a:pt x="18" y="115"/>
                    <a:pt x="9" y="132"/>
                    <a:pt x="0" y="141"/>
                  </a:cubicBezTo>
                  <a:cubicBezTo>
                    <a:pt x="27" y="159"/>
                    <a:pt x="44" y="177"/>
                    <a:pt x="44" y="203"/>
                  </a:cubicBezTo>
                  <a:cubicBezTo>
                    <a:pt x="44" y="230"/>
                    <a:pt x="27" y="256"/>
                    <a:pt x="0" y="275"/>
                  </a:cubicBezTo>
                  <a:cubicBezTo>
                    <a:pt x="9" y="283"/>
                    <a:pt x="18" y="301"/>
                    <a:pt x="18" y="310"/>
                  </a:cubicBezTo>
                  <a:cubicBezTo>
                    <a:pt x="44" y="310"/>
                    <a:pt x="72" y="310"/>
                    <a:pt x="89" y="328"/>
                  </a:cubicBezTo>
                  <a:cubicBezTo>
                    <a:pt x="107" y="345"/>
                    <a:pt x="116" y="372"/>
                    <a:pt x="107" y="398"/>
                  </a:cubicBezTo>
                  <a:cubicBezTo>
                    <a:pt x="116" y="407"/>
                    <a:pt x="133" y="407"/>
                    <a:pt x="151" y="416"/>
                  </a:cubicBezTo>
                  <a:cubicBezTo>
                    <a:pt x="160" y="389"/>
                    <a:pt x="187" y="372"/>
                    <a:pt x="213" y="372"/>
                  </a:cubicBezTo>
                  <a:cubicBezTo>
                    <a:pt x="240" y="372"/>
                    <a:pt x="266" y="389"/>
                    <a:pt x="275" y="416"/>
                  </a:cubicBezTo>
                  <a:cubicBezTo>
                    <a:pt x="293" y="407"/>
                    <a:pt x="310" y="407"/>
                    <a:pt x="319" y="398"/>
                  </a:cubicBezTo>
                  <a:cubicBezTo>
                    <a:pt x="310" y="372"/>
                    <a:pt x="319" y="345"/>
                    <a:pt x="337" y="328"/>
                  </a:cubicBezTo>
                  <a:cubicBezTo>
                    <a:pt x="354" y="310"/>
                    <a:pt x="372" y="301"/>
                    <a:pt x="408" y="310"/>
                  </a:cubicBezTo>
                  <a:cubicBezTo>
                    <a:pt x="408" y="292"/>
                    <a:pt x="416" y="283"/>
                    <a:pt x="416" y="265"/>
                  </a:cubicBezTo>
                  <a:cubicBezTo>
                    <a:pt x="399" y="256"/>
                    <a:pt x="381" y="230"/>
                    <a:pt x="381" y="203"/>
                  </a:cubicBezTo>
                  <a:close/>
                  <a:moveTo>
                    <a:pt x="213" y="292"/>
                  </a:moveTo>
                  <a:lnTo>
                    <a:pt x="213" y="292"/>
                  </a:lnTo>
                  <a:cubicBezTo>
                    <a:pt x="160" y="292"/>
                    <a:pt x="125" y="256"/>
                    <a:pt x="125" y="203"/>
                  </a:cubicBezTo>
                  <a:cubicBezTo>
                    <a:pt x="125" y="159"/>
                    <a:pt x="160" y="115"/>
                    <a:pt x="213" y="115"/>
                  </a:cubicBezTo>
                  <a:cubicBezTo>
                    <a:pt x="266" y="115"/>
                    <a:pt x="301" y="159"/>
                    <a:pt x="301" y="203"/>
                  </a:cubicBezTo>
                  <a:cubicBezTo>
                    <a:pt x="301" y="256"/>
                    <a:pt x="266" y="292"/>
                    <a:pt x="213" y="292"/>
                  </a:cubicBez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  <a:effectLst/>
          </p:spPr>
          <p:txBody>
            <a:bodyPr wrap="none" lIns="17145" tIns="8573" rIns="17145" bIns="8573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CE404CBF-2036-028D-0167-49A69F6303C3}"/>
              </a:ext>
            </a:extLst>
          </p:cNvPr>
          <p:cNvGrpSpPr/>
          <p:nvPr/>
        </p:nvGrpSpPr>
        <p:grpSpPr>
          <a:xfrm>
            <a:off x="801492" y="1562100"/>
            <a:ext cx="6555606" cy="839269"/>
            <a:chOff x="865288" y="1611520"/>
            <a:chExt cx="6555606" cy="839269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71A2A71-1A23-4949-624F-63A7C62D71A4}"/>
                </a:ext>
              </a:extLst>
            </p:cNvPr>
            <p:cNvSpPr/>
            <p:nvPr/>
          </p:nvSpPr>
          <p:spPr>
            <a:xfrm>
              <a:off x="1601256" y="1611520"/>
              <a:ext cx="5819638" cy="8392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sym typeface="思源宋体 CN Heavy" panose="02020900000000000000" pitchFamily="18" charset="-122"/>
                </a:rPr>
                <a:t>添加标题</a:t>
              </a:r>
            </a:p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sym typeface="+mn-ea"/>
                </a:rPr>
                <a:t>单击此处输入文本，可适当地调整文字的颜色或大小等属性。</a:t>
              </a:r>
            </a:p>
          </p:txBody>
        </p: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D07DCDC4-76A7-D787-0826-4FC53420B35B}"/>
                </a:ext>
              </a:extLst>
            </p:cNvPr>
            <p:cNvGrpSpPr/>
            <p:nvPr/>
          </p:nvGrpSpPr>
          <p:grpSpPr>
            <a:xfrm>
              <a:off x="865288" y="1727465"/>
              <a:ext cx="637975" cy="648094"/>
              <a:chOff x="1027803" y="1665564"/>
              <a:chExt cx="840605" cy="853938"/>
            </a:xfrm>
          </p:grpSpPr>
          <p:sp>
            <p:nvSpPr>
              <p:cNvPr id="19" name="椭圆 18">
                <a:extLst>
                  <a:ext uri="{FF2B5EF4-FFF2-40B4-BE49-F238E27FC236}">
                    <a16:creationId xmlns:a16="http://schemas.microsoft.com/office/drawing/2014/main" id="{2BA0C8E6-3A1F-F18F-5FBD-9A3564A436CA}"/>
                  </a:ext>
                </a:extLst>
              </p:cNvPr>
              <p:cNvSpPr/>
              <p:nvPr/>
            </p:nvSpPr>
            <p:spPr>
              <a:xfrm>
                <a:off x="1027803" y="1665564"/>
                <a:ext cx="840605" cy="853938"/>
              </a:xfrm>
              <a:prstGeom prst="ellipse">
                <a:avLst/>
              </a:prstGeom>
              <a:solidFill>
                <a:srgbClr val="174677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lIns="0" rIns="0" rtlCol="0" anchor="ctr"/>
              <a:lstStyle/>
              <a:p>
                <a:pPr marL="0" marR="0" lvl="0" indent="0" algn="ctr" defTabSz="91437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072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20" name="Freeform 65">
                <a:extLst>
                  <a:ext uri="{FF2B5EF4-FFF2-40B4-BE49-F238E27FC236}">
                    <a16:creationId xmlns:a16="http://schemas.microsoft.com/office/drawing/2014/main" id="{789C2DB3-804D-8FC3-B5EF-84C4C51171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0993" y="1887162"/>
                <a:ext cx="414225" cy="410743"/>
              </a:xfrm>
              <a:custGeom>
                <a:avLst/>
                <a:gdLst>
                  <a:gd name="T0" fmla="*/ 381 w 417"/>
                  <a:gd name="T1" fmla="*/ 203 h 417"/>
                  <a:gd name="T2" fmla="*/ 381 w 417"/>
                  <a:gd name="T3" fmla="*/ 203 h 417"/>
                  <a:gd name="T4" fmla="*/ 416 w 417"/>
                  <a:gd name="T5" fmla="*/ 141 h 417"/>
                  <a:gd name="T6" fmla="*/ 408 w 417"/>
                  <a:gd name="T7" fmla="*/ 106 h 417"/>
                  <a:gd name="T8" fmla="*/ 337 w 417"/>
                  <a:gd name="T9" fmla="*/ 79 h 417"/>
                  <a:gd name="T10" fmla="*/ 319 w 417"/>
                  <a:gd name="T11" fmla="*/ 17 h 417"/>
                  <a:gd name="T12" fmla="*/ 275 w 417"/>
                  <a:gd name="T13" fmla="*/ 0 h 417"/>
                  <a:gd name="T14" fmla="*/ 213 w 417"/>
                  <a:gd name="T15" fmla="*/ 35 h 417"/>
                  <a:gd name="T16" fmla="*/ 151 w 417"/>
                  <a:gd name="T17" fmla="*/ 0 h 417"/>
                  <a:gd name="T18" fmla="*/ 107 w 417"/>
                  <a:gd name="T19" fmla="*/ 17 h 417"/>
                  <a:gd name="T20" fmla="*/ 89 w 417"/>
                  <a:gd name="T21" fmla="*/ 79 h 417"/>
                  <a:gd name="T22" fmla="*/ 18 w 417"/>
                  <a:gd name="T23" fmla="*/ 106 h 417"/>
                  <a:gd name="T24" fmla="*/ 0 w 417"/>
                  <a:gd name="T25" fmla="*/ 141 h 417"/>
                  <a:gd name="T26" fmla="*/ 44 w 417"/>
                  <a:gd name="T27" fmla="*/ 203 h 417"/>
                  <a:gd name="T28" fmla="*/ 0 w 417"/>
                  <a:gd name="T29" fmla="*/ 275 h 417"/>
                  <a:gd name="T30" fmla="*/ 18 w 417"/>
                  <a:gd name="T31" fmla="*/ 310 h 417"/>
                  <a:gd name="T32" fmla="*/ 89 w 417"/>
                  <a:gd name="T33" fmla="*/ 328 h 417"/>
                  <a:gd name="T34" fmla="*/ 107 w 417"/>
                  <a:gd name="T35" fmla="*/ 398 h 417"/>
                  <a:gd name="T36" fmla="*/ 151 w 417"/>
                  <a:gd name="T37" fmla="*/ 416 h 417"/>
                  <a:gd name="T38" fmla="*/ 213 w 417"/>
                  <a:gd name="T39" fmla="*/ 372 h 417"/>
                  <a:gd name="T40" fmla="*/ 275 w 417"/>
                  <a:gd name="T41" fmla="*/ 416 h 417"/>
                  <a:gd name="T42" fmla="*/ 319 w 417"/>
                  <a:gd name="T43" fmla="*/ 398 h 417"/>
                  <a:gd name="T44" fmla="*/ 337 w 417"/>
                  <a:gd name="T45" fmla="*/ 328 h 417"/>
                  <a:gd name="T46" fmla="*/ 408 w 417"/>
                  <a:gd name="T47" fmla="*/ 310 h 417"/>
                  <a:gd name="T48" fmla="*/ 416 w 417"/>
                  <a:gd name="T49" fmla="*/ 265 h 417"/>
                  <a:gd name="T50" fmla="*/ 381 w 417"/>
                  <a:gd name="T51" fmla="*/ 203 h 417"/>
                  <a:gd name="T52" fmla="*/ 213 w 417"/>
                  <a:gd name="T53" fmla="*/ 292 h 417"/>
                  <a:gd name="T54" fmla="*/ 213 w 417"/>
                  <a:gd name="T55" fmla="*/ 292 h 417"/>
                  <a:gd name="T56" fmla="*/ 125 w 417"/>
                  <a:gd name="T57" fmla="*/ 203 h 417"/>
                  <a:gd name="T58" fmla="*/ 213 w 417"/>
                  <a:gd name="T59" fmla="*/ 115 h 417"/>
                  <a:gd name="T60" fmla="*/ 301 w 417"/>
                  <a:gd name="T61" fmla="*/ 203 h 417"/>
                  <a:gd name="T62" fmla="*/ 213 w 417"/>
                  <a:gd name="T63" fmla="*/ 292 h 4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17" h="417">
                    <a:moveTo>
                      <a:pt x="381" y="203"/>
                    </a:moveTo>
                    <a:lnTo>
                      <a:pt x="381" y="203"/>
                    </a:lnTo>
                    <a:cubicBezTo>
                      <a:pt x="381" y="177"/>
                      <a:pt x="399" y="159"/>
                      <a:pt x="416" y="141"/>
                    </a:cubicBezTo>
                    <a:cubicBezTo>
                      <a:pt x="416" y="132"/>
                      <a:pt x="408" y="115"/>
                      <a:pt x="408" y="106"/>
                    </a:cubicBezTo>
                    <a:cubicBezTo>
                      <a:pt x="372" y="115"/>
                      <a:pt x="354" y="97"/>
                      <a:pt x="337" y="79"/>
                    </a:cubicBezTo>
                    <a:cubicBezTo>
                      <a:pt x="319" y="62"/>
                      <a:pt x="310" y="44"/>
                      <a:pt x="319" y="17"/>
                    </a:cubicBezTo>
                    <a:cubicBezTo>
                      <a:pt x="310" y="9"/>
                      <a:pt x="293" y="0"/>
                      <a:pt x="275" y="0"/>
                    </a:cubicBezTo>
                    <a:cubicBezTo>
                      <a:pt x="266" y="17"/>
                      <a:pt x="240" y="35"/>
                      <a:pt x="213" y="35"/>
                    </a:cubicBezTo>
                    <a:cubicBezTo>
                      <a:pt x="187" y="35"/>
                      <a:pt x="160" y="17"/>
                      <a:pt x="151" y="0"/>
                    </a:cubicBezTo>
                    <a:cubicBezTo>
                      <a:pt x="133" y="0"/>
                      <a:pt x="116" y="9"/>
                      <a:pt x="107" y="17"/>
                    </a:cubicBezTo>
                    <a:cubicBezTo>
                      <a:pt x="116" y="44"/>
                      <a:pt x="107" y="62"/>
                      <a:pt x="89" y="79"/>
                    </a:cubicBezTo>
                    <a:cubicBezTo>
                      <a:pt x="72" y="97"/>
                      <a:pt x="44" y="115"/>
                      <a:pt x="18" y="106"/>
                    </a:cubicBezTo>
                    <a:cubicBezTo>
                      <a:pt x="18" y="115"/>
                      <a:pt x="9" y="132"/>
                      <a:pt x="0" y="141"/>
                    </a:cubicBezTo>
                    <a:cubicBezTo>
                      <a:pt x="27" y="159"/>
                      <a:pt x="44" y="177"/>
                      <a:pt x="44" y="203"/>
                    </a:cubicBezTo>
                    <a:cubicBezTo>
                      <a:pt x="44" y="230"/>
                      <a:pt x="27" y="256"/>
                      <a:pt x="0" y="275"/>
                    </a:cubicBezTo>
                    <a:cubicBezTo>
                      <a:pt x="9" y="283"/>
                      <a:pt x="18" y="301"/>
                      <a:pt x="18" y="310"/>
                    </a:cubicBezTo>
                    <a:cubicBezTo>
                      <a:pt x="44" y="310"/>
                      <a:pt x="72" y="310"/>
                      <a:pt x="89" y="328"/>
                    </a:cubicBezTo>
                    <a:cubicBezTo>
                      <a:pt x="107" y="345"/>
                      <a:pt x="116" y="372"/>
                      <a:pt x="107" y="398"/>
                    </a:cubicBezTo>
                    <a:cubicBezTo>
                      <a:pt x="116" y="407"/>
                      <a:pt x="133" y="407"/>
                      <a:pt x="151" y="416"/>
                    </a:cubicBezTo>
                    <a:cubicBezTo>
                      <a:pt x="160" y="389"/>
                      <a:pt x="187" y="372"/>
                      <a:pt x="213" y="372"/>
                    </a:cubicBezTo>
                    <a:cubicBezTo>
                      <a:pt x="240" y="372"/>
                      <a:pt x="266" y="389"/>
                      <a:pt x="275" y="416"/>
                    </a:cubicBezTo>
                    <a:cubicBezTo>
                      <a:pt x="293" y="407"/>
                      <a:pt x="310" y="407"/>
                      <a:pt x="319" y="398"/>
                    </a:cubicBezTo>
                    <a:cubicBezTo>
                      <a:pt x="310" y="372"/>
                      <a:pt x="319" y="345"/>
                      <a:pt x="337" y="328"/>
                    </a:cubicBezTo>
                    <a:cubicBezTo>
                      <a:pt x="354" y="310"/>
                      <a:pt x="372" y="301"/>
                      <a:pt x="408" y="310"/>
                    </a:cubicBezTo>
                    <a:cubicBezTo>
                      <a:pt x="408" y="292"/>
                      <a:pt x="416" y="283"/>
                      <a:pt x="416" y="265"/>
                    </a:cubicBezTo>
                    <a:cubicBezTo>
                      <a:pt x="399" y="256"/>
                      <a:pt x="381" y="230"/>
                      <a:pt x="381" y="203"/>
                    </a:cubicBezTo>
                    <a:close/>
                    <a:moveTo>
                      <a:pt x="213" y="292"/>
                    </a:moveTo>
                    <a:lnTo>
                      <a:pt x="213" y="292"/>
                    </a:lnTo>
                    <a:cubicBezTo>
                      <a:pt x="160" y="292"/>
                      <a:pt x="125" y="256"/>
                      <a:pt x="125" y="203"/>
                    </a:cubicBezTo>
                    <a:cubicBezTo>
                      <a:pt x="125" y="159"/>
                      <a:pt x="160" y="115"/>
                      <a:pt x="213" y="115"/>
                    </a:cubicBezTo>
                    <a:cubicBezTo>
                      <a:pt x="266" y="115"/>
                      <a:pt x="301" y="159"/>
                      <a:pt x="301" y="203"/>
                    </a:cubicBezTo>
                    <a:cubicBezTo>
                      <a:pt x="301" y="256"/>
                      <a:pt x="266" y="292"/>
                      <a:pt x="213" y="292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  <a:effectLst/>
            </p:spPr>
            <p:txBody>
              <a:bodyPr wrap="none" lIns="17145" tIns="8573" rIns="17145" bIns="8573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A20BF786-84EF-2E29-4D1B-A22CBCA58189}"/>
              </a:ext>
            </a:extLst>
          </p:cNvPr>
          <p:cNvGrpSpPr/>
          <p:nvPr/>
        </p:nvGrpSpPr>
        <p:grpSpPr>
          <a:xfrm>
            <a:off x="801492" y="2630716"/>
            <a:ext cx="6555606" cy="839269"/>
            <a:chOff x="865288" y="2695331"/>
            <a:chExt cx="6555606" cy="839269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5DE2B92-2CBC-ACA0-0313-538D99E58524}"/>
                </a:ext>
              </a:extLst>
            </p:cNvPr>
            <p:cNvSpPr/>
            <p:nvPr/>
          </p:nvSpPr>
          <p:spPr>
            <a:xfrm>
              <a:off x="1601256" y="2695331"/>
              <a:ext cx="5819638" cy="8392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 Heavy" panose="02020900000000000000" pitchFamily="18" charset="-122"/>
                </a:rPr>
                <a:t>添加标题</a:t>
              </a:r>
            </a:p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+mn-ea"/>
                </a:rPr>
                <a:t>单击此处输入文本，可适当地调整文字的颜色或大小等属性。</a:t>
              </a:r>
            </a:p>
          </p:txBody>
        </p: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39EF5644-8460-B9F9-ADA8-4DE7FCB3FAEE}"/>
                </a:ext>
              </a:extLst>
            </p:cNvPr>
            <p:cNvGrpSpPr/>
            <p:nvPr/>
          </p:nvGrpSpPr>
          <p:grpSpPr>
            <a:xfrm>
              <a:off x="865288" y="2811276"/>
              <a:ext cx="637975" cy="648094"/>
              <a:chOff x="865288" y="2811276"/>
              <a:chExt cx="637975" cy="648094"/>
            </a:xfrm>
          </p:grpSpPr>
          <p:sp>
            <p:nvSpPr>
              <p:cNvPr id="24" name="椭圆 23">
                <a:extLst>
                  <a:ext uri="{FF2B5EF4-FFF2-40B4-BE49-F238E27FC236}">
                    <a16:creationId xmlns:a16="http://schemas.microsoft.com/office/drawing/2014/main" id="{EA17D39A-2787-E2D9-9563-38185D8FA388}"/>
                  </a:ext>
                </a:extLst>
              </p:cNvPr>
              <p:cNvSpPr/>
              <p:nvPr/>
            </p:nvSpPr>
            <p:spPr>
              <a:xfrm>
                <a:off x="865288" y="2811276"/>
                <a:ext cx="637975" cy="648094"/>
              </a:xfrm>
              <a:prstGeom prst="ellipse">
                <a:avLst/>
              </a:prstGeom>
              <a:solidFill>
                <a:srgbClr val="D5AF6E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lIns="0" rIns="0" rtlCol="0" anchor="ctr"/>
              <a:lstStyle/>
              <a:p>
                <a:pPr marL="0" marR="0" lvl="0" indent="0" algn="ctr" defTabSz="91437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072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75EA36F9-9D66-28AB-F3BE-90CD31373824}"/>
                  </a:ext>
                </a:extLst>
              </p:cNvPr>
              <p:cNvGrpSpPr/>
              <p:nvPr/>
            </p:nvGrpSpPr>
            <p:grpSpPr>
              <a:xfrm>
                <a:off x="1017563" y="2975018"/>
                <a:ext cx="334289" cy="329185"/>
                <a:chOff x="8537597" y="4178015"/>
                <a:chExt cx="455994" cy="449032"/>
              </a:xfrm>
            </p:grpSpPr>
            <p:sp>
              <p:nvSpPr>
                <p:cNvPr id="26" name="Freeform 31">
                  <a:extLst>
                    <a:ext uri="{FF2B5EF4-FFF2-40B4-BE49-F238E27FC236}">
                      <a16:creationId xmlns:a16="http://schemas.microsoft.com/office/drawing/2014/main" id="{BC35BCD6-3CD6-A15B-AA1D-4CD97C382BE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537597" y="4178015"/>
                  <a:ext cx="455994" cy="449032"/>
                </a:xfrm>
                <a:custGeom>
                  <a:avLst/>
                  <a:gdLst>
                    <a:gd name="T0" fmla="*/ 231 w 462"/>
                    <a:gd name="T1" fmla="*/ 0 h 453"/>
                    <a:gd name="T2" fmla="*/ 231 w 462"/>
                    <a:gd name="T3" fmla="*/ 0 h 453"/>
                    <a:gd name="T4" fmla="*/ 0 w 462"/>
                    <a:gd name="T5" fmla="*/ 222 h 453"/>
                    <a:gd name="T6" fmla="*/ 231 w 462"/>
                    <a:gd name="T7" fmla="*/ 452 h 453"/>
                    <a:gd name="T8" fmla="*/ 461 w 462"/>
                    <a:gd name="T9" fmla="*/ 222 h 453"/>
                    <a:gd name="T10" fmla="*/ 231 w 462"/>
                    <a:gd name="T11" fmla="*/ 0 h 453"/>
                    <a:gd name="T12" fmla="*/ 231 w 462"/>
                    <a:gd name="T13" fmla="*/ 399 h 453"/>
                    <a:gd name="T14" fmla="*/ 231 w 462"/>
                    <a:gd name="T15" fmla="*/ 399 h 453"/>
                    <a:gd name="T16" fmla="*/ 53 w 462"/>
                    <a:gd name="T17" fmla="*/ 222 h 453"/>
                    <a:gd name="T18" fmla="*/ 231 w 462"/>
                    <a:gd name="T19" fmla="*/ 45 h 453"/>
                    <a:gd name="T20" fmla="*/ 408 w 462"/>
                    <a:gd name="T21" fmla="*/ 222 h 453"/>
                    <a:gd name="T22" fmla="*/ 231 w 462"/>
                    <a:gd name="T23" fmla="*/ 399 h 45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462" h="453">
                      <a:moveTo>
                        <a:pt x="231" y="0"/>
                      </a:moveTo>
                      <a:lnTo>
                        <a:pt x="231" y="0"/>
                      </a:lnTo>
                      <a:cubicBezTo>
                        <a:pt x="106" y="0"/>
                        <a:pt x="0" y="98"/>
                        <a:pt x="0" y="222"/>
                      </a:cubicBezTo>
                      <a:cubicBezTo>
                        <a:pt x="0" y="346"/>
                        <a:pt x="106" y="452"/>
                        <a:pt x="231" y="452"/>
                      </a:cubicBezTo>
                      <a:cubicBezTo>
                        <a:pt x="355" y="452"/>
                        <a:pt x="461" y="346"/>
                        <a:pt x="461" y="222"/>
                      </a:cubicBezTo>
                      <a:cubicBezTo>
                        <a:pt x="461" y="98"/>
                        <a:pt x="355" y="0"/>
                        <a:pt x="231" y="0"/>
                      </a:cubicBezTo>
                      <a:close/>
                      <a:moveTo>
                        <a:pt x="231" y="399"/>
                      </a:moveTo>
                      <a:lnTo>
                        <a:pt x="231" y="399"/>
                      </a:lnTo>
                      <a:cubicBezTo>
                        <a:pt x="133" y="399"/>
                        <a:pt x="53" y="319"/>
                        <a:pt x="53" y="222"/>
                      </a:cubicBezTo>
                      <a:cubicBezTo>
                        <a:pt x="53" y="124"/>
                        <a:pt x="133" y="45"/>
                        <a:pt x="231" y="45"/>
                      </a:cubicBezTo>
                      <a:cubicBezTo>
                        <a:pt x="328" y="45"/>
                        <a:pt x="408" y="124"/>
                        <a:pt x="408" y="222"/>
                      </a:cubicBezTo>
                      <a:cubicBezTo>
                        <a:pt x="408" y="319"/>
                        <a:pt x="328" y="399"/>
                        <a:pt x="231" y="399"/>
                      </a:cubicBezTo>
                      <a:close/>
                    </a:path>
                  </a:pathLst>
                </a:custGeom>
                <a:solidFill>
                  <a:sysClr val="window" lastClr="FFFFFF"/>
                </a:solidFill>
                <a:ln>
                  <a:noFill/>
                </a:ln>
                <a:effectLst/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</a:endParaRPr>
                </a:p>
              </p:txBody>
            </p:sp>
            <p:sp>
              <p:nvSpPr>
                <p:cNvPr id="27" name="Freeform 32">
                  <a:extLst>
                    <a:ext uri="{FF2B5EF4-FFF2-40B4-BE49-F238E27FC236}">
                      <a16:creationId xmlns:a16="http://schemas.microsoft.com/office/drawing/2014/main" id="{D6C7EE67-F1D4-8B8A-1EF0-8B95D41DBA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46450" y="4275480"/>
                  <a:ext cx="104427" cy="215814"/>
                </a:xfrm>
                <a:custGeom>
                  <a:avLst/>
                  <a:gdLst>
                    <a:gd name="T0" fmla="*/ 36 w 107"/>
                    <a:gd name="T1" fmla="*/ 0 h 222"/>
                    <a:gd name="T2" fmla="*/ 0 w 107"/>
                    <a:gd name="T3" fmla="*/ 0 h 222"/>
                    <a:gd name="T4" fmla="*/ 0 w 107"/>
                    <a:gd name="T5" fmla="*/ 133 h 222"/>
                    <a:gd name="T6" fmla="*/ 89 w 107"/>
                    <a:gd name="T7" fmla="*/ 221 h 222"/>
                    <a:gd name="T8" fmla="*/ 106 w 107"/>
                    <a:gd name="T9" fmla="*/ 195 h 222"/>
                    <a:gd name="T10" fmla="*/ 36 w 107"/>
                    <a:gd name="T11" fmla="*/ 114 h 222"/>
                    <a:gd name="T12" fmla="*/ 36 w 107"/>
                    <a:gd name="T13" fmla="*/ 0 h 2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7" h="222">
                      <a:moveTo>
                        <a:pt x="36" y="0"/>
                      </a:moveTo>
                      <a:lnTo>
                        <a:pt x="0" y="0"/>
                      </a:lnTo>
                      <a:lnTo>
                        <a:pt x="0" y="133"/>
                      </a:lnTo>
                      <a:lnTo>
                        <a:pt x="89" y="221"/>
                      </a:lnTo>
                      <a:lnTo>
                        <a:pt x="106" y="195"/>
                      </a:lnTo>
                      <a:lnTo>
                        <a:pt x="36" y="114"/>
                      </a:lnTo>
                      <a:lnTo>
                        <a:pt x="36" y="0"/>
                      </a:lnTo>
                    </a:path>
                  </a:pathLst>
                </a:custGeom>
                <a:solidFill>
                  <a:sysClr val="window" lastClr="FFFFFF"/>
                </a:solidFill>
                <a:ln>
                  <a:noFill/>
                </a:ln>
                <a:effectLst/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</a:endParaRPr>
                </a:p>
              </p:txBody>
            </p:sp>
          </p:grpSp>
        </p:grp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76C77A86-4E63-7942-FEB7-611622370F94}"/>
              </a:ext>
            </a:extLst>
          </p:cNvPr>
          <p:cNvGrpSpPr/>
          <p:nvPr/>
        </p:nvGrpSpPr>
        <p:grpSpPr>
          <a:xfrm>
            <a:off x="801492" y="4767947"/>
            <a:ext cx="6555606" cy="839269"/>
            <a:chOff x="865288" y="3779142"/>
            <a:chExt cx="6555606" cy="839269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BC6AE47-3EFD-7FE2-5F2C-524ED6FDEC01}"/>
                </a:ext>
              </a:extLst>
            </p:cNvPr>
            <p:cNvSpPr/>
            <p:nvPr/>
          </p:nvSpPr>
          <p:spPr>
            <a:xfrm>
              <a:off x="1601256" y="3779142"/>
              <a:ext cx="5819638" cy="8392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 Heavy" panose="02020900000000000000" pitchFamily="18" charset="-122"/>
                </a:rPr>
                <a:t>添加标题</a:t>
              </a:r>
            </a:p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+mn-ea"/>
                </a:rPr>
                <a:t>单击此处输入文本，可适当地调整文字的颜色或大小等属性。</a:t>
              </a:r>
            </a:p>
          </p:txBody>
        </p: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75898DCB-F504-569A-FFF1-81713BAB41E3}"/>
                </a:ext>
              </a:extLst>
            </p:cNvPr>
            <p:cNvGrpSpPr/>
            <p:nvPr/>
          </p:nvGrpSpPr>
          <p:grpSpPr>
            <a:xfrm>
              <a:off x="865288" y="3895087"/>
              <a:ext cx="637975" cy="648094"/>
              <a:chOff x="865288" y="3895087"/>
              <a:chExt cx="637975" cy="648094"/>
            </a:xfrm>
          </p:grpSpPr>
          <p:sp>
            <p:nvSpPr>
              <p:cNvPr id="31" name="椭圆 30">
                <a:extLst>
                  <a:ext uri="{FF2B5EF4-FFF2-40B4-BE49-F238E27FC236}">
                    <a16:creationId xmlns:a16="http://schemas.microsoft.com/office/drawing/2014/main" id="{0FF3D378-B02E-F4D2-ED98-52512F6A5432}"/>
                  </a:ext>
                </a:extLst>
              </p:cNvPr>
              <p:cNvSpPr/>
              <p:nvPr/>
            </p:nvSpPr>
            <p:spPr>
              <a:xfrm>
                <a:off x="865288" y="3895087"/>
                <a:ext cx="637975" cy="648094"/>
              </a:xfrm>
              <a:prstGeom prst="ellipse">
                <a:avLst/>
              </a:prstGeom>
              <a:solidFill>
                <a:srgbClr val="D5AF6E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lIns="0" rIns="0" rtlCol="0" anchor="ctr"/>
              <a:lstStyle/>
              <a:p>
                <a:pPr marL="0" marR="0" lvl="0" indent="0" algn="ctr" defTabSz="91437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072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32" name="Freeform 29">
                <a:extLst>
                  <a:ext uri="{FF2B5EF4-FFF2-40B4-BE49-F238E27FC236}">
                    <a16:creationId xmlns:a16="http://schemas.microsoft.com/office/drawing/2014/main" id="{85843472-2874-BDD7-6B18-873EAD1D85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08705" y="4036555"/>
                <a:ext cx="351808" cy="362977"/>
              </a:xfrm>
              <a:custGeom>
                <a:avLst/>
                <a:gdLst>
                  <a:gd name="T0" fmla="*/ 248 w 444"/>
                  <a:gd name="T1" fmla="*/ 337 h 462"/>
                  <a:gd name="T2" fmla="*/ 248 w 444"/>
                  <a:gd name="T3" fmla="*/ 337 h 462"/>
                  <a:gd name="T4" fmla="*/ 320 w 444"/>
                  <a:gd name="T5" fmla="*/ 257 h 462"/>
                  <a:gd name="T6" fmla="*/ 443 w 444"/>
                  <a:gd name="T7" fmla="*/ 71 h 462"/>
                  <a:gd name="T8" fmla="*/ 426 w 444"/>
                  <a:gd name="T9" fmla="*/ 53 h 462"/>
                  <a:gd name="T10" fmla="*/ 346 w 444"/>
                  <a:gd name="T11" fmla="*/ 53 h 462"/>
                  <a:gd name="T12" fmla="*/ 222 w 444"/>
                  <a:gd name="T13" fmla="*/ 0 h 462"/>
                  <a:gd name="T14" fmla="*/ 98 w 444"/>
                  <a:gd name="T15" fmla="*/ 53 h 462"/>
                  <a:gd name="T16" fmla="*/ 18 w 444"/>
                  <a:gd name="T17" fmla="*/ 53 h 462"/>
                  <a:gd name="T18" fmla="*/ 0 w 444"/>
                  <a:gd name="T19" fmla="*/ 71 h 462"/>
                  <a:gd name="T20" fmla="*/ 124 w 444"/>
                  <a:gd name="T21" fmla="*/ 257 h 462"/>
                  <a:gd name="T22" fmla="*/ 195 w 444"/>
                  <a:gd name="T23" fmla="*/ 337 h 462"/>
                  <a:gd name="T24" fmla="*/ 195 w 444"/>
                  <a:gd name="T25" fmla="*/ 372 h 462"/>
                  <a:gd name="T26" fmla="*/ 107 w 444"/>
                  <a:gd name="T27" fmla="*/ 416 h 462"/>
                  <a:gd name="T28" fmla="*/ 222 w 444"/>
                  <a:gd name="T29" fmla="*/ 461 h 462"/>
                  <a:gd name="T30" fmla="*/ 328 w 444"/>
                  <a:gd name="T31" fmla="*/ 416 h 462"/>
                  <a:gd name="T32" fmla="*/ 248 w 444"/>
                  <a:gd name="T33" fmla="*/ 372 h 462"/>
                  <a:gd name="T34" fmla="*/ 248 w 444"/>
                  <a:gd name="T35" fmla="*/ 337 h 462"/>
                  <a:gd name="T36" fmla="*/ 320 w 444"/>
                  <a:gd name="T37" fmla="*/ 212 h 462"/>
                  <a:gd name="T38" fmla="*/ 320 w 444"/>
                  <a:gd name="T39" fmla="*/ 212 h 462"/>
                  <a:gd name="T40" fmla="*/ 346 w 444"/>
                  <a:gd name="T41" fmla="*/ 89 h 462"/>
                  <a:gd name="T42" fmla="*/ 408 w 444"/>
                  <a:gd name="T43" fmla="*/ 89 h 462"/>
                  <a:gd name="T44" fmla="*/ 320 w 444"/>
                  <a:gd name="T45" fmla="*/ 212 h 462"/>
                  <a:gd name="T46" fmla="*/ 222 w 444"/>
                  <a:gd name="T47" fmla="*/ 36 h 462"/>
                  <a:gd name="T48" fmla="*/ 222 w 444"/>
                  <a:gd name="T49" fmla="*/ 36 h 462"/>
                  <a:gd name="T50" fmla="*/ 320 w 444"/>
                  <a:gd name="T51" fmla="*/ 71 h 462"/>
                  <a:gd name="T52" fmla="*/ 222 w 444"/>
                  <a:gd name="T53" fmla="*/ 115 h 462"/>
                  <a:gd name="T54" fmla="*/ 124 w 444"/>
                  <a:gd name="T55" fmla="*/ 71 h 462"/>
                  <a:gd name="T56" fmla="*/ 222 w 444"/>
                  <a:gd name="T57" fmla="*/ 36 h 462"/>
                  <a:gd name="T58" fmla="*/ 36 w 444"/>
                  <a:gd name="T59" fmla="*/ 89 h 462"/>
                  <a:gd name="T60" fmla="*/ 36 w 444"/>
                  <a:gd name="T61" fmla="*/ 89 h 462"/>
                  <a:gd name="T62" fmla="*/ 98 w 444"/>
                  <a:gd name="T63" fmla="*/ 89 h 462"/>
                  <a:gd name="T64" fmla="*/ 124 w 444"/>
                  <a:gd name="T65" fmla="*/ 212 h 462"/>
                  <a:gd name="T66" fmla="*/ 36 w 444"/>
                  <a:gd name="T67" fmla="*/ 89 h 4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444" h="462">
                    <a:moveTo>
                      <a:pt x="248" y="337"/>
                    </a:moveTo>
                    <a:lnTo>
                      <a:pt x="248" y="337"/>
                    </a:lnTo>
                    <a:cubicBezTo>
                      <a:pt x="248" y="302"/>
                      <a:pt x="275" y="283"/>
                      <a:pt x="320" y="257"/>
                    </a:cubicBezTo>
                    <a:cubicBezTo>
                      <a:pt x="373" y="221"/>
                      <a:pt x="443" y="177"/>
                      <a:pt x="443" y="71"/>
                    </a:cubicBezTo>
                    <a:cubicBezTo>
                      <a:pt x="443" y="62"/>
                      <a:pt x="434" y="53"/>
                      <a:pt x="426" y="53"/>
                    </a:cubicBezTo>
                    <a:cubicBezTo>
                      <a:pt x="346" y="53"/>
                      <a:pt x="346" y="53"/>
                      <a:pt x="346" y="53"/>
                    </a:cubicBezTo>
                    <a:cubicBezTo>
                      <a:pt x="328" y="27"/>
                      <a:pt x="293" y="0"/>
                      <a:pt x="222" y="0"/>
                    </a:cubicBezTo>
                    <a:cubicBezTo>
                      <a:pt x="151" y="0"/>
                      <a:pt x="116" y="27"/>
                      <a:pt x="98" y="53"/>
                    </a:cubicBezTo>
                    <a:cubicBezTo>
                      <a:pt x="18" y="53"/>
                      <a:pt x="18" y="53"/>
                      <a:pt x="18" y="53"/>
                    </a:cubicBezTo>
                    <a:cubicBezTo>
                      <a:pt x="9" y="53"/>
                      <a:pt x="0" y="62"/>
                      <a:pt x="0" y="71"/>
                    </a:cubicBezTo>
                    <a:cubicBezTo>
                      <a:pt x="0" y="177"/>
                      <a:pt x="62" y="221"/>
                      <a:pt x="124" y="257"/>
                    </a:cubicBezTo>
                    <a:cubicBezTo>
                      <a:pt x="169" y="283"/>
                      <a:pt x="195" y="302"/>
                      <a:pt x="195" y="337"/>
                    </a:cubicBezTo>
                    <a:cubicBezTo>
                      <a:pt x="195" y="372"/>
                      <a:pt x="195" y="372"/>
                      <a:pt x="195" y="372"/>
                    </a:cubicBezTo>
                    <a:cubicBezTo>
                      <a:pt x="142" y="381"/>
                      <a:pt x="107" y="399"/>
                      <a:pt x="107" y="416"/>
                    </a:cubicBezTo>
                    <a:cubicBezTo>
                      <a:pt x="107" y="443"/>
                      <a:pt x="160" y="461"/>
                      <a:pt x="222" y="461"/>
                    </a:cubicBezTo>
                    <a:cubicBezTo>
                      <a:pt x="283" y="461"/>
                      <a:pt x="328" y="443"/>
                      <a:pt x="328" y="416"/>
                    </a:cubicBezTo>
                    <a:cubicBezTo>
                      <a:pt x="328" y="399"/>
                      <a:pt x="302" y="381"/>
                      <a:pt x="248" y="372"/>
                    </a:cubicBezTo>
                    <a:lnTo>
                      <a:pt x="248" y="337"/>
                    </a:lnTo>
                    <a:close/>
                    <a:moveTo>
                      <a:pt x="320" y="212"/>
                    </a:moveTo>
                    <a:lnTo>
                      <a:pt x="320" y="212"/>
                    </a:lnTo>
                    <a:cubicBezTo>
                      <a:pt x="337" y="186"/>
                      <a:pt x="346" y="142"/>
                      <a:pt x="346" y="89"/>
                    </a:cubicBezTo>
                    <a:cubicBezTo>
                      <a:pt x="408" y="89"/>
                      <a:pt x="408" y="89"/>
                      <a:pt x="408" y="89"/>
                    </a:cubicBezTo>
                    <a:cubicBezTo>
                      <a:pt x="399" y="151"/>
                      <a:pt x="364" y="186"/>
                      <a:pt x="320" y="212"/>
                    </a:cubicBezTo>
                    <a:close/>
                    <a:moveTo>
                      <a:pt x="222" y="36"/>
                    </a:moveTo>
                    <a:lnTo>
                      <a:pt x="222" y="36"/>
                    </a:lnTo>
                    <a:cubicBezTo>
                      <a:pt x="293" y="36"/>
                      <a:pt x="320" y="62"/>
                      <a:pt x="320" y="71"/>
                    </a:cubicBezTo>
                    <a:cubicBezTo>
                      <a:pt x="320" y="80"/>
                      <a:pt x="293" y="106"/>
                      <a:pt x="222" y="115"/>
                    </a:cubicBezTo>
                    <a:cubicBezTo>
                      <a:pt x="151" y="106"/>
                      <a:pt x="124" y="80"/>
                      <a:pt x="124" y="71"/>
                    </a:cubicBezTo>
                    <a:cubicBezTo>
                      <a:pt x="124" y="62"/>
                      <a:pt x="151" y="36"/>
                      <a:pt x="222" y="36"/>
                    </a:cubicBezTo>
                    <a:close/>
                    <a:moveTo>
                      <a:pt x="36" y="89"/>
                    </a:moveTo>
                    <a:lnTo>
                      <a:pt x="36" y="89"/>
                    </a:lnTo>
                    <a:cubicBezTo>
                      <a:pt x="98" y="89"/>
                      <a:pt x="98" y="89"/>
                      <a:pt x="98" y="89"/>
                    </a:cubicBezTo>
                    <a:cubicBezTo>
                      <a:pt x="98" y="142"/>
                      <a:pt x="107" y="186"/>
                      <a:pt x="124" y="212"/>
                    </a:cubicBezTo>
                    <a:cubicBezTo>
                      <a:pt x="80" y="186"/>
                      <a:pt x="36" y="151"/>
                      <a:pt x="36" y="89"/>
                    </a:cubicBezTo>
                    <a:close/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  <a:effectLst/>
            </p:spPr>
            <p:txBody>
              <a:bodyPr wrap="none" lIns="17145" tIns="8573" rIns="17145" bIns="8573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87C0EDD8-E19F-6936-2BC9-75876E1109EB}"/>
              </a:ext>
            </a:extLst>
          </p:cNvPr>
          <p:cNvGrpSpPr/>
          <p:nvPr/>
        </p:nvGrpSpPr>
        <p:grpSpPr>
          <a:xfrm>
            <a:off x="801492" y="3699332"/>
            <a:ext cx="6555606" cy="839269"/>
            <a:chOff x="865288" y="4862953"/>
            <a:chExt cx="6555606" cy="839269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C9A8C6A9-BB7A-A413-AA3C-4F9C74019AD3}"/>
                </a:ext>
              </a:extLst>
            </p:cNvPr>
            <p:cNvSpPr/>
            <p:nvPr/>
          </p:nvSpPr>
          <p:spPr>
            <a:xfrm>
              <a:off x="1601256" y="4862953"/>
              <a:ext cx="5819638" cy="8392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 Heavy" panose="02020900000000000000" pitchFamily="18" charset="-122"/>
                </a:rPr>
                <a:t>添加标题</a:t>
              </a:r>
            </a:p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+mn-ea"/>
                </a:rPr>
                <a:t>单击此处输入文本，可适当地调整文字的颜色或大小等属性。</a:t>
              </a:r>
            </a:p>
          </p:txBody>
        </p: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3E5B4E4F-5B8F-438F-1EB3-FB7858247A5F}"/>
                </a:ext>
              </a:extLst>
            </p:cNvPr>
            <p:cNvGrpSpPr/>
            <p:nvPr/>
          </p:nvGrpSpPr>
          <p:grpSpPr>
            <a:xfrm>
              <a:off x="865288" y="4978898"/>
              <a:ext cx="637975" cy="648094"/>
              <a:chOff x="865288" y="4978898"/>
              <a:chExt cx="637975" cy="648094"/>
            </a:xfrm>
          </p:grpSpPr>
          <p:sp>
            <p:nvSpPr>
              <p:cNvPr id="36" name="椭圆 35">
                <a:extLst>
                  <a:ext uri="{FF2B5EF4-FFF2-40B4-BE49-F238E27FC236}">
                    <a16:creationId xmlns:a16="http://schemas.microsoft.com/office/drawing/2014/main" id="{02DC1449-D04D-AD0C-BDC8-6F7FDED0A69A}"/>
                  </a:ext>
                </a:extLst>
              </p:cNvPr>
              <p:cNvSpPr/>
              <p:nvPr/>
            </p:nvSpPr>
            <p:spPr>
              <a:xfrm>
                <a:off x="865288" y="4978898"/>
                <a:ext cx="637975" cy="648094"/>
              </a:xfrm>
              <a:prstGeom prst="ellipse">
                <a:avLst/>
              </a:prstGeom>
              <a:solidFill>
                <a:srgbClr val="174677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lIns="0" rIns="0" rtlCol="0" anchor="ctr"/>
              <a:lstStyle/>
              <a:p>
                <a:pPr marL="0" marR="0" lvl="0" indent="0" algn="ctr" defTabSz="91437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072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37" name="Freeform 39">
                <a:extLst>
                  <a:ext uri="{FF2B5EF4-FFF2-40B4-BE49-F238E27FC236}">
                    <a16:creationId xmlns:a16="http://schemas.microsoft.com/office/drawing/2014/main" id="{1E726932-EC1F-DEE5-B438-3414F3F9A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22130" y="5150325"/>
                <a:ext cx="307500" cy="307500"/>
              </a:xfrm>
              <a:custGeom>
                <a:avLst/>
                <a:gdLst>
                  <a:gd name="T0" fmla="*/ 399 w 444"/>
                  <a:gd name="T1" fmla="*/ 53 h 444"/>
                  <a:gd name="T2" fmla="*/ 399 w 444"/>
                  <a:gd name="T3" fmla="*/ 53 h 444"/>
                  <a:gd name="T4" fmla="*/ 372 w 444"/>
                  <a:gd name="T5" fmla="*/ 53 h 444"/>
                  <a:gd name="T6" fmla="*/ 372 w 444"/>
                  <a:gd name="T7" fmla="*/ 98 h 444"/>
                  <a:gd name="T8" fmla="*/ 293 w 444"/>
                  <a:gd name="T9" fmla="*/ 98 h 444"/>
                  <a:gd name="T10" fmla="*/ 293 w 444"/>
                  <a:gd name="T11" fmla="*/ 53 h 444"/>
                  <a:gd name="T12" fmla="*/ 151 w 444"/>
                  <a:gd name="T13" fmla="*/ 53 h 444"/>
                  <a:gd name="T14" fmla="*/ 151 w 444"/>
                  <a:gd name="T15" fmla="*/ 98 h 444"/>
                  <a:gd name="T16" fmla="*/ 71 w 444"/>
                  <a:gd name="T17" fmla="*/ 98 h 444"/>
                  <a:gd name="T18" fmla="*/ 71 w 444"/>
                  <a:gd name="T19" fmla="*/ 53 h 444"/>
                  <a:gd name="T20" fmla="*/ 45 w 444"/>
                  <a:gd name="T21" fmla="*/ 53 h 444"/>
                  <a:gd name="T22" fmla="*/ 0 w 444"/>
                  <a:gd name="T23" fmla="*/ 98 h 444"/>
                  <a:gd name="T24" fmla="*/ 0 w 444"/>
                  <a:gd name="T25" fmla="*/ 399 h 444"/>
                  <a:gd name="T26" fmla="*/ 45 w 444"/>
                  <a:gd name="T27" fmla="*/ 443 h 444"/>
                  <a:gd name="T28" fmla="*/ 399 w 444"/>
                  <a:gd name="T29" fmla="*/ 443 h 444"/>
                  <a:gd name="T30" fmla="*/ 443 w 444"/>
                  <a:gd name="T31" fmla="*/ 399 h 444"/>
                  <a:gd name="T32" fmla="*/ 443 w 444"/>
                  <a:gd name="T33" fmla="*/ 98 h 444"/>
                  <a:gd name="T34" fmla="*/ 399 w 444"/>
                  <a:gd name="T35" fmla="*/ 53 h 444"/>
                  <a:gd name="T36" fmla="*/ 399 w 444"/>
                  <a:gd name="T37" fmla="*/ 399 h 444"/>
                  <a:gd name="T38" fmla="*/ 399 w 444"/>
                  <a:gd name="T39" fmla="*/ 399 h 444"/>
                  <a:gd name="T40" fmla="*/ 45 w 444"/>
                  <a:gd name="T41" fmla="*/ 399 h 444"/>
                  <a:gd name="T42" fmla="*/ 45 w 444"/>
                  <a:gd name="T43" fmla="*/ 196 h 444"/>
                  <a:gd name="T44" fmla="*/ 399 w 444"/>
                  <a:gd name="T45" fmla="*/ 196 h 444"/>
                  <a:gd name="T46" fmla="*/ 399 w 444"/>
                  <a:gd name="T47" fmla="*/ 399 h 444"/>
                  <a:gd name="T48" fmla="*/ 124 w 444"/>
                  <a:gd name="T49" fmla="*/ 0 h 444"/>
                  <a:gd name="T50" fmla="*/ 124 w 444"/>
                  <a:gd name="T51" fmla="*/ 0 h 444"/>
                  <a:gd name="T52" fmla="*/ 89 w 444"/>
                  <a:gd name="T53" fmla="*/ 0 h 444"/>
                  <a:gd name="T54" fmla="*/ 89 w 444"/>
                  <a:gd name="T55" fmla="*/ 89 h 444"/>
                  <a:gd name="T56" fmla="*/ 124 w 444"/>
                  <a:gd name="T57" fmla="*/ 89 h 444"/>
                  <a:gd name="T58" fmla="*/ 124 w 444"/>
                  <a:gd name="T59" fmla="*/ 0 h 444"/>
                  <a:gd name="T60" fmla="*/ 354 w 444"/>
                  <a:gd name="T61" fmla="*/ 0 h 444"/>
                  <a:gd name="T62" fmla="*/ 354 w 444"/>
                  <a:gd name="T63" fmla="*/ 0 h 444"/>
                  <a:gd name="T64" fmla="*/ 319 w 444"/>
                  <a:gd name="T65" fmla="*/ 0 h 444"/>
                  <a:gd name="T66" fmla="*/ 319 w 444"/>
                  <a:gd name="T67" fmla="*/ 89 h 444"/>
                  <a:gd name="T68" fmla="*/ 354 w 444"/>
                  <a:gd name="T69" fmla="*/ 89 h 444"/>
                  <a:gd name="T70" fmla="*/ 354 w 444"/>
                  <a:gd name="T71" fmla="*/ 0 h 4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444" h="444">
                    <a:moveTo>
                      <a:pt x="399" y="53"/>
                    </a:moveTo>
                    <a:lnTo>
                      <a:pt x="399" y="53"/>
                    </a:lnTo>
                    <a:cubicBezTo>
                      <a:pt x="372" y="53"/>
                      <a:pt x="372" y="53"/>
                      <a:pt x="372" y="53"/>
                    </a:cubicBezTo>
                    <a:cubicBezTo>
                      <a:pt x="372" y="98"/>
                      <a:pt x="372" y="98"/>
                      <a:pt x="372" y="98"/>
                    </a:cubicBezTo>
                    <a:cubicBezTo>
                      <a:pt x="293" y="98"/>
                      <a:pt x="293" y="98"/>
                      <a:pt x="293" y="98"/>
                    </a:cubicBezTo>
                    <a:cubicBezTo>
                      <a:pt x="293" y="53"/>
                      <a:pt x="293" y="53"/>
                      <a:pt x="293" y="53"/>
                    </a:cubicBezTo>
                    <a:cubicBezTo>
                      <a:pt x="151" y="53"/>
                      <a:pt x="151" y="53"/>
                      <a:pt x="151" y="53"/>
                    </a:cubicBezTo>
                    <a:cubicBezTo>
                      <a:pt x="151" y="98"/>
                      <a:pt x="151" y="98"/>
                      <a:pt x="151" y="98"/>
                    </a:cubicBezTo>
                    <a:cubicBezTo>
                      <a:pt x="71" y="98"/>
                      <a:pt x="71" y="98"/>
                      <a:pt x="71" y="98"/>
                    </a:cubicBezTo>
                    <a:cubicBezTo>
                      <a:pt x="71" y="53"/>
                      <a:pt x="71" y="53"/>
                      <a:pt x="71" y="53"/>
                    </a:cubicBezTo>
                    <a:cubicBezTo>
                      <a:pt x="45" y="53"/>
                      <a:pt x="45" y="53"/>
                      <a:pt x="45" y="53"/>
                    </a:cubicBezTo>
                    <a:cubicBezTo>
                      <a:pt x="18" y="53"/>
                      <a:pt x="0" y="71"/>
                      <a:pt x="0" y="98"/>
                    </a:cubicBezTo>
                    <a:cubicBezTo>
                      <a:pt x="0" y="399"/>
                      <a:pt x="0" y="399"/>
                      <a:pt x="0" y="399"/>
                    </a:cubicBezTo>
                    <a:cubicBezTo>
                      <a:pt x="0" y="425"/>
                      <a:pt x="18" y="443"/>
                      <a:pt x="45" y="443"/>
                    </a:cubicBezTo>
                    <a:cubicBezTo>
                      <a:pt x="399" y="443"/>
                      <a:pt x="399" y="443"/>
                      <a:pt x="399" y="443"/>
                    </a:cubicBezTo>
                    <a:cubicBezTo>
                      <a:pt x="425" y="443"/>
                      <a:pt x="443" y="425"/>
                      <a:pt x="443" y="399"/>
                    </a:cubicBezTo>
                    <a:cubicBezTo>
                      <a:pt x="443" y="98"/>
                      <a:pt x="443" y="98"/>
                      <a:pt x="443" y="98"/>
                    </a:cubicBezTo>
                    <a:cubicBezTo>
                      <a:pt x="443" y="71"/>
                      <a:pt x="425" y="53"/>
                      <a:pt x="399" y="53"/>
                    </a:cubicBezTo>
                    <a:close/>
                    <a:moveTo>
                      <a:pt x="399" y="399"/>
                    </a:moveTo>
                    <a:lnTo>
                      <a:pt x="399" y="399"/>
                    </a:lnTo>
                    <a:cubicBezTo>
                      <a:pt x="45" y="399"/>
                      <a:pt x="45" y="399"/>
                      <a:pt x="45" y="399"/>
                    </a:cubicBezTo>
                    <a:cubicBezTo>
                      <a:pt x="45" y="196"/>
                      <a:pt x="45" y="196"/>
                      <a:pt x="45" y="196"/>
                    </a:cubicBezTo>
                    <a:cubicBezTo>
                      <a:pt x="399" y="196"/>
                      <a:pt x="399" y="196"/>
                      <a:pt x="399" y="196"/>
                    </a:cubicBezTo>
                    <a:lnTo>
                      <a:pt x="399" y="399"/>
                    </a:lnTo>
                    <a:close/>
                    <a:moveTo>
                      <a:pt x="124" y="0"/>
                    </a:moveTo>
                    <a:lnTo>
                      <a:pt x="124" y="0"/>
                    </a:lnTo>
                    <a:cubicBezTo>
                      <a:pt x="89" y="0"/>
                      <a:pt x="89" y="0"/>
                      <a:pt x="89" y="0"/>
                    </a:cubicBezTo>
                    <a:cubicBezTo>
                      <a:pt x="89" y="89"/>
                      <a:pt x="89" y="89"/>
                      <a:pt x="89" y="89"/>
                    </a:cubicBezTo>
                    <a:cubicBezTo>
                      <a:pt x="124" y="89"/>
                      <a:pt x="124" y="89"/>
                      <a:pt x="124" y="89"/>
                    </a:cubicBezTo>
                    <a:lnTo>
                      <a:pt x="124" y="0"/>
                    </a:lnTo>
                    <a:close/>
                    <a:moveTo>
                      <a:pt x="354" y="0"/>
                    </a:moveTo>
                    <a:lnTo>
                      <a:pt x="354" y="0"/>
                    </a:lnTo>
                    <a:cubicBezTo>
                      <a:pt x="319" y="0"/>
                      <a:pt x="319" y="0"/>
                      <a:pt x="319" y="0"/>
                    </a:cubicBezTo>
                    <a:cubicBezTo>
                      <a:pt x="319" y="89"/>
                      <a:pt x="319" y="89"/>
                      <a:pt x="319" y="89"/>
                    </a:cubicBezTo>
                    <a:cubicBezTo>
                      <a:pt x="354" y="89"/>
                      <a:pt x="354" y="89"/>
                      <a:pt x="354" y="89"/>
                    </a:cubicBezTo>
                    <a:lnTo>
                      <a:pt x="354" y="0"/>
                    </a:lnTo>
                    <a:close/>
                  </a:path>
                </a:pathLst>
              </a:custGeom>
              <a:solidFill>
                <a:sysClr val="window" lastClr="FFFFFF"/>
              </a:solidFill>
              <a:ln>
                <a:noFill/>
              </a:ln>
              <a:effectLst/>
            </p:spPr>
            <p:txBody>
              <a:bodyPr wrap="none" lIns="17145" tIns="8573" rIns="17145" bIns="8573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9354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8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2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2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2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2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78FE3-7557-6959-DE5A-73C9EEA18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8D9304B-8005-6665-B611-D7D09A8EDDAD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198F2047-39CE-E060-0EC6-00DCFED86DCA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E814792D-7975-83EC-5B9C-B4D195FBCC5E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研究方法与过程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7C101212-B549-91EB-7781-4B7A775E27EB}"/>
              </a:ext>
            </a:extLst>
          </p:cNvPr>
          <p:cNvGrpSpPr/>
          <p:nvPr/>
        </p:nvGrpSpPr>
        <p:grpSpPr>
          <a:xfrm>
            <a:off x="770151" y="1622530"/>
            <a:ext cx="3019425" cy="4023360"/>
            <a:chOff x="373908" y="1606542"/>
            <a:chExt cx="3019425" cy="4023360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11979C2-2E58-A2AA-85EF-5C1D3D65424F}"/>
                </a:ext>
              </a:extLst>
            </p:cNvPr>
            <p:cNvSpPr/>
            <p:nvPr/>
          </p:nvSpPr>
          <p:spPr>
            <a:xfrm>
              <a:off x="373908" y="1606542"/>
              <a:ext cx="3019425" cy="402336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dist="190500" dir="5400000" algn="t" rotWithShape="0">
                <a:sysClr val="window" lastClr="FFFFFF">
                  <a:lumMod val="50000"/>
                  <a:alpha val="10000"/>
                </a:sys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94FCFD3E-CC29-13F2-6006-747DDFAF6D1E}"/>
                </a:ext>
              </a:extLst>
            </p:cNvPr>
            <p:cNvSpPr/>
            <p:nvPr/>
          </p:nvSpPr>
          <p:spPr>
            <a:xfrm>
              <a:off x="1046564" y="1979155"/>
              <a:ext cx="2144281" cy="969672"/>
            </a:xfrm>
            <a:prstGeom prst="roundRect">
              <a:avLst>
                <a:gd name="adj" fmla="val 50000"/>
              </a:avLst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D59F1259-5339-BAB4-0BA5-792620AF61E6}"/>
                </a:ext>
              </a:extLst>
            </p:cNvPr>
            <p:cNvSpPr/>
            <p:nvPr/>
          </p:nvSpPr>
          <p:spPr>
            <a:xfrm>
              <a:off x="539249" y="1806596"/>
              <a:ext cx="1211436" cy="1314790"/>
            </a:xfrm>
            <a:custGeom>
              <a:avLst/>
              <a:gdLst>
                <a:gd name="connsiteX0" fmla="*/ 606473 w 1211436"/>
                <a:gd name="connsiteY0" fmla="*/ 0 h 1314790"/>
                <a:gd name="connsiteX1" fmla="*/ 614091 w 1211436"/>
                <a:gd name="connsiteY1" fmla="*/ 138 h 1314790"/>
                <a:gd name="connsiteX2" fmla="*/ 621777 w 1211436"/>
                <a:gd name="connsiteY2" fmla="*/ 481 h 1314790"/>
                <a:gd name="connsiteX3" fmla="*/ 629395 w 1211436"/>
                <a:gd name="connsiteY3" fmla="*/ 1098 h 1314790"/>
                <a:gd name="connsiteX4" fmla="*/ 636944 w 1211436"/>
                <a:gd name="connsiteY4" fmla="*/ 1922 h 1314790"/>
                <a:gd name="connsiteX5" fmla="*/ 644631 w 1211436"/>
                <a:gd name="connsiteY5" fmla="*/ 2951 h 1314790"/>
                <a:gd name="connsiteX6" fmla="*/ 652180 w 1211436"/>
                <a:gd name="connsiteY6" fmla="*/ 4186 h 1314790"/>
                <a:gd name="connsiteX7" fmla="*/ 659660 w 1211436"/>
                <a:gd name="connsiteY7" fmla="*/ 5696 h 1314790"/>
                <a:gd name="connsiteX8" fmla="*/ 667210 w 1211436"/>
                <a:gd name="connsiteY8" fmla="*/ 7344 h 1314790"/>
                <a:gd name="connsiteX9" fmla="*/ 674690 w 1211436"/>
                <a:gd name="connsiteY9" fmla="*/ 9196 h 1314790"/>
                <a:gd name="connsiteX10" fmla="*/ 682102 w 1211436"/>
                <a:gd name="connsiteY10" fmla="*/ 11324 h 1314790"/>
                <a:gd name="connsiteX11" fmla="*/ 689514 w 1211436"/>
                <a:gd name="connsiteY11" fmla="*/ 13726 h 1314790"/>
                <a:gd name="connsiteX12" fmla="*/ 696857 w 1211436"/>
                <a:gd name="connsiteY12" fmla="*/ 16265 h 1314790"/>
                <a:gd name="connsiteX13" fmla="*/ 704063 w 1211436"/>
                <a:gd name="connsiteY13" fmla="*/ 19079 h 1314790"/>
                <a:gd name="connsiteX14" fmla="*/ 711269 w 1211436"/>
                <a:gd name="connsiteY14" fmla="*/ 22030 h 1314790"/>
                <a:gd name="connsiteX15" fmla="*/ 718475 w 1211436"/>
                <a:gd name="connsiteY15" fmla="*/ 25256 h 1314790"/>
                <a:gd name="connsiteX16" fmla="*/ 725475 w 1211436"/>
                <a:gd name="connsiteY16" fmla="*/ 28687 h 1314790"/>
                <a:gd name="connsiteX17" fmla="*/ 974941 w 1211436"/>
                <a:gd name="connsiteY17" fmla="*/ 172533 h 1314790"/>
                <a:gd name="connsiteX18" fmla="*/ 977618 w 1211436"/>
                <a:gd name="connsiteY18" fmla="*/ 174111 h 1314790"/>
                <a:gd name="connsiteX19" fmla="*/ 980294 w 1211436"/>
                <a:gd name="connsiteY19" fmla="*/ 175621 h 1314790"/>
                <a:gd name="connsiteX20" fmla="*/ 982971 w 1211436"/>
                <a:gd name="connsiteY20" fmla="*/ 177200 h 1314790"/>
                <a:gd name="connsiteX21" fmla="*/ 985716 w 1211436"/>
                <a:gd name="connsiteY21" fmla="*/ 178641 h 1314790"/>
                <a:gd name="connsiteX22" fmla="*/ 988324 w 1211436"/>
                <a:gd name="connsiteY22" fmla="*/ 180151 h 1314790"/>
                <a:gd name="connsiteX23" fmla="*/ 991069 w 1211436"/>
                <a:gd name="connsiteY23" fmla="*/ 181523 h 1314790"/>
                <a:gd name="connsiteX24" fmla="*/ 993608 w 1211436"/>
                <a:gd name="connsiteY24" fmla="*/ 183033 h 1314790"/>
                <a:gd name="connsiteX25" fmla="*/ 996147 w 1211436"/>
                <a:gd name="connsiteY25" fmla="*/ 184406 h 1314790"/>
                <a:gd name="connsiteX26" fmla="*/ 1100395 w 1211436"/>
                <a:gd name="connsiteY26" fmla="*/ 245760 h 1314790"/>
                <a:gd name="connsiteX27" fmla="*/ 1103209 w 1211436"/>
                <a:gd name="connsiteY27" fmla="*/ 247681 h 1314790"/>
                <a:gd name="connsiteX28" fmla="*/ 1105679 w 1211436"/>
                <a:gd name="connsiteY28" fmla="*/ 249534 h 1314790"/>
                <a:gd name="connsiteX29" fmla="*/ 1107875 w 1211436"/>
                <a:gd name="connsiteY29" fmla="*/ 251319 h 1314790"/>
                <a:gd name="connsiteX30" fmla="*/ 1109934 w 1211436"/>
                <a:gd name="connsiteY30" fmla="*/ 252966 h 1314790"/>
                <a:gd name="connsiteX31" fmla="*/ 1113503 w 1211436"/>
                <a:gd name="connsiteY31" fmla="*/ 255917 h 1314790"/>
                <a:gd name="connsiteX32" fmla="*/ 1116454 w 1211436"/>
                <a:gd name="connsiteY32" fmla="*/ 258662 h 1314790"/>
                <a:gd name="connsiteX33" fmla="*/ 1119199 w 1211436"/>
                <a:gd name="connsiteY33" fmla="*/ 261201 h 1314790"/>
                <a:gd name="connsiteX34" fmla="*/ 1121738 w 1211436"/>
                <a:gd name="connsiteY34" fmla="*/ 263672 h 1314790"/>
                <a:gd name="connsiteX35" fmla="*/ 1123042 w 1211436"/>
                <a:gd name="connsiteY35" fmla="*/ 264838 h 1314790"/>
                <a:gd name="connsiteX36" fmla="*/ 1124415 w 1211436"/>
                <a:gd name="connsiteY36" fmla="*/ 266074 h 1314790"/>
                <a:gd name="connsiteX37" fmla="*/ 1125856 w 1211436"/>
                <a:gd name="connsiteY37" fmla="*/ 267309 h 1314790"/>
                <a:gd name="connsiteX38" fmla="*/ 1127366 w 1211436"/>
                <a:gd name="connsiteY38" fmla="*/ 268545 h 1314790"/>
                <a:gd name="connsiteX39" fmla="*/ 1129836 w 1211436"/>
                <a:gd name="connsiteY39" fmla="*/ 270260 h 1314790"/>
                <a:gd name="connsiteX40" fmla="*/ 1131483 w 1211436"/>
                <a:gd name="connsiteY40" fmla="*/ 271427 h 1314790"/>
                <a:gd name="connsiteX41" fmla="*/ 1132307 w 1211436"/>
                <a:gd name="connsiteY41" fmla="*/ 272113 h 1314790"/>
                <a:gd name="connsiteX42" fmla="*/ 1133131 w 1211436"/>
                <a:gd name="connsiteY42" fmla="*/ 272799 h 1314790"/>
                <a:gd name="connsiteX43" fmla="*/ 1134160 w 1211436"/>
                <a:gd name="connsiteY43" fmla="*/ 273692 h 1314790"/>
                <a:gd name="connsiteX44" fmla="*/ 1135395 w 1211436"/>
                <a:gd name="connsiteY44" fmla="*/ 275064 h 1314790"/>
                <a:gd name="connsiteX45" fmla="*/ 1139650 w 1211436"/>
                <a:gd name="connsiteY45" fmla="*/ 279800 h 1314790"/>
                <a:gd name="connsiteX46" fmla="*/ 1143837 w 1211436"/>
                <a:gd name="connsiteY46" fmla="*/ 284672 h 1314790"/>
                <a:gd name="connsiteX47" fmla="*/ 1147886 w 1211436"/>
                <a:gd name="connsiteY47" fmla="*/ 289476 h 1314790"/>
                <a:gd name="connsiteX48" fmla="*/ 1151866 w 1211436"/>
                <a:gd name="connsiteY48" fmla="*/ 294418 h 1314790"/>
                <a:gd name="connsiteX49" fmla="*/ 1155778 w 1211436"/>
                <a:gd name="connsiteY49" fmla="*/ 299427 h 1314790"/>
                <a:gd name="connsiteX50" fmla="*/ 1159553 w 1211436"/>
                <a:gd name="connsiteY50" fmla="*/ 304506 h 1314790"/>
                <a:gd name="connsiteX51" fmla="*/ 1163190 w 1211436"/>
                <a:gd name="connsiteY51" fmla="*/ 309653 h 1314790"/>
                <a:gd name="connsiteX52" fmla="*/ 1166690 w 1211436"/>
                <a:gd name="connsiteY52" fmla="*/ 314869 h 1314790"/>
                <a:gd name="connsiteX53" fmla="*/ 1170122 w 1211436"/>
                <a:gd name="connsiteY53" fmla="*/ 320153 h 1314790"/>
                <a:gd name="connsiteX54" fmla="*/ 1173416 w 1211436"/>
                <a:gd name="connsiteY54" fmla="*/ 325438 h 1314790"/>
                <a:gd name="connsiteX55" fmla="*/ 1176641 w 1211436"/>
                <a:gd name="connsiteY55" fmla="*/ 330860 h 1314790"/>
                <a:gd name="connsiteX56" fmla="*/ 1179661 w 1211436"/>
                <a:gd name="connsiteY56" fmla="*/ 336281 h 1314790"/>
                <a:gd name="connsiteX57" fmla="*/ 1182681 w 1211436"/>
                <a:gd name="connsiteY57" fmla="*/ 341840 h 1314790"/>
                <a:gd name="connsiteX58" fmla="*/ 1185426 w 1211436"/>
                <a:gd name="connsiteY58" fmla="*/ 347468 h 1314790"/>
                <a:gd name="connsiteX59" fmla="*/ 1188171 w 1211436"/>
                <a:gd name="connsiteY59" fmla="*/ 353095 h 1314790"/>
                <a:gd name="connsiteX60" fmla="*/ 1190710 w 1211436"/>
                <a:gd name="connsiteY60" fmla="*/ 358791 h 1314790"/>
                <a:gd name="connsiteX61" fmla="*/ 1193112 w 1211436"/>
                <a:gd name="connsiteY61" fmla="*/ 364625 h 1314790"/>
                <a:gd name="connsiteX62" fmla="*/ 1195377 w 1211436"/>
                <a:gd name="connsiteY62" fmla="*/ 370458 h 1314790"/>
                <a:gd name="connsiteX63" fmla="*/ 1197573 w 1211436"/>
                <a:gd name="connsiteY63" fmla="*/ 376360 h 1314790"/>
                <a:gd name="connsiteX64" fmla="*/ 1199495 w 1211436"/>
                <a:gd name="connsiteY64" fmla="*/ 382331 h 1314790"/>
                <a:gd name="connsiteX65" fmla="*/ 1201416 w 1211436"/>
                <a:gd name="connsiteY65" fmla="*/ 388439 h 1314790"/>
                <a:gd name="connsiteX66" fmla="*/ 1203063 w 1211436"/>
                <a:gd name="connsiteY66" fmla="*/ 394615 h 1314790"/>
                <a:gd name="connsiteX67" fmla="*/ 1204642 w 1211436"/>
                <a:gd name="connsiteY67" fmla="*/ 400792 h 1314790"/>
                <a:gd name="connsiteX68" fmla="*/ 1206014 w 1211436"/>
                <a:gd name="connsiteY68" fmla="*/ 407038 h 1314790"/>
                <a:gd name="connsiteX69" fmla="*/ 1207250 w 1211436"/>
                <a:gd name="connsiteY69" fmla="*/ 413420 h 1314790"/>
                <a:gd name="connsiteX70" fmla="*/ 1208416 w 1211436"/>
                <a:gd name="connsiteY70" fmla="*/ 419802 h 1314790"/>
                <a:gd name="connsiteX71" fmla="*/ 1209309 w 1211436"/>
                <a:gd name="connsiteY71" fmla="*/ 426322 h 1314790"/>
                <a:gd name="connsiteX72" fmla="*/ 1210063 w 1211436"/>
                <a:gd name="connsiteY72" fmla="*/ 432842 h 1314790"/>
                <a:gd name="connsiteX73" fmla="*/ 1210681 w 1211436"/>
                <a:gd name="connsiteY73" fmla="*/ 439499 h 1314790"/>
                <a:gd name="connsiteX74" fmla="*/ 1211093 w 1211436"/>
                <a:gd name="connsiteY74" fmla="*/ 446156 h 1314790"/>
                <a:gd name="connsiteX75" fmla="*/ 1211367 w 1211436"/>
                <a:gd name="connsiteY75" fmla="*/ 452950 h 1314790"/>
                <a:gd name="connsiteX76" fmla="*/ 1211436 w 1211436"/>
                <a:gd name="connsiteY76" fmla="*/ 459744 h 1314790"/>
                <a:gd name="connsiteX77" fmla="*/ 1211436 w 1211436"/>
                <a:gd name="connsiteY77" fmla="*/ 855046 h 1314790"/>
                <a:gd name="connsiteX78" fmla="*/ 1211367 w 1211436"/>
                <a:gd name="connsiteY78" fmla="*/ 860468 h 1314790"/>
                <a:gd name="connsiteX79" fmla="*/ 1211093 w 1211436"/>
                <a:gd name="connsiteY79" fmla="*/ 865958 h 1314790"/>
                <a:gd name="connsiteX80" fmla="*/ 1210750 w 1211436"/>
                <a:gd name="connsiteY80" fmla="*/ 871517 h 1314790"/>
                <a:gd name="connsiteX81" fmla="*/ 1210269 w 1211436"/>
                <a:gd name="connsiteY81" fmla="*/ 877145 h 1314790"/>
                <a:gd name="connsiteX82" fmla="*/ 1209652 w 1211436"/>
                <a:gd name="connsiteY82" fmla="*/ 882909 h 1314790"/>
                <a:gd name="connsiteX83" fmla="*/ 1208828 w 1211436"/>
                <a:gd name="connsiteY83" fmla="*/ 888537 h 1314790"/>
                <a:gd name="connsiteX84" fmla="*/ 1207867 w 1211436"/>
                <a:gd name="connsiteY84" fmla="*/ 894370 h 1314790"/>
                <a:gd name="connsiteX85" fmla="*/ 1206838 w 1211436"/>
                <a:gd name="connsiteY85" fmla="*/ 900135 h 1314790"/>
                <a:gd name="connsiteX86" fmla="*/ 1205603 w 1211436"/>
                <a:gd name="connsiteY86" fmla="*/ 905968 h 1314790"/>
                <a:gd name="connsiteX87" fmla="*/ 1204299 w 1211436"/>
                <a:gd name="connsiteY87" fmla="*/ 911802 h 1314790"/>
                <a:gd name="connsiteX88" fmla="*/ 1202857 w 1211436"/>
                <a:gd name="connsiteY88" fmla="*/ 917636 h 1314790"/>
                <a:gd name="connsiteX89" fmla="*/ 1201347 w 1211436"/>
                <a:gd name="connsiteY89" fmla="*/ 923469 h 1314790"/>
                <a:gd name="connsiteX90" fmla="*/ 1199563 w 1211436"/>
                <a:gd name="connsiteY90" fmla="*/ 929303 h 1314790"/>
                <a:gd name="connsiteX91" fmla="*/ 1197779 w 1211436"/>
                <a:gd name="connsiteY91" fmla="*/ 935067 h 1314790"/>
                <a:gd name="connsiteX92" fmla="*/ 1195926 w 1211436"/>
                <a:gd name="connsiteY92" fmla="*/ 940832 h 1314790"/>
                <a:gd name="connsiteX93" fmla="*/ 1193935 w 1211436"/>
                <a:gd name="connsiteY93" fmla="*/ 946460 h 1314790"/>
                <a:gd name="connsiteX94" fmla="*/ 1191808 w 1211436"/>
                <a:gd name="connsiteY94" fmla="*/ 952156 h 1314790"/>
                <a:gd name="connsiteX95" fmla="*/ 1189543 w 1211436"/>
                <a:gd name="connsiteY95" fmla="*/ 957715 h 1314790"/>
                <a:gd name="connsiteX96" fmla="*/ 1187210 w 1211436"/>
                <a:gd name="connsiteY96" fmla="*/ 963274 h 1314790"/>
                <a:gd name="connsiteX97" fmla="*/ 1184808 w 1211436"/>
                <a:gd name="connsiteY97" fmla="*/ 968695 h 1314790"/>
                <a:gd name="connsiteX98" fmla="*/ 1182269 w 1211436"/>
                <a:gd name="connsiteY98" fmla="*/ 973980 h 1314790"/>
                <a:gd name="connsiteX99" fmla="*/ 1179592 w 1211436"/>
                <a:gd name="connsiteY99" fmla="*/ 979264 h 1314790"/>
                <a:gd name="connsiteX100" fmla="*/ 1176916 w 1211436"/>
                <a:gd name="connsiteY100" fmla="*/ 984343 h 1314790"/>
                <a:gd name="connsiteX101" fmla="*/ 1174102 w 1211436"/>
                <a:gd name="connsiteY101" fmla="*/ 989353 h 1314790"/>
                <a:gd name="connsiteX102" fmla="*/ 1171219 w 1211436"/>
                <a:gd name="connsiteY102" fmla="*/ 994294 h 1314790"/>
                <a:gd name="connsiteX103" fmla="*/ 1168268 w 1211436"/>
                <a:gd name="connsiteY103" fmla="*/ 999098 h 1314790"/>
                <a:gd name="connsiteX104" fmla="*/ 1165112 w 1211436"/>
                <a:gd name="connsiteY104" fmla="*/ 1003696 h 1314790"/>
                <a:gd name="connsiteX105" fmla="*/ 1162023 w 1211436"/>
                <a:gd name="connsiteY105" fmla="*/ 1008088 h 1314790"/>
                <a:gd name="connsiteX106" fmla="*/ 1158798 w 1211436"/>
                <a:gd name="connsiteY106" fmla="*/ 1012412 h 1314790"/>
                <a:gd name="connsiteX107" fmla="*/ 1155572 w 1211436"/>
                <a:gd name="connsiteY107" fmla="*/ 1016530 h 1314790"/>
                <a:gd name="connsiteX108" fmla="*/ 1152210 w 1211436"/>
                <a:gd name="connsiteY108" fmla="*/ 1020441 h 1314790"/>
                <a:gd name="connsiteX109" fmla="*/ 1148778 w 1211436"/>
                <a:gd name="connsiteY109" fmla="*/ 1024216 h 1314790"/>
                <a:gd name="connsiteX110" fmla="*/ 1146582 w 1211436"/>
                <a:gd name="connsiteY110" fmla="*/ 1026412 h 1314790"/>
                <a:gd name="connsiteX111" fmla="*/ 1144660 w 1211436"/>
                <a:gd name="connsiteY111" fmla="*/ 1028334 h 1314790"/>
                <a:gd name="connsiteX112" fmla="*/ 1143699 w 1211436"/>
                <a:gd name="connsiteY112" fmla="*/ 1029295 h 1314790"/>
                <a:gd name="connsiteX113" fmla="*/ 1142739 w 1211436"/>
                <a:gd name="connsiteY113" fmla="*/ 1030324 h 1314790"/>
                <a:gd name="connsiteX114" fmla="*/ 1141778 w 1211436"/>
                <a:gd name="connsiteY114" fmla="*/ 1031354 h 1314790"/>
                <a:gd name="connsiteX115" fmla="*/ 1140748 w 1211436"/>
                <a:gd name="connsiteY115" fmla="*/ 1032657 h 1314790"/>
                <a:gd name="connsiteX116" fmla="*/ 1137042 w 1211436"/>
                <a:gd name="connsiteY116" fmla="*/ 1037255 h 1314790"/>
                <a:gd name="connsiteX117" fmla="*/ 1134641 w 1211436"/>
                <a:gd name="connsiteY117" fmla="*/ 1040138 h 1314790"/>
                <a:gd name="connsiteX118" fmla="*/ 1133748 w 1211436"/>
                <a:gd name="connsiteY118" fmla="*/ 1041099 h 1314790"/>
                <a:gd name="connsiteX119" fmla="*/ 1133062 w 1211436"/>
                <a:gd name="connsiteY119" fmla="*/ 1041716 h 1314790"/>
                <a:gd name="connsiteX120" fmla="*/ 1132513 w 1211436"/>
                <a:gd name="connsiteY120" fmla="*/ 1042197 h 1314790"/>
                <a:gd name="connsiteX121" fmla="*/ 1132033 w 1211436"/>
                <a:gd name="connsiteY121" fmla="*/ 1042540 h 1314790"/>
                <a:gd name="connsiteX122" fmla="*/ 1131072 w 1211436"/>
                <a:gd name="connsiteY122" fmla="*/ 1043089 h 1314790"/>
                <a:gd name="connsiteX123" fmla="*/ 1129836 w 1211436"/>
                <a:gd name="connsiteY123" fmla="*/ 1043844 h 1314790"/>
                <a:gd name="connsiteX124" fmla="*/ 1129013 w 1211436"/>
                <a:gd name="connsiteY124" fmla="*/ 1044530 h 1314790"/>
                <a:gd name="connsiteX125" fmla="*/ 1127984 w 1211436"/>
                <a:gd name="connsiteY125" fmla="*/ 1045354 h 1314790"/>
                <a:gd name="connsiteX126" fmla="*/ 1126542 w 1211436"/>
                <a:gd name="connsiteY126" fmla="*/ 1046520 h 1314790"/>
                <a:gd name="connsiteX127" fmla="*/ 1124895 w 1211436"/>
                <a:gd name="connsiteY127" fmla="*/ 1047962 h 1314790"/>
                <a:gd name="connsiteX128" fmla="*/ 1121807 w 1211436"/>
                <a:gd name="connsiteY128" fmla="*/ 1050844 h 1314790"/>
                <a:gd name="connsiteX129" fmla="*/ 1118650 w 1211436"/>
                <a:gd name="connsiteY129" fmla="*/ 1053658 h 1314790"/>
                <a:gd name="connsiteX130" fmla="*/ 1115562 w 1211436"/>
                <a:gd name="connsiteY130" fmla="*/ 1056334 h 1314790"/>
                <a:gd name="connsiteX131" fmla="*/ 1112336 w 1211436"/>
                <a:gd name="connsiteY131" fmla="*/ 1059079 h 1314790"/>
                <a:gd name="connsiteX132" fmla="*/ 1109110 w 1211436"/>
                <a:gd name="connsiteY132" fmla="*/ 1061687 h 1314790"/>
                <a:gd name="connsiteX133" fmla="*/ 1105954 w 1211436"/>
                <a:gd name="connsiteY133" fmla="*/ 1064227 h 1314790"/>
                <a:gd name="connsiteX134" fmla="*/ 1102728 w 1211436"/>
                <a:gd name="connsiteY134" fmla="*/ 1066766 h 1314790"/>
                <a:gd name="connsiteX135" fmla="*/ 1099434 w 1211436"/>
                <a:gd name="connsiteY135" fmla="*/ 1069236 h 1314790"/>
                <a:gd name="connsiteX136" fmla="*/ 1096140 w 1211436"/>
                <a:gd name="connsiteY136" fmla="*/ 1071638 h 1314790"/>
                <a:gd name="connsiteX137" fmla="*/ 1092845 w 1211436"/>
                <a:gd name="connsiteY137" fmla="*/ 1074041 h 1314790"/>
                <a:gd name="connsiteX138" fmla="*/ 1089551 w 1211436"/>
                <a:gd name="connsiteY138" fmla="*/ 1076374 h 1314790"/>
                <a:gd name="connsiteX139" fmla="*/ 1086257 w 1211436"/>
                <a:gd name="connsiteY139" fmla="*/ 1078707 h 1314790"/>
                <a:gd name="connsiteX140" fmla="*/ 1079531 w 1211436"/>
                <a:gd name="connsiteY140" fmla="*/ 1083237 h 1314790"/>
                <a:gd name="connsiteX141" fmla="*/ 1072737 w 1211436"/>
                <a:gd name="connsiteY141" fmla="*/ 1087560 h 1314790"/>
                <a:gd name="connsiteX142" fmla="*/ 1065806 w 1211436"/>
                <a:gd name="connsiteY142" fmla="*/ 1091884 h 1314790"/>
                <a:gd name="connsiteX143" fmla="*/ 1058805 w 1211436"/>
                <a:gd name="connsiteY143" fmla="*/ 1095933 h 1314790"/>
                <a:gd name="connsiteX144" fmla="*/ 1051737 w 1211436"/>
                <a:gd name="connsiteY144" fmla="*/ 1100051 h 1314790"/>
                <a:gd name="connsiteX145" fmla="*/ 1044531 w 1211436"/>
                <a:gd name="connsiteY145" fmla="*/ 1104100 h 1314790"/>
                <a:gd name="connsiteX146" fmla="*/ 1037187 w 1211436"/>
                <a:gd name="connsiteY146" fmla="*/ 1108012 h 1314790"/>
                <a:gd name="connsiteX147" fmla="*/ 1029775 w 1211436"/>
                <a:gd name="connsiteY147" fmla="*/ 1111992 h 1314790"/>
                <a:gd name="connsiteX148" fmla="*/ 1022295 w 1211436"/>
                <a:gd name="connsiteY148" fmla="*/ 1115904 h 1314790"/>
                <a:gd name="connsiteX149" fmla="*/ 1014677 w 1211436"/>
                <a:gd name="connsiteY149" fmla="*/ 1119884 h 1314790"/>
                <a:gd name="connsiteX150" fmla="*/ 889567 w 1211436"/>
                <a:gd name="connsiteY150" fmla="*/ 1191464 h 1314790"/>
                <a:gd name="connsiteX151" fmla="*/ 884351 w 1211436"/>
                <a:gd name="connsiteY151" fmla="*/ 1194553 h 1314790"/>
                <a:gd name="connsiteX152" fmla="*/ 879067 w 1211436"/>
                <a:gd name="connsiteY152" fmla="*/ 1197641 h 1314790"/>
                <a:gd name="connsiteX153" fmla="*/ 873851 w 1211436"/>
                <a:gd name="connsiteY153" fmla="*/ 1200661 h 1314790"/>
                <a:gd name="connsiteX154" fmla="*/ 868704 w 1211436"/>
                <a:gd name="connsiteY154" fmla="*/ 1203612 h 1314790"/>
                <a:gd name="connsiteX155" fmla="*/ 863488 w 1211436"/>
                <a:gd name="connsiteY155" fmla="*/ 1206563 h 1314790"/>
                <a:gd name="connsiteX156" fmla="*/ 858409 w 1211436"/>
                <a:gd name="connsiteY156" fmla="*/ 1209514 h 1314790"/>
                <a:gd name="connsiteX157" fmla="*/ 853331 w 1211436"/>
                <a:gd name="connsiteY157" fmla="*/ 1212465 h 1314790"/>
                <a:gd name="connsiteX158" fmla="*/ 848252 w 1211436"/>
                <a:gd name="connsiteY158" fmla="*/ 1215416 h 1314790"/>
                <a:gd name="connsiteX159" fmla="*/ 843105 w 1211436"/>
                <a:gd name="connsiteY159" fmla="*/ 1218367 h 1314790"/>
                <a:gd name="connsiteX160" fmla="*/ 838027 w 1211436"/>
                <a:gd name="connsiteY160" fmla="*/ 1221387 h 1314790"/>
                <a:gd name="connsiteX161" fmla="*/ 832948 w 1211436"/>
                <a:gd name="connsiteY161" fmla="*/ 1224338 h 1314790"/>
                <a:gd name="connsiteX162" fmla="*/ 827801 w 1211436"/>
                <a:gd name="connsiteY162" fmla="*/ 1227289 h 1314790"/>
                <a:gd name="connsiteX163" fmla="*/ 822723 w 1211436"/>
                <a:gd name="connsiteY163" fmla="*/ 1230308 h 1314790"/>
                <a:gd name="connsiteX164" fmla="*/ 817575 w 1211436"/>
                <a:gd name="connsiteY164" fmla="*/ 1233328 h 1314790"/>
                <a:gd name="connsiteX165" fmla="*/ 812428 w 1211436"/>
                <a:gd name="connsiteY165" fmla="*/ 1236416 h 1314790"/>
                <a:gd name="connsiteX166" fmla="*/ 807281 w 1211436"/>
                <a:gd name="connsiteY166" fmla="*/ 1239505 h 1314790"/>
                <a:gd name="connsiteX167" fmla="*/ 801996 w 1211436"/>
                <a:gd name="connsiteY167" fmla="*/ 1242730 h 1314790"/>
                <a:gd name="connsiteX168" fmla="*/ 796849 w 1211436"/>
                <a:gd name="connsiteY168" fmla="*/ 1245818 h 1314790"/>
                <a:gd name="connsiteX169" fmla="*/ 791702 w 1211436"/>
                <a:gd name="connsiteY169" fmla="*/ 1248907 h 1314790"/>
                <a:gd name="connsiteX170" fmla="*/ 786624 w 1211436"/>
                <a:gd name="connsiteY170" fmla="*/ 1251927 h 1314790"/>
                <a:gd name="connsiteX171" fmla="*/ 781614 w 1211436"/>
                <a:gd name="connsiteY171" fmla="*/ 1254946 h 1314790"/>
                <a:gd name="connsiteX172" fmla="*/ 776604 w 1211436"/>
                <a:gd name="connsiteY172" fmla="*/ 1257897 h 1314790"/>
                <a:gd name="connsiteX173" fmla="*/ 771594 w 1211436"/>
                <a:gd name="connsiteY173" fmla="*/ 1260917 h 1314790"/>
                <a:gd name="connsiteX174" fmla="*/ 766447 w 1211436"/>
                <a:gd name="connsiteY174" fmla="*/ 1263868 h 1314790"/>
                <a:gd name="connsiteX175" fmla="*/ 761437 w 1211436"/>
                <a:gd name="connsiteY175" fmla="*/ 1266750 h 1314790"/>
                <a:gd name="connsiteX176" fmla="*/ 756358 w 1211436"/>
                <a:gd name="connsiteY176" fmla="*/ 1269564 h 1314790"/>
                <a:gd name="connsiteX177" fmla="*/ 751211 w 1211436"/>
                <a:gd name="connsiteY177" fmla="*/ 1272584 h 1314790"/>
                <a:gd name="connsiteX178" fmla="*/ 745927 w 1211436"/>
                <a:gd name="connsiteY178" fmla="*/ 1275329 h 1314790"/>
                <a:gd name="connsiteX179" fmla="*/ 740642 w 1211436"/>
                <a:gd name="connsiteY179" fmla="*/ 1278211 h 1314790"/>
                <a:gd name="connsiteX180" fmla="*/ 735221 w 1211436"/>
                <a:gd name="connsiteY180" fmla="*/ 1281093 h 1314790"/>
                <a:gd name="connsiteX181" fmla="*/ 729730 w 1211436"/>
                <a:gd name="connsiteY181" fmla="*/ 1283976 h 1314790"/>
                <a:gd name="connsiteX182" fmla="*/ 724103 w 1211436"/>
                <a:gd name="connsiteY182" fmla="*/ 1286859 h 1314790"/>
                <a:gd name="connsiteX183" fmla="*/ 717034 w 1211436"/>
                <a:gd name="connsiteY183" fmla="*/ 1290290 h 1314790"/>
                <a:gd name="connsiteX184" fmla="*/ 709897 w 1211436"/>
                <a:gd name="connsiteY184" fmla="*/ 1293515 h 1314790"/>
                <a:gd name="connsiteX185" fmla="*/ 702691 w 1211436"/>
                <a:gd name="connsiteY185" fmla="*/ 1296466 h 1314790"/>
                <a:gd name="connsiteX186" fmla="*/ 695416 w 1211436"/>
                <a:gd name="connsiteY186" fmla="*/ 1299143 h 1314790"/>
                <a:gd name="connsiteX187" fmla="*/ 688004 w 1211436"/>
                <a:gd name="connsiteY187" fmla="*/ 1301751 h 1314790"/>
                <a:gd name="connsiteX188" fmla="*/ 680729 w 1211436"/>
                <a:gd name="connsiteY188" fmla="*/ 1304016 h 1314790"/>
                <a:gd name="connsiteX189" fmla="*/ 673249 w 1211436"/>
                <a:gd name="connsiteY189" fmla="*/ 1306074 h 1314790"/>
                <a:gd name="connsiteX190" fmla="*/ 665768 w 1211436"/>
                <a:gd name="connsiteY190" fmla="*/ 1307996 h 1314790"/>
                <a:gd name="connsiteX191" fmla="*/ 658288 w 1211436"/>
                <a:gd name="connsiteY191" fmla="*/ 1309643 h 1314790"/>
                <a:gd name="connsiteX192" fmla="*/ 650670 w 1211436"/>
                <a:gd name="connsiteY192" fmla="*/ 1311016 h 1314790"/>
                <a:gd name="connsiteX193" fmla="*/ 643121 w 1211436"/>
                <a:gd name="connsiteY193" fmla="*/ 1312183 h 1314790"/>
                <a:gd name="connsiteX194" fmla="*/ 635572 w 1211436"/>
                <a:gd name="connsiteY194" fmla="*/ 1313143 h 1314790"/>
                <a:gd name="connsiteX195" fmla="*/ 627954 w 1211436"/>
                <a:gd name="connsiteY195" fmla="*/ 1313898 h 1314790"/>
                <a:gd name="connsiteX196" fmla="*/ 620267 w 1211436"/>
                <a:gd name="connsiteY196" fmla="*/ 1314379 h 1314790"/>
                <a:gd name="connsiteX197" fmla="*/ 612650 w 1211436"/>
                <a:gd name="connsiteY197" fmla="*/ 1314722 h 1314790"/>
                <a:gd name="connsiteX198" fmla="*/ 604963 w 1211436"/>
                <a:gd name="connsiteY198" fmla="*/ 1314790 h 1314790"/>
                <a:gd name="connsiteX199" fmla="*/ 597345 w 1211436"/>
                <a:gd name="connsiteY199" fmla="*/ 1314653 h 1314790"/>
                <a:gd name="connsiteX200" fmla="*/ 589659 w 1211436"/>
                <a:gd name="connsiteY200" fmla="*/ 1314310 h 1314790"/>
                <a:gd name="connsiteX201" fmla="*/ 582041 w 1211436"/>
                <a:gd name="connsiteY201" fmla="*/ 1313692 h 1314790"/>
                <a:gd name="connsiteX202" fmla="*/ 574492 w 1211436"/>
                <a:gd name="connsiteY202" fmla="*/ 1312869 h 1314790"/>
                <a:gd name="connsiteX203" fmla="*/ 566805 w 1211436"/>
                <a:gd name="connsiteY203" fmla="*/ 1311839 h 1314790"/>
                <a:gd name="connsiteX204" fmla="*/ 559256 w 1211436"/>
                <a:gd name="connsiteY204" fmla="*/ 1310604 h 1314790"/>
                <a:gd name="connsiteX205" fmla="*/ 551776 w 1211436"/>
                <a:gd name="connsiteY205" fmla="*/ 1309094 h 1314790"/>
                <a:gd name="connsiteX206" fmla="*/ 544227 w 1211436"/>
                <a:gd name="connsiteY206" fmla="*/ 1307447 h 1314790"/>
                <a:gd name="connsiteX207" fmla="*/ 536746 w 1211436"/>
                <a:gd name="connsiteY207" fmla="*/ 1305594 h 1314790"/>
                <a:gd name="connsiteX208" fmla="*/ 529334 w 1211436"/>
                <a:gd name="connsiteY208" fmla="*/ 1303466 h 1314790"/>
                <a:gd name="connsiteX209" fmla="*/ 521922 w 1211436"/>
                <a:gd name="connsiteY209" fmla="*/ 1301065 h 1314790"/>
                <a:gd name="connsiteX210" fmla="*/ 514579 w 1211436"/>
                <a:gd name="connsiteY210" fmla="*/ 1298525 h 1314790"/>
                <a:gd name="connsiteX211" fmla="*/ 507373 w 1211436"/>
                <a:gd name="connsiteY211" fmla="*/ 1295711 h 1314790"/>
                <a:gd name="connsiteX212" fmla="*/ 500167 w 1211436"/>
                <a:gd name="connsiteY212" fmla="*/ 1292760 h 1314790"/>
                <a:gd name="connsiteX213" fmla="*/ 492961 w 1211436"/>
                <a:gd name="connsiteY213" fmla="*/ 1289535 h 1314790"/>
                <a:gd name="connsiteX214" fmla="*/ 485961 w 1211436"/>
                <a:gd name="connsiteY214" fmla="*/ 1286103 h 1314790"/>
                <a:gd name="connsiteX215" fmla="*/ 478617 w 1211436"/>
                <a:gd name="connsiteY215" fmla="*/ 1282329 h 1314790"/>
                <a:gd name="connsiteX216" fmla="*/ 470039 w 1211436"/>
                <a:gd name="connsiteY216" fmla="*/ 1277731 h 1314790"/>
                <a:gd name="connsiteX217" fmla="*/ 460431 w 1211436"/>
                <a:gd name="connsiteY217" fmla="*/ 1272446 h 1314790"/>
                <a:gd name="connsiteX218" fmla="*/ 450068 w 1211436"/>
                <a:gd name="connsiteY218" fmla="*/ 1266750 h 1314790"/>
                <a:gd name="connsiteX219" fmla="*/ 439019 w 1211436"/>
                <a:gd name="connsiteY219" fmla="*/ 1260368 h 1314790"/>
                <a:gd name="connsiteX220" fmla="*/ 427420 w 1211436"/>
                <a:gd name="connsiteY220" fmla="*/ 1253848 h 1314790"/>
                <a:gd name="connsiteX221" fmla="*/ 415548 w 1211436"/>
                <a:gd name="connsiteY221" fmla="*/ 1246916 h 1314790"/>
                <a:gd name="connsiteX222" fmla="*/ 403400 w 1211436"/>
                <a:gd name="connsiteY222" fmla="*/ 1239848 h 1314790"/>
                <a:gd name="connsiteX223" fmla="*/ 391322 w 1211436"/>
                <a:gd name="connsiteY223" fmla="*/ 1232710 h 1314790"/>
                <a:gd name="connsiteX224" fmla="*/ 379312 w 1211436"/>
                <a:gd name="connsiteY224" fmla="*/ 1225641 h 1314790"/>
                <a:gd name="connsiteX225" fmla="*/ 367645 w 1211436"/>
                <a:gd name="connsiteY225" fmla="*/ 1218710 h 1314790"/>
                <a:gd name="connsiteX226" fmla="*/ 356389 w 1211436"/>
                <a:gd name="connsiteY226" fmla="*/ 1212053 h 1314790"/>
                <a:gd name="connsiteX227" fmla="*/ 345752 w 1211436"/>
                <a:gd name="connsiteY227" fmla="*/ 1205739 h 1314790"/>
                <a:gd name="connsiteX228" fmla="*/ 336007 w 1211436"/>
                <a:gd name="connsiteY228" fmla="*/ 1199837 h 1314790"/>
                <a:gd name="connsiteX229" fmla="*/ 327085 w 1211436"/>
                <a:gd name="connsiteY229" fmla="*/ 1194553 h 1314790"/>
                <a:gd name="connsiteX230" fmla="*/ 319330 w 1211436"/>
                <a:gd name="connsiteY230" fmla="*/ 1189886 h 1314790"/>
                <a:gd name="connsiteX231" fmla="*/ 194014 w 1211436"/>
                <a:gd name="connsiteY231" fmla="*/ 1118581 h 1314790"/>
                <a:gd name="connsiteX232" fmla="*/ 190994 w 1211436"/>
                <a:gd name="connsiteY232" fmla="*/ 1117002 h 1314790"/>
                <a:gd name="connsiteX233" fmla="*/ 188386 w 1211436"/>
                <a:gd name="connsiteY233" fmla="*/ 1115630 h 1314790"/>
                <a:gd name="connsiteX234" fmla="*/ 185847 w 1211436"/>
                <a:gd name="connsiteY234" fmla="*/ 1114188 h 1314790"/>
                <a:gd name="connsiteX235" fmla="*/ 183376 w 1211436"/>
                <a:gd name="connsiteY235" fmla="*/ 1112816 h 1314790"/>
                <a:gd name="connsiteX236" fmla="*/ 180837 w 1211436"/>
                <a:gd name="connsiteY236" fmla="*/ 1111375 h 1314790"/>
                <a:gd name="connsiteX237" fmla="*/ 178298 w 1211436"/>
                <a:gd name="connsiteY237" fmla="*/ 1109933 h 1314790"/>
                <a:gd name="connsiteX238" fmla="*/ 175552 w 1211436"/>
                <a:gd name="connsiteY238" fmla="*/ 1108424 h 1314790"/>
                <a:gd name="connsiteX239" fmla="*/ 172601 w 1211436"/>
                <a:gd name="connsiteY239" fmla="*/ 1106776 h 1314790"/>
                <a:gd name="connsiteX240" fmla="*/ 111041 w 1211436"/>
                <a:gd name="connsiteY240" fmla="*/ 1069031 h 1314790"/>
                <a:gd name="connsiteX241" fmla="*/ 108228 w 1211436"/>
                <a:gd name="connsiteY241" fmla="*/ 1067109 h 1314790"/>
                <a:gd name="connsiteX242" fmla="*/ 105757 w 1211436"/>
                <a:gd name="connsiteY242" fmla="*/ 1065256 h 1314790"/>
                <a:gd name="connsiteX243" fmla="*/ 103561 w 1211436"/>
                <a:gd name="connsiteY243" fmla="*/ 1063472 h 1314790"/>
                <a:gd name="connsiteX244" fmla="*/ 101502 w 1211436"/>
                <a:gd name="connsiteY244" fmla="*/ 1061825 h 1314790"/>
                <a:gd name="connsiteX245" fmla="*/ 97933 w 1211436"/>
                <a:gd name="connsiteY245" fmla="*/ 1058874 h 1314790"/>
                <a:gd name="connsiteX246" fmla="*/ 94982 w 1211436"/>
                <a:gd name="connsiteY246" fmla="*/ 1056129 h 1314790"/>
                <a:gd name="connsiteX247" fmla="*/ 92237 w 1211436"/>
                <a:gd name="connsiteY247" fmla="*/ 1053589 h 1314790"/>
                <a:gd name="connsiteX248" fmla="*/ 89698 w 1211436"/>
                <a:gd name="connsiteY248" fmla="*/ 1051119 h 1314790"/>
                <a:gd name="connsiteX249" fmla="*/ 88394 w 1211436"/>
                <a:gd name="connsiteY249" fmla="*/ 1049952 h 1314790"/>
                <a:gd name="connsiteX250" fmla="*/ 87022 w 1211436"/>
                <a:gd name="connsiteY250" fmla="*/ 1048717 h 1314790"/>
                <a:gd name="connsiteX251" fmla="*/ 85580 w 1211436"/>
                <a:gd name="connsiteY251" fmla="*/ 1047481 h 1314790"/>
                <a:gd name="connsiteX252" fmla="*/ 84070 w 1211436"/>
                <a:gd name="connsiteY252" fmla="*/ 1046246 h 1314790"/>
                <a:gd name="connsiteX253" fmla="*/ 81874 w 1211436"/>
                <a:gd name="connsiteY253" fmla="*/ 1044599 h 1314790"/>
                <a:gd name="connsiteX254" fmla="*/ 79747 w 1211436"/>
                <a:gd name="connsiteY254" fmla="*/ 1042814 h 1314790"/>
                <a:gd name="connsiteX255" fmla="*/ 77619 w 1211436"/>
                <a:gd name="connsiteY255" fmla="*/ 1040824 h 1314790"/>
                <a:gd name="connsiteX256" fmla="*/ 75492 w 1211436"/>
                <a:gd name="connsiteY256" fmla="*/ 1038765 h 1314790"/>
                <a:gd name="connsiteX257" fmla="*/ 73296 w 1211436"/>
                <a:gd name="connsiteY257" fmla="*/ 1036569 h 1314790"/>
                <a:gd name="connsiteX258" fmla="*/ 71099 w 1211436"/>
                <a:gd name="connsiteY258" fmla="*/ 1034304 h 1314790"/>
                <a:gd name="connsiteX259" fmla="*/ 68903 w 1211436"/>
                <a:gd name="connsiteY259" fmla="*/ 1031834 h 1314790"/>
                <a:gd name="connsiteX260" fmla="*/ 66776 w 1211436"/>
                <a:gd name="connsiteY260" fmla="*/ 1029432 h 1314790"/>
                <a:gd name="connsiteX261" fmla="*/ 64580 w 1211436"/>
                <a:gd name="connsiteY261" fmla="*/ 1026824 h 1314790"/>
                <a:gd name="connsiteX262" fmla="*/ 62384 w 1211436"/>
                <a:gd name="connsiteY262" fmla="*/ 1024216 h 1314790"/>
                <a:gd name="connsiteX263" fmla="*/ 60256 w 1211436"/>
                <a:gd name="connsiteY263" fmla="*/ 1021540 h 1314790"/>
                <a:gd name="connsiteX264" fmla="*/ 58129 w 1211436"/>
                <a:gd name="connsiteY264" fmla="*/ 1018726 h 1314790"/>
                <a:gd name="connsiteX265" fmla="*/ 56001 w 1211436"/>
                <a:gd name="connsiteY265" fmla="*/ 1015912 h 1314790"/>
                <a:gd name="connsiteX266" fmla="*/ 53874 w 1211436"/>
                <a:gd name="connsiteY266" fmla="*/ 1013029 h 1314790"/>
                <a:gd name="connsiteX267" fmla="*/ 51815 w 1211436"/>
                <a:gd name="connsiteY267" fmla="*/ 1010147 h 1314790"/>
                <a:gd name="connsiteX268" fmla="*/ 49756 w 1211436"/>
                <a:gd name="connsiteY268" fmla="*/ 1007196 h 1314790"/>
                <a:gd name="connsiteX269" fmla="*/ 45707 w 1211436"/>
                <a:gd name="connsiteY269" fmla="*/ 1001226 h 1314790"/>
                <a:gd name="connsiteX270" fmla="*/ 41932 w 1211436"/>
                <a:gd name="connsiteY270" fmla="*/ 995186 h 1314790"/>
                <a:gd name="connsiteX271" fmla="*/ 38226 w 1211436"/>
                <a:gd name="connsiteY271" fmla="*/ 989284 h 1314790"/>
                <a:gd name="connsiteX272" fmla="*/ 34795 w 1211436"/>
                <a:gd name="connsiteY272" fmla="*/ 983382 h 1314790"/>
                <a:gd name="connsiteX273" fmla="*/ 31501 w 1211436"/>
                <a:gd name="connsiteY273" fmla="*/ 977686 h 1314790"/>
                <a:gd name="connsiteX274" fmla="*/ 28550 w 1211436"/>
                <a:gd name="connsiteY274" fmla="*/ 972127 h 1314790"/>
                <a:gd name="connsiteX275" fmla="*/ 25805 w 1211436"/>
                <a:gd name="connsiteY275" fmla="*/ 966842 h 1314790"/>
                <a:gd name="connsiteX276" fmla="*/ 23403 w 1211436"/>
                <a:gd name="connsiteY276" fmla="*/ 961901 h 1314790"/>
                <a:gd name="connsiteX277" fmla="*/ 22304 w 1211436"/>
                <a:gd name="connsiteY277" fmla="*/ 959499 h 1314790"/>
                <a:gd name="connsiteX278" fmla="*/ 21206 w 1211436"/>
                <a:gd name="connsiteY278" fmla="*/ 956823 h 1314790"/>
                <a:gd name="connsiteX279" fmla="*/ 20040 w 1211436"/>
                <a:gd name="connsiteY279" fmla="*/ 954215 h 1314790"/>
                <a:gd name="connsiteX280" fmla="*/ 19010 w 1211436"/>
                <a:gd name="connsiteY280" fmla="*/ 951401 h 1314790"/>
                <a:gd name="connsiteX281" fmla="*/ 17844 w 1211436"/>
                <a:gd name="connsiteY281" fmla="*/ 948519 h 1314790"/>
                <a:gd name="connsiteX282" fmla="*/ 16745 w 1211436"/>
                <a:gd name="connsiteY282" fmla="*/ 945567 h 1314790"/>
                <a:gd name="connsiteX283" fmla="*/ 15716 w 1211436"/>
                <a:gd name="connsiteY283" fmla="*/ 942548 h 1314790"/>
                <a:gd name="connsiteX284" fmla="*/ 14618 w 1211436"/>
                <a:gd name="connsiteY284" fmla="*/ 939528 h 1314790"/>
                <a:gd name="connsiteX285" fmla="*/ 12697 w 1211436"/>
                <a:gd name="connsiteY285" fmla="*/ 933077 h 1314790"/>
                <a:gd name="connsiteX286" fmla="*/ 10706 w 1211436"/>
                <a:gd name="connsiteY286" fmla="*/ 926489 h 1314790"/>
                <a:gd name="connsiteX287" fmla="*/ 9814 w 1211436"/>
                <a:gd name="connsiteY287" fmla="*/ 923057 h 1314790"/>
                <a:gd name="connsiteX288" fmla="*/ 8853 w 1211436"/>
                <a:gd name="connsiteY288" fmla="*/ 919694 h 1314790"/>
                <a:gd name="connsiteX289" fmla="*/ 7961 w 1211436"/>
                <a:gd name="connsiteY289" fmla="*/ 916194 h 1314790"/>
                <a:gd name="connsiteX290" fmla="*/ 7138 w 1211436"/>
                <a:gd name="connsiteY290" fmla="*/ 912694 h 1314790"/>
                <a:gd name="connsiteX291" fmla="*/ 6383 w 1211436"/>
                <a:gd name="connsiteY291" fmla="*/ 909194 h 1314790"/>
                <a:gd name="connsiteX292" fmla="*/ 5559 w 1211436"/>
                <a:gd name="connsiteY292" fmla="*/ 905557 h 1314790"/>
                <a:gd name="connsiteX293" fmla="*/ 4941 w 1211436"/>
                <a:gd name="connsiteY293" fmla="*/ 901920 h 1314790"/>
                <a:gd name="connsiteX294" fmla="*/ 4186 w 1211436"/>
                <a:gd name="connsiteY294" fmla="*/ 898351 h 1314790"/>
                <a:gd name="connsiteX295" fmla="*/ 3637 w 1211436"/>
                <a:gd name="connsiteY295" fmla="*/ 894714 h 1314790"/>
                <a:gd name="connsiteX296" fmla="*/ 2951 w 1211436"/>
                <a:gd name="connsiteY296" fmla="*/ 891076 h 1314790"/>
                <a:gd name="connsiteX297" fmla="*/ 2471 w 1211436"/>
                <a:gd name="connsiteY297" fmla="*/ 887370 h 1314790"/>
                <a:gd name="connsiteX298" fmla="*/ 1990 w 1211436"/>
                <a:gd name="connsiteY298" fmla="*/ 883802 h 1314790"/>
                <a:gd name="connsiteX299" fmla="*/ 1510 w 1211436"/>
                <a:gd name="connsiteY299" fmla="*/ 880164 h 1314790"/>
                <a:gd name="connsiteX300" fmla="*/ 1167 w 1211436"/>
                <a:gd name="connsiteY300" fmla="*/ 876458 h 1314790"/>
                <a:gd name="connsiteX301" fmla="*/ 824 w 1211436"/>
                <a:gd name="connsiteY301" fmla="*/ 872890 h 1314790"/>
                <a:gd name="connsiteX302" fmla="*/ 481 w 1211436"/>
                <a:gd name="connsiteY302" fmla="*/ 869252 h 1314790"/>
                <a:gd name="connsiteX303" fmla="*/ 343 w 1211436"/>
                <a:gd name="connsiteY303" fmla="*/ 865615 h 1314790"/>
                <a:gd name="connsiteX304" fmla="*/ 138 w 1211436"/>
                <a:gd name="connsiteY304" fmla="*/ 862115 h 1314790"/>
                <a:gd name="connsiteX305" fmla="*/ 0 w 1211436"/>
                <a:gd name="connsiteY305" fmla="*/ 858546 h 1314790"/>
                <a:gd name="connsiteX306" fmla="*/ 0 w 1211436"/>
                <a:gd name="connsiteY306" fmla="*/ 855046 h 1314790"/>
                <a:gd name="connsiteX307" fmla="*/ 0 w 1211436"/>
                <a:gd name="connsiteY307" fmla="*/ 459744 h 1314790"/>
                <a:gd name="connsiteX308" fmla="*/ 0 w 1211436"/>
                <a:gd name="connsiteY308" fmla="*/ 456244 h 1314790"/>
                <a:gd name="connsiteX309" fmla="*/ 138 w 1211436"/>
                <a:gd name="connsiteY309" fmla="*/ 452607 h 1314790"/>
                <a:gd name="connsiteX310" fmla="*/ 343 w 1211436"/>
                <a:gd name="connsiteY310" fmla="*/ 448970 h 1314790"/>
                <a:gd name="connsiteX311" fmla="*/ 481 w 1211436"/>
                <a:gd name="connsiteY311" fmla="*/ 445401 h 1314790"/>
                <a:gd name="connsiteX312" fmla="*/ 824 w 1211436"/>
                <a:gd name="connsiteY312" fmla="*/ 441695 h 1314790"/>
                <a:gd name="connsiteX313" fmla="*/ 1167 w 1211436"/>
                <a:gd name="connsiteY313" fmla="*/ 438058 h 1314790"/>
                <a:gd name="connsiteX314" fmla="*/ 1578 w 1211436"/>
                <a:gd name="connsiteY314" fmla="*/ 434352 h 1314790"/>
                <a:gd name="connsiteX315" fmla="*/ 1990 w 1211436"/>
                <a:gd name="connsiteY315" fmla="*/ 430646 h 1314790"/>
                <a:gd name="connsiteX316" fmla="*/ 2539 w 1211436"/>
                <a:gd name="connsiteY316" fmla="*/ 426871 h 1314790"/>
                <a:gd name="connsiteX317" fmla="*/ 3020 w 1211436"/>
                <a:gd name="connsiteY317" fmla="*/ 423165 h 1314790"/>
                <a:gd name="connsiteX318" fmla="*/ 3706 w 1211436"/>
                <a:gd name="connsiteY318" fmla="*/ 419528 h 1314790"/>
                <a:gd name="connsiteX319" fmla="*/ 4392 w 1211436"/>
                <a:gd name="connsiteY319" fmla="*/ 415822 h 1314790"/>
                <a:gd name="connsiteX320" fmla="*/ 5010 w 1211436"/>
                <a:gd name="connsiteY320" fmla="*/ 412185 h 1314790"/>
                <a:gd name="connsiteX321" fmla="*/ 5765 w 1211436"/>
                <a:gd name="connsiteY321" fmla="*/ 408479 h 1314790"/>
                <a:gd name="connsiteX322" fmla="*/ 6588 w 1211436"/>
                <a:gd name="connsiteY322" fmla="*/ 404842 h 1314790"/>
                <a:gd name="connsiteX323" fmla="*/ 7412 w 1211436"/>
                <a:gd name="connsiteY323" fmla="*/ 401273 h 1314790"/>
                <a:gd name="connsiteX324" fmla="*/ 8236 w 1211436"/>
                <a:gd name="connsiteY324" fmla="*/ 397704 h 1314790"/>
                <a:gd name="connsiteX325" fmla="*/ 9128 w 1211436"/>
                <a:gd name="connsiteY325" fmla="*/ 394204 h 1314790"/>
                <a:gd name="connsiteX326" fmla="*/ 10020 w 1211436"/>
                <a:gd name="connsiteY326" fmla="*/ 390635 h 1314790"/>
                <a:gd name="connsiteX327" fmla="*/ 11049 w 1211436"/>
                <a:gd name="connsiteY327" fmla="*/ 387204 h 1314790"/>
                <a:gd name="connsiteX328" fmla="*/ 12010 w 1211436"/>
                <a:gd name="connsiteY328" fmla="*/ 383841 h 1314790"/>
                <a:gd name="connsiteX329" fmla="*/ 12971 w 1211436"/>
                <a:gd name="connsiteY329" fmla="*/ 380547 h 1314790"/>
                <a:gd name="connsiteX330" fmla="*/ 14000 w 1211436"/>
                <a:gd name="connsiteY330" fmla="*/ 377253 h 1314790"/>
                <a:gd name="connsiteX331" fmla="*/ 15030 w 1211436"/>
                <a:gd name="connsiteY331" fmla="*/ 374027 h 1314790"/>
                <a:gd name="connsiteX332" fmla="*/ 16128 w 1211436"/>
                <a:gd name="connsiteY332" fmla="*/ 370939 h 1314790"/>
                <a:gd name="connsiteX333" fmla="*/ 17295 w 1211436"/>
                <a:gd name="connsiteY333" fmla="*/ 367919 h 1314790"/>
                <a:gd name="connsiteX334" fmla="*/ 18324 w 1211436"/>
                <a:gd name="connsiteY334" fmla="*/ 364968 h 1314790"/>
                <a:gd name="connsiteX335" fmla="*/ 19490 w 1211436"/>
                <a:gd name="connsiteY335" fmla="*/ 361948 h 1314790"/>
                <a:gd name="connsiteX336" fmla="*/ 20657 w 1211436"/>
                <a:gd name="connsiteY336" fmla="*/ 359272 h 1314790"/>
                <a:gd name="connsiteX337" fmla="*/ 21824 w 1211436"/>
                <a:gd name="connsiteY337" fmla="*/ 356527 h 1314790"/>
                <a:gd name="connsiteX338" fmla="*/ 22922 w 1211436"/>
                <a:gd name="connsiteY338" fmla="*/ 353919 h 1314790"/>
                <a:gd name="connsiteX339" fmla="*/ 24089 w 1211436"/>
                <a:gd name="connsiteY339" fmla="*/ 351448 h 1314790"/>
                <a:gd name="connsiteX340" fmla="*/ 26903 w 1211436"/>
                <a:gd name="connsiteY340" fmla="*/ 345889 h 1314790"/>
                <a:gd name="connsiteX341" fmla="*/ 29579 w 1211436"/>
                <a:gd name="connsiteY341" fmla="*/ 340262 h 1314790"/>
                <a:gd name="connsiteX342" fmla="*/ 32393 w 1211436"/>
                <a:gd name="connsiteY342" fmla="*/ 334840 h 1314790"/>
                <a:gd name="connsiteX343" fmla="*/ 35344 w 1211436"/>
                <a:gd name="connsiteY343" fmla="*/ 329418 h 1314790"/>
                <a:gd name="connsiteX344" fmla="*/ 36854 w 1211436"/>
                <a:gd name="connsiteY344" fmla="*/ 326810 h 1314790"/>
                <a:gd name="connsiteX345" fmla="*/ 38295 w 1211436"/>
                <a:gd name="connsiteY345" fmla="*/ 324202 h 1314790"/>
                <a:gd name="connsiteX346" fmla="*/ 39873 w 1211436"/>
                <a:gd name="connsiteY346" fmla="*/ 321663 h 1314790"/>
                <a:gd name="connsiteX347" fmla="*/ 41452 w 1211436"/>
                <a:gd name="connsiteY347" fmla="*/ 319055 h 1314790"/>
                <a:gd name="connsiteX348" fmla="*/ 43099 w 1211436"/>
                <a:gd name="connsiteY348" fmla="*/ 316516 h 1314790"/>
                <a:gd name="connsiteX349" fmla="*/ 44746 w 1211436"/>
                <a:gd name="connsiteY349" fmla="*/ 314045 h 1314790"/>
                <a:gd name="connsiteX350" fmla="*/ 46462 w 1211436"/>
                <a:gd name="connsiteY350" fmla="*/ 311575 h 1314790"/>
                <a:gd name="connsiteX351" fmla="*/ 48177 w 1211436"/>
                <a:gd name="connsiteY351" fmla="*/ 309310 h 1314790"/>
                <a:gd name="connsiteX352" fmla="*/ 50031 w 1211436"/>
                <a:gd name="connsiteY352" fmla="*/ 306839 h 1314790"/>
                <a:gd name="connsiteX353" fmla="*/ 51746 w 1211436"/>
                <a:gd name="connsiteY353" fmla="*/ 304437 h 1314790"/>
                <a:gd name="connsiteX354" fmla="*/ 53462 w 1211436"/>
                <a:gd name="connsiteY354" fmla="*/ 301967 h 1314790"/>
                <a:gd name="connsiteX355" fmla="*/ 55246 w 1211436"/>
                <a:gd name="connsiteY355" fmla="*/ 299633 h 1314790"/>
                <a:gd name="connsiteX356" fmla="*/ 56962 w 1211436"/>
                <a:gd name="connsiteY356" fmla="*/ 297231 h 1314790"/>
                <a:gd name="connsiteX357" fmla="*/ 58815 w 1211436"/>
                <a:gd name="connsiteY357" fmla="*/ 294898 h 1314790"/>
                <a:gd name="connsiteX358" fmla="*/ 60668 w 1211436"/>
                <a:gd name="connsiteY358" fmla="*/ 292702 h 1314790"/>
                <a:gd name="connsiteX359" fmla="*/ 62658 w 1211436"/>
                <a:gd name="connsiteY359" fmla="*/ 290574 h 1314790"/>
                <a:gd name="connsiteX360" fmla="*/ 67462 w 1211436"/>
                <a:gd name="connsiteY360" fmla="*/ 285358 h 1314790"/>
                <a:gd name="connsiteX361" fmla="*/ 70482 w 1211436"/>
                <a:gd name="connsiteY361" fmla="*/ 281927 h 1314790"/>
                <a:gd name="connsiteX362" fmla="*/ 72335 w 1211436"/>
                <a:gd name="connsiteY362" fmla="*/ 279525 h 1314790"/>
                <a:gd name="connsiteX363" fmla="*/ 73776 w 1211436"/>
                <a:gd name="connsiteY363" fmla="*/ 277947 h 1314790"/>
                <a:gd name="connsiteX364" fmla="*/ 74531 w 1211436"/>
                <a:gd name="connsiteY364" fmla="*/ 277123 h 1314790"/>
                <a:gd name="connsiteX365" fmla="*/ 75355 w 1211436"/>
                <a:gd name="connsiteY365" fmla="*/ 276368 h 1314790"/>
                <a:gd name="connsiteX366" fmla="*/ 76247 w 1211436"/>
                <a:gd name="connsiteY366" fmla="*/ 275339 h 1314790"/>
                <a:gd name="connsiteX367" fmla="*/ 77482 w 1211436"/>
                <a:gd name="connsiteY367" fmla="*/ 274309 h 1314790"/>
                <a:gd name="connsiteX368" fmla="*/ 80982 w 1211436"/>
                <a:gd name="connsiteY368" fmla="*/ 271290 h 1314790"/>
                <a:gd name="connsiteX369" fmla="*/ 86335 w 1211436"/>
                <a:gd name="connsiteY369" fmla="*/ 266760 h 1314790"/>
                <a:gd name="connsiteX370" fmla="*/ 87570 w 1211436"/>
                <a:gd name="connsiteY370" fmla="*/ 265593 h 1314790"/>
                <a:gd name="connsiteX371" fmla="*/ 88737 w 1211436"/>
                <a:gd name="connsiteY371" fmla="*/ 264633 h 1314790"/>
                <a:gd name="connsiteX372" fmla="*/ 89698 w 1211436"/>
                <a:gd name="connsiteY372" fmla="*/ 263603 h 1314790"/>
                <a:gd name="connsiteX373" fmla="*/ 90590 w 1211436"/>
                <a:gd name="connsiteY373" fmla="*/ 262642 h 1314790"/>
                <a:gd name="connsiteX374" fmla="*/ 92512 w 1211436"/>
                <a:gd name="connsiteY374" fmla="*/ 260652 h 1314790"/>
                <a:gd name="connsiteX375" fmla="*/ 94708 w 1211436"/>
                <a:gd name="connsiteY375" fmla="*/ 258525 h 1314790"/>
                <a:gd name="connsiteX376" fmla="*/ 123120 w 1211436"/>
                <a:gd name="connsiteY376" fmla="*/ 237181 h 1314790"/>
                <a:gd name="connsiteX377" fmla="*/ 129503 w 1211436"/>
                <a:gd name="connsiteY377" fmla="*/ 232995 h 1314790"/>
                <a:gd name="connsiteX378" fmla="*/ 136228 w 1211436"/>
                <a:gd name="connsiteY378" fmla="*/ 228877 h 1314790"/>
                <a:gd name="connsiteX379" fmla="*/ 143160 w 1211436"/>
                <a:gd name="connsiteY379" fmla="*/ 224691 h 1314790"/>
                <a:gd name="connsiteX380" fmla="*/ 150228 w 1211436"/>
                <a:gd name="connsiteY380" fmla="*/ 220504 h 1314790"/>
                <a:gd name="connsiteX381" fmla="*/ 157572 w 1211436"/>
                <a:gd name="connsiteY381" fmla="*/ 216387 h 1314790"/>
                <a:gd name="connsiteX382" fmla="*/ 164846 w 1211436"/>
                <a:gd name="connsiteY382" fmla="*/ 212269 h 1314790"/>
                <a:gd name="connsiteX383" fmla="*/ 172327 w 1211436"/>
                <a:gd name="connsiteY383" fmla="*/ 208151 h 1314790"/>
                <a:gd name="connsiteX384" fmla="*/ 179808 w 1211436"/>
                <a:gd name="connsiteY384" fmla="*/ 204034 h 1314790"/>
                <a:gd name="connsiteX385" fmla="*/ 187425 w 1211436"/>
                <a:gd name="connsiteY385" fmla="*/ 199916 h 1314790"/>
                <a:gd name="connsiteX386" fmla="*/ 194906 w 1211436"/>
                <a:gd name="connsiteY386" fmla="*/ 195798 h 1314790"/>
                <a:gd name="connsiteX387" fmla="*/ 202386 w 1211436"/>
                <a:gd name="connsiteY387" fmla="*/ 191818 h 1314790"/>
                <a:gd name="connsiteX388" fmla="*/ 209798 w 1211436"/>
                <a:gd name="connsiteY388" fmla="*/ 187768 h 1314790"/>
                <a:gd name="connsiteX389" fmla="*/ 217004 w 1211436"/>
                <a:gd name="connsiteY389" fmla="*/ 183720 h 1314790"/>
                <a:gd name="connsiteX390" fmla="*/ 224073 w 1211436"/>
                <a:gd name="connsiteY390" fmla="*/ 179739 h 1314790"/>
                <a:gd name="connsiteX391" fmla="*/ 231073 w 1211436"/>
                <a:gd name="connsiteY391" fmla="*/ 175690 h 1314790"/>
                <a:gd name="connsiteX392" fmla="*/ 237731 w 1211436"/>
                <a:gd name="connsiteY392" fmla="*/ 171778 h 1314790"/>
                <a:gd name="connsiteX393" fmla="*/ 243084 w 1211436"/>
                <a:gd name="connsiteY393" fmla="*/ 168552 h 1314790"/>
                <a:gd name="connsiteX394" fmla="*/ 248368 w 1211436"/>
                <a:gd name="connsiteY394" fmla="*/ 165601 h 1314790"/>
                <a:gd name="connsiteX395" fmla="*/ 253584 w 1211436"/>
                <a:gd name="connsiteY395" fmla="*/ 162650 h 1314790"/>
                <a:gd name="connsiteX396" fmla="*/ 258868 w 1211436"/>
                <a:gd name="connsiteY396" fmla="*/ 159631 h 1314790"/>
                <a:gd name="connsiteX397" fmla="*/ 264015 w 1211436"/>
                <a:gd name="connsiteY397" fmla="*/ 156817 h 1314790"/>
                <a:gd name="connsiteX398" fmla="*/ 269299 w 1211436"/>
                <a:gd name="connsiteY398" fmla="*/ 153797 h 1314790"/>
                <a:gd name="connsiteX399" fmla="*/ 274653 w 1211436"/>
                <a:gd name="connsiteY399" fmla="*/ 150846 h 1314790"/>
                <a:gd name="connsiteX400" fmla="*/ 280006 w 1211436"/>
                <a:gd name="connsiteY400" fmla="*/ 147689 h 1314790"/>
                <a:gd name="connsiteX401" fmla="*/ 289545 w 1211436"/>
                <a:gd name="connsiteY401" fmla="*/ 141925 h 1314790"/>
                <a:gd name="connsiteX402" fmla="*/ 300663 w 1211436"/>
                <a:gd name="connsiteY402" fmla="*/ 135267 h 1314790"/>
                <a:gd name="connsiteX403" fmla="*/ 313085 w 1211436"/>
                <a:gd name="connsiteY403" fmla="*/ 127924 h 1314790"/>
                <a:gd name="connsiteX404" fmla="*/ 326399 w 1211436"/>
                <a:gd name="connsiteY404" fmla="*/ 119963 h 1314790"/>
                <a:gd name="connsiteX405" fmla="*/ 340605 w 1211436"/>
                <a:gd name="connsiteY405" fmla="*/ 111590 h 1314790"/>
                <a:gd name="connsiteX406" fmla="*/ 355429 w 1211436"/>
                <a:gd name="connsiteY406" fmla="*/ 102875 h 1314790"/>
                <a:gd name="connsiteX407" fmla="*/ 370596 w 1211436"/>
                <a:gd name="connsiteY407" fmla="*/ 93953 h 1314790"/>
                <a:gd name="connsiteX408" fmla="*/ 385900 w 1211436"/>
                <a:gd name="connsiteY408" fmla="*/ 84963 h 1314790"/>
                <a:gd name="connsiteX409" fmla="*/ 401204 w 1211436"/>
                <a:gd name="connsiteY409" fmla="*/ 76109 h 1314790"/>
                <a:gd name="connsiteX410" fmla="*/ 416165 w 1211436"/>
                <a:gd name="connsiteY410" fmla="*/ 67462 h 1314790"/>
                <a:gd name="connsiteX411" fmla="*/ 430577 w 1211436"/>
                <a:gd name="connsiteY411" fmla="*/ 59158 h 1314790"/>
                <a:gd name="connsiteX412" fmla="*/ 444303 w 1211436"/>
                <a:gd name="connsiteY412" fmla="*/ 51334 h 1314790"/>
                <a:gd name="connsiteX413" fmla="*/ 457068 w 1211436"/>
                <a:gd name="connsiteY413" fmla="*/ 44197 h 1314790"/>
                <a:gd name="connsiteX414" fmla="*/ 468666 w 1211436"/>
                <a:gd name="connsiteY414" fmla="*/ 37883 h 1314790"/>
                <a:gd name="connsiteX415" fmla="*/ 473882 w 1211436"/>
                <a:gd name="connsiteY415" fmla="*/ 35001 h 1314790"/>
                <a:gd name="connsiteX416" fmla="*/ 478755 w 1211436"/>
                <a:gd name="connsiteY416" fmla="*/ 32393 h 1314790"/>
                <a:gd name="connsiteX417" fmla="*/ 483284 w 1211436"/>
                <a:gd name="connsiteY417" fmla="*/ 29991 h 1314790"/>
                <a:gd name="connsiteX418" fmla="*/ 487333 w 1211436"/>
                <a:gd name="connsiteY418" fmla="*/ 27932 h 1314790"/>
                <a:gd name="connsiteX419" fmla="*/ 494402 w 1211436"/>
                <a:gd name="connsiteY419" fmla="*/ 24501 h 1314790"/>
                <a:gd name="connsiteX420" fmla="*/ 501540 w 1211436"/>
                <a:gd name="connsiteY420" fmla="*/ 21275 h 1314790"/>
                <a:gd name="connsiteX421" fmla="*/ 508746 w 1211436"/>
                <a:gd name="connsiteY421" fmla="*/ 18324 h 1314790"/>
                <a:gd name="connsiteX422" fmla="*/ 516020 w 1211436"/>
                <a:gd name="connsiteY422" fmla="*/ 15648 h 1314790"/>
                <a:gd name="connsiteX423" fmla="*/ 523432 w 1211436"/>
                <a:gd name="connsiteY423" fmla="*/ 13040 h 1314790"/>
                <a:gd name="connsiteX424" fmla="*/ 530707 w 1211436"/>
                <a:gd name="connsiteY424" fmla="*/ 10775 h 1314790"/>
                <a:gd name="connsiteX425" fmla="*/ 538187 w 1211436"/>
                <a:gd name="connsiteY425" fmla="*/ 8716 h 1314790"/>
                <a:gd name="connsiteX426" fmla="*/ 545668 w 1211436"/>
                <a:gd name="connsiteY426" fmla="*/ 6794 h 1314790"/>
                <a:gd name="connsiteX427" fmla="*/ 553149 w 1211436"/>
                <a:gd name="connsiteY427" fmla="*/ 5147 h 1314790"/>
                <a:gd name="connsiteX428" fmla="*/ 560766 w 1211436"/>
                <a:gd name="connsiteY428" fmla="*/ 3775 h 1314790"/>
                <a:gd name="connsiteX429" fmla="*/ 568315 w 1211436"/>
                <a:gd name="connsiteY429" fmla="*/ 2608 h 1314790"/>
                <a:gd name="connsiteX430" fmla="*/ 575865 w 1211436"/>
                <a:gd name="connsiteY430" fmla="*/ 1647 h 1314790"/>
                <a:gd name="connsiteX431" fmla="*/ 583482 w 1211436"/>
                <a:gd name="connsiteY431" fmla="*/ 892 h 1314790"/>
                <a:gd name="connsiteX432" fmla="*/ 591169 w 1211436"/>
                <a:gd name="connsiteY432" fmla="*/ 412 h 1314790"/>
                <a:gd name="connsiteX433" fmla="*/ 598786 w 1211436"/>
                <a:gd name="connsiteY433" fmla="*/ 69 h 1314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</a:cxnLst>
              <a:rect l="l" t="t" r="r" b="b"/>
              <a:pathLst>
                <a:path w="1211436" h="1314790">
                  <a:moveTo>
                    <a:pt x="606473" y="0"/>
                  </a:moveTo>
                  <a:lnTo>
                    <a:pt x="614091" y="138"/>
                  </a:lnTo>
                  <a:lnTo>
                    <a:pt x="621777" y="481"/>
                  </a:lnTo>
                  <a:lnTo>
                    <a:pt x="629395" y="1098"/>
                  </a:lnTo>
                  <a:lnTo>
                    <a:pt x="636944" y="1922"/>
                  </a:lnTo>
                  <a:lnTo>
                    <a:pt x="644631" y="2951"/>
                  </a:lnTo>
                  <a:lnTo>
                    <a:pt x="652180" y="4186"/>
                  </a:lnTo>
                  <a:lnTo>
                    <a:pt x="659660" y="5696"/>
                  </a:lnTo>
                  <a:lnTo>
                    <a:pt x="667210" y="7344"/>
                  </a:lnTo>
                  <a:lnTo>
                    <a:pt x="674690" y="9196"/>
                  </a:lnTo>
                  <a:lnTo>
                    <a:pt x="682102" y="11324"/>
                  </a:lnTo>
                  <a:lnTo>
                    <a:pt x="689514" y="13726"/>
                  </a:lnTo>
                  <a:lnTo>
                    <a:pt x="696857" y="16265"/>
                  </a:lnTo>
                  <a:lnTo>
                    <a:pt x="704063" y="19079"/>
                  </a:lnTo>
                  <a:lnTo>
                    <a:pt x="711269" y="22030"/>
                  </a:lnTo>
                  <a:lnTo>
                    <a:pt x="718475" y="25256"/>
                  </a:lnTo>
                  <a:lnTo>
                    <a:pt x="725475" y="28687"/>
                  </a:lnTo>
                  <a:lnTo>
                    <a:pt x="974941" y="172533"/>
                  </a:lnTo>
                  <a:lnTo>
                    <a:pt x="977618" y="174111"/>
                  </a:lnTo>
                  <a:lnTo>
                    <a:pt x="980294" y="175621"/>
                  </a:lnTo>
                  <a:lnTo>
                    <a:pt x="982971" y="177200"/>
                  </a:lnTo>
                  <a:lnTo>
                    <a:pt x="985716" y="178641"/>
                  </a:lnTo>
                  <a:lnTo>
                    <a:pt x="988324" y="180151"/>
                  </a:lnTo>
                  <a:lnTo>
                    <a:pt x="991069" y="181523"/>
                  </a:lnTo>
                  <a:lnTo>
                    <a:pt x="993608" y="183033"/>
                  </a:lnTo>
                  <a:lnTo>
                    <a:pt x="996147" y="184406"/>
                  </a:lnTo>
                  <a:lnTo>
                    <a:pt x="1100395" y="245760"/>
                  </a:lnTo>
                  <a:lnTo>
                    <a:pt x="1103209" y="247681"/>
                  </a:lnTo>
                  <a:lnTo>
                    <a:pt x="1105679" y="249534"/>
                  </a:lnTo>
                  <a:lnTo>
                    <a:pt x="1107875" y="251319"/>
                  </a:lnTo>
                  <a:lnTo>
                    <a:pt x="1109934" y="252966"/>
                  </a:lnTo>
                  <a:lnTo>
                    <a:pt x="1113503" y="255917"/>
                  </a:lnTo>
                  <a:lnTo>
                    <a:pt x="1116454" y="258662"/>
                  </a:lnTo>
                  <a:lnTo>
                    <a:pt x="1119199" y="261201"/>
                  </a:lnTo>
                  <a:lnTo>
                    <a:pt x="1121738" y="263672"/>
                  </a:lnTo>
                  <a:lnTo>
                    <a:pt x="1123042" y="264838"/>
                  </a:lnTo>
                  <a:lnTo>
                    <a:pt x="1124415" y="266074"/>
                  </a:lnTo>
                  <a:lnTo>
                    <a:pt x="1125856" y="267309"/>
                  </a:lnTo>
                  <a:lnTo>
                    <a:pt x="1127366" y="268545"/>
                  </a:lnTo>
                  <a:lnTo>
                    <a:pt x="1129836" y="270260"/>
                  </a:lnTo>
                  <a:lnTo>
                    <a:pt x="1131483" y="271427"/>
                  </a:lnTo>
                  <a:lnTo>
                    <a:pt x="1132307" y="272113"/>
                  </a:lnTo>
                  <a:lnTo>
                    <a:pt x="1133131" y="272799"/>
                  </a:lnTo>
                  <a:lnTo>
                    <a:pt x="1134160" y="273692"/>
                  </a:lnTo>
                  <a:lnTo>
                    <a:pt x="1135395" y="275064"/>
                  </a:lnTo>
                  <a:lnTo>
                    <a:pt x="1139650" y="279800"/>
                  </a:lnTo>
                  <a:lnTo>
                    <a:pt x="1143837" y="284672"/>
                  </a:lnTo>
                  <a:lnTo>
                    <a:pt x="1147886" y="289476"/>
                  </a:lnTo>
                  <a:lnTo>
                    <a:pt x="1151866" y="294418"/>
                  </a:lnTo>
                  <a:lnTo>
                    <a:pt x="1155778" y="299427"/>
                  </a:lnTo>
                  <a:lnTo>
                    <a:pt x="1159553" y="304506"/>
                  </a:lnTo>
                  <a:lnTo>
                    <a:pt x="1163190" y="309653"/>
                  </a:lnTo>
                  <a:lnTo>
                    <a:pt x="1166690" y="314869"/>
                  </a:lnTo>
                  <a:lnTo>
                    <a:pt x="1170122" y="320153"/>
                  </a:lnTo>
                  <a:lnTo>
                    <a:pt x="1173416" y="325438"/>
                  </a:lnTo>
                  <a:lnTo>
                    <a:pt x="1176641" y="330860"/>
                  </a:lnTo>
                  <a:lnTo>
                    <a:pt x="1179661" y="336281"/>
                  </a:lnTo>
                  <a:lnTo>
                    <a:pt x="1182681" y="341840"/>
                  </a:lnTo>
                  <a:lnTo>
                    <a:pt x="1185426" y="347468"/>
                  </a:lnTo>
                  <a:lnTo>
                    <a:pt x="1188171" y="353095"/>
                  </a:lnTo>
                  <a:lnTo>
                    <a:pt x="1190710" y="358791"/>
                  </a:lnTo>
                  <a:lnTo>
                    <a:pt x="1193112" y="364625"/>
                  </a:lnTo>
                  <a:lnTo>
                    <a:pt x="1195377" y="370458"/>
                  </a:lnTo>
                  <a:lnTo>
                    <a:pt x="1197573" y="376360"/>
                  </a:lnTo>
                  <a:lnTo>
                    <a:pt x="1199495" y="382331"/>
                  </a:lnTo>
                  <a:lnTo>
                    <a:pt x="1201416" y="388439"/>
                  </a:lnTo>
                  <a:lnTo>
                    <a:pt x="1203063" y="394615"/>
                  </a:lnTo>
                  <a:lnTo>
                    <a:pt x="1204642" y="400792"/>
                  </a:lnTo>
                  <a:lnTo>
                    <a:pt x="1206014" y="407038"/>
                  </a:lnTo>
                  <a:lnTo>
                    <a:pt x="1207250" y="413420"/>
                  </a:lnTo>
                  <a:lnTo>
                    <a:pt x="1208416" y="419802"/>
                  </a:lnTo>
                  <a:lnTo>
                    <a:pt x="1209309" y="426322"/>
                  </a:lnTo>
                  <a:lnTo>
                    <a:pt x="1210063" y="432842"/>
                  </a:lnTo>
                  <a:lnTo>
                    <a:pt x="1210681" y="439499"/>
                  </a:lnTo>
                  <a:lnTo>
                    <a:pt x="1211093" y="446156"/>
                  </a:lnTo>
                  <a:lnTo>
                    <a:pt x="1211367" y="452950"/>
                  </a:lnTo>
                  <a:lnTo>
                    <a:pt x="1211436" y="459744"/>
                  </a:lnTo>
                  <a:lnTo>
                    <a:pt x="1211436" y="855046"/>
                  </a:lnTo>
                  <a:lnTo>
                    <a:pt x="1211367" y="860468"/>
                  </a:lnTo>
                  <a:lnTo>
                    <a:pt x="1211093" y="865958"/>
                  </a:lnTo>
                  <a:lnTo>
                    <a:pt x="1210750" y="871517"/>
                  </a:lnTo>
                  <a:lnTo>
                    <a:pt x="1210269" y="877145"/>
                  </a:lnTo>
                  <a:lnTo>
                    <a:pt x="1209652" y="882909"/>
                  </a:lnTo>
                  <a:lnTo>
                    <a:pt x="1208828" y="888537"/>
                  </a:lnTo>
                  <a:lnTo>
                    <a:pt x="1207867" y="894370"/>
                  </a:lnTo>
                  <a:lnTo>
                    <a:pt x="1206838" y="900135"/>
                  </a:lnTo>
                  <a:lnTo>
                    <a:pt x="1205603" y="905968"/>
                  </a:lnTo>
                  <a:lnTo>
                    <a:pt x="1204299" y="911802"/>
                  </a:lnTo>
                  <a:lnTo>
                    <a:pt x="1202857" y="917636"/>
                  </a:lnTo>
                  <a:lnTo>
                    <a:pt x="1201347" y="923469"/>
                  </a:lnTo>
                  <a:lnTo>
                    <a:pt x="1199563" y="929303"/>
                  </a:lnTo>
                  <a:lnTo>
                    <a:pt x="1197779" y="935067"/>
                  </a:lnTo>
                  <a:lnTo>
                    <a:pt x="1195926" y="940832"/>
                  </a:lnTo>
                  <a:lnTo>
                    <a:pt x="1193935" y="946460"/>
                  </a:lnTo>
                  <a:lnTo>
                    <a:pt x="1191808" y="952156"/>
                  </a:lnTo>
                  <a:lnTo>
                    <a:pt x="1189543" y="957715"/>
                  </a:lnTo>
                  <a:lnTo>
                    <a:pt x="1187210" y="963274"/>
                  </a:lnTo>
                  <a:lnTo>
                    <a:pt x="1184808" y="968695"/>
                  </a:lnTo>
                  <a:lnTo>
                    <a:pt x="1182269" y="973980"/>
                  </a:lnTo>
                  <a:lnTo>
                    <a:pt x="1179592" y="979264"/>
                  </a:lnTo>
                  <a:lnTo>
                    <a:pt x="1176916" y="984343"/>
                  </a:lnTo>
                  <a:lnTo>
                    <a:pt x="1174102" y="989353"/>
                  </a:lnTo>
                  <a:lnTo>
                    <a:pt x="1171219" y="994294"/>
                  </a:lnTo>
                  <a:lnTo>
                    <a:pt x="1168268" y="999098"/>
                  </a:lnTo>
                  <a:lnTo>
                    <a:pt x="1165112" y="1003696"/>
                  </a:lnTo>
                  <a:lnTo>
                    <a:pt x="1162023" y="1008088"/>
                  </a:lnTo>
                  <a:lnTo>
                    <a:pt x="1158798" y="1012412"/>
                  </a:lnTo>
                  <a:lnTo>
                    <a:pt x="1155572" y="1016530"/>
                  </a:lnTo>
                  <a:lnTo>
                    <a:pt x="1152210" y="1020441"/>
                  </a:lnTo>
                  <a:lnTo>
                    <a:pt x="1148778" y="1024216"/>
                  </a:lnTo>
                  <a:lnTo>
                    <a:pt x="1146582" y="1026412"/>
                  </a:lnTo>
                  <a:lnTo>
                    <a:pt x="1144660" y="1028334"/>
                  </a:lnTo>
                  <a:lnTo>
                    <a:pt x="1143699" y="1029295"/>
                  </a:lnTo>
                  <a:lnTo>
                    <a:pt x="1142739" y="1030324"/>
                  </a:lnTo>
                  <a:lnTo>
                    <a:pt x="1141778" y="1031354"/>
                  </a:lnTo>
                  <a:lnTo>
                    <a:pt x="1140748" y="1032657"/>
                  </a:lnTo>
                  <a:lnTo>
                    <a:pt x="1137042" y="1037255"/>
                  </a:lnTo>
                  <a:lnTo>
                    <a:pt x="1134641" y="1040138"/>
                  </a:lnTo>
                  <a:lnTo>
                    <a:pt x="1133748" y="1041099"/>
                  </a:lnTo>
                  <a:lnTo>
                    <a:pt x="1133062" y="1041716"/>
                  </a:lnTo>
                  <a:lnTo>
                    <a:pt x="1132513" y="1042197"/>
                  </a:lnTo>
                  <a:lnTo>
                    <a:pt x="1132033" y="1042540"/>
                  </a:lnTo>
                  <a:lnTo>
                    <a:pt x="1131072" y="1043089"/>
                  </a:lnTo>
                  <a:lnTo>
                    <a:pt x="1129836" y="1043844"/>
                  </a:lnTo>
                  <a:lnTo>
                    <a:pt x="1129013" y="1044530"/>
                  </a:lnTo>
                  <a:lnTo>
                    <a:pt x="1127984" y="1045354"/>
                  </a:lnTo>
                  <a:lnTo>
                    <a:pt x="1126542" y="1046520"/>
                  </a:lnTo>
                  <a:lnTo>
                    <a:pt x="1124895" y="1047962"/>
                  </a:lnTo>
                  <a:lnTo>
                    <a:pt x="1121807" y="1050844"/>
                  </a:lnTo>
                  <a:lnTo>
                    <a:pt x="1118650" y="1053658"/>
                  </a:lnTo>
                  <a:lnTo>
                    <a:pt x="1115562" y="1056334"/>
                  </a:lnTo>
                  <a:lnTo>
                    <a:pt x="1112336" y="1059079"/>
                  </a:lnTo>
                  <a:lnTo>
                    <a:pt x="1109110" y="1061687"/>
                  </a:lnTo>
                  <a:lnTo>
                    <a:pt x="1105954" y="1064227"/>
                  </a:lnTo>
                  <a:lnTo>
                    <a:pt x="1102728" y="1066766"/>
                  </a:lnTo>
                  <a:lnTo>
                    <a:pt x="1099434" y="1069236"/>
                  </a:lnTo>
                  <a:lnTo>
                    <a:pt x="1096140" y="1071638"/>
                  </a:lnTo>
                  <a:lnTo>
                    <a:pt x="1092845" y="1074041"/>
                  </a:lnTo>
                  <a:lnTo>
                    <a:pt x="1089551" y="1076374"/>
                  </a:lnTo>
                  <a:lnTo>
                    <a:pt x="1086257" y="1078707"/>
                  </a:lnTo>
                  <a:lnTo>
                    <a:pt x="1079531" y="1083237"/>
                  </a:lnTo>
                  <a:lnTo>
                    <a:pt x="1072737" y="1087560"/>
                  </a:lnTo>
                  <a:lnTo>
                    <a:pt x="1065806" y="1091884"/>
                  </a:lnTo>
                  <a:lnTo>
                    <a:pt x="1058805" y="1095933"/>
                  </a:lnTo>
                  <a:lnTo>
                    <a:pt x="1051737" y="1100051"/>
                  </a:lnTo>
                  <a:lnTo>
                    <a:pt x="1044531" y="1104100"/>
                  </a:lnTo>
                  <a:lnTo>
                    <a:pt x="1037187" y="1108012"/>
                  </a:lnTo>
                  <a:lnTo>
                    <a:pt x="1029775" y="1111992"/>
                  </a:lnTo>
                  <a:lnTo>
                    <a:pt x="1022295" y="1115904"/>
                  </a:lnTo>
                  <a:lnTo>
                    <a:pt x="1014677" y="1119884"/>
                  </a:lnTo>
                  <a:lnTo>
                    <a:pt x="889567" y="1191464"/>
                  </a:lnTo>
                  <a:lnTo>
                    <a:pt x="884351" y="1194553"/>
                  </a:lnTo>
                  <a:lnTo>
                    <a:pt x="879067" y="1197641"/>
                  </a:lnTo>
                  <a:lnTo>
                    <a:pt x="873851" y="1200661"/>
                  </a:lnTo>
                  <a:lnTo>
                    <a:pt x="868704" y="1203612"/>
                  </a:lnTo>
                  <a:lnTo>
                    <a:pt x="863488" y="1206563"/>
                  </a:lnTo>
                  <a:lnTo>
                    <a:pt x="858409" y="1209514"/>
                  </a:lnTo>
                  <a:lnTo>
                    <a:pt x="853331" y="1212465"/>
                  </a:lnTo>
                  <a:lnTo>
                    <a:pt x="848252" y="1215416"/>
                  </a:lnTo>
                  <a:lnTo>
                    <a:pt x="843105" y="1218367"/>
                  </a:lnTo>
                  <a:lnTo>
                    <a:pt x="838027" y="1221387"/>
                  </a:lnTo>
                  <a:lnTo>
                    <a:pt x="832948" y="1224338"/>
                  </a:lnTo>
                  <a:lnTo>
                    <a:pt x="827801" y="1227289"/>
                  </a:lnTo>
                  <a:lnTo>
                    <a:pt x="822723" y="1230308"/>
                  </a:lnTo>
                  <a:lnTo>
                    <a:pt x="817575" y="1233328"/>
                  </a:lnTo>
                  <a:lnTo>
                    <a:pt x="812428" y="1236416"/>
                  </a:lnTo>
                  <a:lnTo>
                    <a:pt x="807281" y="1239505"/>
                  </a:lnTo>
                  <a:lnTo>
                    <a:pt x="801996" y="1242730"/>
                  </a:lnTo>
                  <a:lnTo>
                    <a:pt x="796849" y="1245818"/>
                  </a:lnTo>
                  <a:lnTo>
                    <a:pt x="791702" y="1248907"/>
                  </a:lnTo>
                  <a:lnTo>
                    <a:pt x="786624" y="1251927"/>
                  </a:lnTo>
                  <a:lnTo>
                    <a:pt x="781614" y="1254946"/>
                  </a:lnTo>
                  <a:lnTo>
                    <a:pt x="776604" y="1257897"/>
                  </a:lnTo>
                  <a:lnTo>
                    <a:pt x="771594" y="1260917"/>
                  </a:lnTo>
                  <a:lnTo>
                    <a:pt x="766447" y="1263868"/>
                  </a:lnTo>
                  <a:lnTo>
                    <a:pt x="761437" y="1266750"/>
                  </a:lnTo>
                  <a:lnTo>
                    <a:pt x="756358" y="1269564"/>
                  </a:lnTo>
                  <a:lnTo>
                    <a:pt x="751211" y="1272584"/>
                  </a:lnTo>
                  <a:lnTo>
                    <a:pt x="745927" y="1275329"/>
                  </a:lnTo>
                  <a:lnTo>
                    <a:pt x="740642" y="1278211"/>
                  </a:lnTo>
                  <a:lnTo>
                    <a:pt x="735221" y="1281093"/>
                  </a:lnTo>
                  <a:lnTo>
                    <a:pt x="729730" y="1283976"/>
                  </a:lnTo>
                  <a:lnTo>
                    <a:pt x="724103" y="1286859"/>
                  </a:lnTo>
                  <a:lnTo>
                    <a:pt x="717034" y="1290290"/>
                  </a:lnTo>
                  <a:lnTo>
                    <a:pt x="709897" y="1293515"/>
                  </a:lnTo>
                  <a:lnTo>
                    <a:pt x="702691" y="1296466"/>
                  </a:lnTo>
                  <a:lnTo>
                    <a:pt x="695416" y="1299143"/>
                  </a:lnTo>
                  <a:lnTo>
                    <a:pt x="688004" y="1301751"/>
                  </a:lnTo>
                  <a:lnTo>
                    <a:pt x="680729" y="1304016"/>
                  </a:lnTo>
                  <a:lnTo>
                    <a:pt x="673249" y="1306074"/>
                  </a:lnTo>
                  <a:lnTo>
                    <a:pt x="665768" y="1307996"/>
                  </a:lnTo>
                  <a:lnTo>
                    <a:pt x="658288" y="1309643"/>
                  </a:lnTo>
                  <a:lnTo>
                    <a:pt x="650670" y="1311016"/>
                  </a:lnTo>
                  <a:lnTo>
                    <a:pt x="643121" y="1312183"/>
                  </a:lnTo>
                  <a:lnTo>
                    <a:pt x="635572" y="1313143"/>
                  </a:lnTo>
                  <a:lnTo>
                    <a:pt x="627954" y="1313898"/>
                  </a:lnTo>
                  <a:lnTo>
                    <a:pt x="620267" y="1314379"/>
                  </a:lnTo>
                  <a:lnTo>
                    <a:pt x="612650" y="1314722"/>
                  </a:lnTo>
                  <a:lnTo>
                    <a:pt x="604963" y="1314790"/>
                  </a:lnTo>
                  <a:lnTo>
                    <a:pt x="597345" y="1314653"/>
                  </a:lnTo>
                  <a:lnTo>
                    <a:pt x="589659" y="1314310"/>
                  </a:lnTo>
                  <a:lnTo>
                    <a:pt x="582041" y="1313692"/>
                  </a:lnTo>
                  <a:lnTo>
                    <a:pt x="574492" y="1312869"/>
                  </a:lnTo>
                  <a:lnTo>
                    <a:pt x="566805" y="1311839"/>
                  </a:lnTo>
                  <a:lnTo>
                    <a:pt x="559256" y="1310604"/>
                  </a:lnTo>
                  <a:lnTo>
                    <a:pt x="551776" y="1309094"/>
                  </a:lnTo>
                  <a:lnTo>
                    <a:pt x="544227" y="1307447"/>
                  </a:lnTo>
                  <a:lnTo>
                    <a:pt x="536746" y="1305594"/>
                  </a:lnTo>
                  <a:lnTo>
                    <a:pt x="529334" y="1303466"/>
                  </a:lnTo>
                  <a:lnTo>
                    <a:pt x="521922" y="1301065"/>
                  </a:lnTo>
                  <a:lnTo>
                    <a:pt x="514579" y="1298525"/>
                  </a:lnTo>
                  <a:lnTo>
                    <a:pt x="507373" y="1295711"/>
                  </a:lnTo>
                  <a:lnTo>
                    <a:pt x="500167" y="1292760"/>
                  </a:lnTo>
                  <a:lnTo>
                    <a:pt x="492961" y="1289535"/>
                  </a:lnTo>
                  <a:lnTo>
                    <a:pt x="485961" y="1286103"/>
                  </a:lnTo>
                  <a:lnTo>
                    <a:pt x="478617" y="1282329"/>
                  </a:lnTo>
                  <a:lnTo>
                    <a:pt x="470039" y="1277731"/>
                  </a:lnTo>
                  <a:lnTo>
                    <a:pt x="460431" y="1272446"/>
                  </a:lnTo>
                  <a:lnTo>
                    <a:pt x="450068" y="1266750"/>
                  </a:lnTo>
                  <a:lnTo>
                    <a:pt x="439019" y="1260368"/>
                  </a:lnTo>
                  <a:lnTo>
                    <a:pt x="427420" y="1253848"/>
                  </a:lnTo>
                  <a:lnTo>
                    <a:pt x="415548" y="1246916"/>
                  </a:lnTo>
                  <a:lnTo>
                    <a:pt x="403400" y="1239848"/>
                  </a:lnTo>
                  <a:lnTo>
                    <a:pt x="391322" y="1232710"/>
                  </a:lnTo>
                  <a:lnTo>
                    <a:pt x="379312" y="1225641"/>
                  </a:lnTo>
                  <a:lnTo>
                    <a:pt x="367645" y="1218710"/>
                  </a:lnTo>
                  <a:lnTo>
                    <a:pt x="356389" y="1212053"/>
                  </a:lnTo>
                  <a:lnTo>
                    <a:pt x="345752" y="1205739"/>
                  </a:lnTo>
                  <a:lnTo>
                    <a:pt x="336007" y="1199837"/>
                  </a:lnTo>
                  <a:lnTo>
                    <a:pt x="327085" y="1194553"/>
                  </a:lnTo>
                  <a:lnTo>
                    <a:pt x="319330" y="1189886"/>
                  </a:lnTo>
                  <a:lnTo>
                    <a:pt x="194014" y="1118581"/>
                  </a:lnTo>
                  <a:lnTo>
                    <a:pt x="190994" y="1117002"/>
                  </a:lnTo>
                  <a:lnTo>
                    <a:pt x="188386" y="1115630"/>
                  </a:lnTo>
                  <a:lnTo>
                    <a:pt x="185847" y="1114188"/>
                  </a:lnTo>
                  <a:lnTo>
                    <a:pt x="183376" y="1112816"/>
                  </a:lnTo>
                  <a:lnTo>
                    <a:pt x="180837" y="1111375"/>
                  </a:lnTo>
                  <a:lnTo>
                    <a:pt x="178298" y="1109933"/>
                  </a:lnTo>
                  <a:lnTo>
                    <a:pt x="175552" y="1108424"/>
                  </a:lnTo>
                  <a:lnTo>
                    <a:pt x="172601" y="1106776"/>
                  </a:lnTo>
                  <a:lnTo>
                    <a:pt x="111041" y="1069031"/>
                  </a:lnTo>
                  <a:lnTo>
                    <a:pt x="108228" y="1067109"/>
                  </a:lnTo>
                  <a:lnTo>
                    <a:pt x="105757" y="1065256"/>
                  </a:lnTo>
                  <a:lnTo>
                    <a:pt x="103561" y="1063472"/>
                  </a:lnTo>
                  <a:lnTo>
                    <a:pt x="101502" y="1061825"/>
                  </a:lnTo>
                  <a:lnTo>
                    <a:pt x="97933" y="1058874"/>
                  </a:lnTo>
                  <a:lnTo>
                    <a:pt x="94982" y="1056129"/>
                  </a:lnTo>
                  <a:lnTo>
                    <a:pt x="92237" y="1053589"/>
                  </a:lnTo>
                  <a:lnTo>
                    <a:pt x="89698" y="1051119"/>
                  </a:lnTo>
                  <a:lnTo>
                    <a:pt x="88394" y="1049952"/>
                  </a:lnTo>
                  <a:lnTo>
                    <a:pt x="87022" y="1048717"/>
                  </a:lnTo>
                  <a:lnTo>
                    <a:pt x="85580" y="1047481"/>
                  </a:lnTo>
                  <a:lnTo>
                    <a:pt x="84070" y="1046246"/>
                  </a:lnTo>
                  <a:lnTo>
                    <a:pt x="81874" y="1044599"/>
                  </a:lnTo>
                  <a:lnTo>
                    <a:pt x="79747" y="1042814"/>
                  </a:lnTo>
                  <a:lnTo>
                    <a:pt x="77619" y="1040824"/>
                  </a:lnTo>
                  <a:lnTo>
                    <a:pt x="75492" y="1038765"/>
                  </a:lnTo>
                  <a:lnTo>
                    <a:pt x="73296" y="1036569"/>
                  </a:lnTo>
                  <a:lnTo>
                    <a:pt x="71099" y="1034304"/>
                  </a:lnTo>
                  <a:lnTo>
                    <a:pt x="68903" y="1031834"/>
                  </a:lnTo>
                  <a:lnTo>
                    <a:pt x="66776" y="1029432"/>
                  </a:lnTo>
                  <a:lnTo>
                    <a:pt x="64580" y="1026824"/>
                  </a:lnTo>
                  <a:lnTo>
                    <a:pt x="62384" y="1024216"/>
                  </a:lnTo>
                  <a:lnTo>
                    <a:pt x="60256" y="1021540"/>
                  </a:lnTo>
                  <a:lnTo>
                    <a:pt x="58129" y="1018726"/>
                  </a:lnTo>
                  <a:lnTo>
                    <a:pt x="56001" y="1015912"/>
                  </a:lnTo>
                  <a:lnTo>
                    <a:pt x="53874" y="1013029"/>
                  </a:lnTo>
                  <a:lnTo>
                    <a:pt x="51815" y="1010147"/>
                  </a:lnTo>
                  <a:lnTo>
                    <a:pt x="49756" y="1007196"/>
                  </a:lnTo>
                  <a:lnTo>
                    <a:pt x="45707" y="1001226"/>
                  </a:lnTo>
                  <a:lnTo>
                    <a:pt x="41932" y="995186"/>
                  </a:lnTo>
                  <a:lnTo>
                    <a:pt x="38226" y="989284"/>
                  </a:lnTo>
                  <a:lnTo>
                    <a:pt x="34795" y="983382"/>
                  </a:lnTo>
                  <a:lnTo>
                    <a:pt x="31501" y="977686"/>
                  </a:lnTo>
                  <a:lnTo>
                    <a:pt x="28550" y="972127"/>
                  </a:lnTo>
                  <a:lnTo>
                    <a:pt x="25805" y="966842"/>
                  </a:lnTo>
                  <a:lnTo>
                    <a:pt x="23403" y="961901"/>
                  </a:lnTo>
                  <a:lnTo>
                    <a:pt x="22304" y="959499"/>
                  </a:lnTo>
                  <a:lnTo>
                    <a:pt x="21206" y="956823"/>
                  </a:lnTo>
                  <a:lnTo>
                    <a:pt x="20040" y="954215"/>
                  </a:lnTo>
                  <a:lnTo>
                    <a:pt x="19010" y="951401"/>
                  </a:lnTo>
                  <a:lnTo>
                    <a:pt x="17844" y="948519"/>
                  </a:lnTo>
                  <a:lnTo>
                    <a:pt x="16745" y="945567"/>
                  </a:lnTo>
                  <a:lnTo>
                    <a:pt x="15716" y="942548"/>
                  </a:lnTo>
                  <a:lnTo>
                    <a:pt x="14618" y="939528"/>
                  </a:lnTo>
                  <a:lnTo>
                    <a:pt x="12697" y="933077"/>
                  </a:lnTo>
                  <a:lnTo>
                    <a:pt x="10706" y="926489"/>
                  </a:lnTo>
                  <a:lnTo>
                    <a:pt x="9814" y="923057"/>
                  </a:lnTo>
                  <a:lnTo>
                    <a:pt x="8853" y="919694"/>
                  </a:lnTo>
                  <a:lnTo>
                    <a:pt x="7961" y="916194"/>
                  </a:lnTo>
                  <a:lnTo>
                    <a:pt x="7138" y="912694"/>
                  </a:lnTo>
                  <a:lnTo>
                    <a:pt x="6383" y="909194"/>
                  </a:lnTo>
                  <a:lnTo>
                    <a:pt x="5559" y="905557"/>
                  </a:lnTo>
                  <a:lnTo>
                    <a:pt x="4941" y="901920"/>
                  </a:lnTo>
                  <a:lnTo>
                    <a:pt x="4186" y="898351"/>
                  </a:lnTo>
                  <a:lnTo>
                    <a:pt x="3637" y="894714"/>
                  </a:lnTo>
                  <a:lnTo>
                    <a:pt x="2951" y="891076"/>
                  </a:lnTo>
                  <a:lnTo>
                    <a:pt x="2471" y="887370"/>
                  </a:lnTo>
                  <a:lnTo>
                    <a:pt x="1990" y="883802"/>
                  </a:lnTo>
                  <a:lnTo>
                    <a:pt x="1510" y="880164"/>
                  </a:lnTo>
                  <a:lnTo>
                    <a:pt x="1167" y="876458"/>
                  </a:lnTo>
                  <a:lnTo>
                    <a:pt x="824" y="872890"/>
                  </a:lnTo>
                  <a:lnTo>
                    <a:pt x="481" y="869252"/>
                  </a:lnTo>
                  <a:lnTo>
                    <a:pt x="343" y="865615"/>
                  </a:lnTo>
                  <a:lnTo>
                    <a:pt x="138" y="862115"/>
                  </a:lnTo>
                  <a:lnTo>
                    <a:pt x="0" y="858546"/>
                  </a:lnTo>
                  <a:lnTo>
                    <a:pt x="0" y="855046"/>
                  </a:lnTo>
                  <a:lnTo>
                    <a:pt x="0" y="459744"/>
                  </a:lnTo>
                  <a:lnTo>
                    <a:pt x="0" y="456244"/>
                  </a:lnTo>
                  <a:lnTo>
                    <a:pt x="138" y="452607"/>
                  </a:lnTo>
                  <a:lnTo>
                    <a:pt x="343" y="448970"/>
                  </a:lnTo>
                  <a:lnTo>
                    <a:pt x="481" y="445401"/>
                  </a:lnTo>
                  <a:lnTo>
                    <a:pt x="824" y="441695"/>
                  </a:lnTo>
                  <a:lnTo>
                    <a:pt x="1167" y="438058"/>
                  </a:lnTo>
                  <a:lnTo>
                    <a:pt x="1578" y="434352"/>
                  </a:lnTo>
                  <a:lnTo>
                    <a:pt x="1990" y="430646"/>
                  </a:lnTo>
                  <a:lnTo>
                    <a:pt x="2539" y="426871"/>
                  </a:lnTo>
                  <a:lnTo>
                    <a:pt x="3020" y="423165"/>
                  </a:lnTo>
                  <a:lnTo>
                    <a:pt x="3706" y="419528"/>
                  </a:lnTo>
                  <a:lnTo>
                    <a:pt x="4392" y="415822"/>
                  </a:lnTo>
                  <a:lnTo>
                    <a:pt x="5010" y="412185"/>
                  </a:lnTo>
                  <a:lnTo>
                    <a:pt x="5765" y="408479"/>
                  </a:lnTo>
                  <a:lnTo>
                    <a:pt x="6588" y="404842"/>
                  </a:lnTo>
                  <a:lnTo>
                    <a:pt x="7412" y="401273"/>
                  </a:lnTo>
                  <a:lnTo>
                    <a:pt x="8236" y="397704"/>
                  </a:lnTo>
                  <a:lnTo>
                    <a:pt x="9128" y="394204"/>
                  </a:lnTo>
                  <a:lnTo>
                    <a:pt x="10020" y="390635"/>
                  </a:lnTo>
                  <a:lnTo>
                    <a:pt x="11049" y="387204"/>
                  </a:lnTo>
                  <a:lnTo>
                    <a:pt x="12010" y="383841"/>
                  </a:lnTo>
                  <a:lnTo>
                    <a:pt x="12971" y="380547"/>
                  </a:lnTo>
                  <a:lnTo>
                    <a:pt x="14000" y="377253"/>
                  </a:lnTo>
                  <a:lnTo>
                    <a:pt x="15030" y="374027"/>
                  </a:lnTo>
                  <a:lnTo>
                    <a:pt x="16128" y="370939"/>
                  </a:lnTo>
                  <a:lnTo>
                    <a:pt x="17295" y="367919"/>
                  </a:lnTo>
                  <a:lnTo>
                    <a:pt x="18324" y="364968"/>
                  </a:lnTo>
                  <a:lnTo>
                    <a:pt x="19490" y="361948"/>
                  </a:lnTo>
                  <a:lnTo>
                    <a:pt x="20657" y="359272"/>
                  </a:lnTo>
                  <a:lnTo>
                    <a:pt x="21824" y="356527"/>
                  </a:lnTo>
                  <a:lnTo>
                    <a:pt x="22922" y="353919"/>
                  </a:lnTo>
                  <a:lnTo>
                    <a:pt x="24089" y="351448"/>
                  </a:lnTo>
                  <a:lnTo>
                    <a:pt x="26903" y="345889"/>
                  </a:lnTo>
                  <a:lnTo>
                    <a:pt x="29579" y="340262"/>
                  </a:lnTo>
                  <a:lnTo>
                    <a:pt x="32393" y="334840"/>
                  </a:lnTo>
                  <a:lnTo>
                    <a:pt x="35344" y="329418"/>
                  </a:lnTo>
                  <a:lnTo>
                    <a:pt x="36854" y="326810"/>
                  </a:lnTo>
                  <a:lnTo>
                    <a:pt x="38295" y="324202"/>
                  </a:lnTo>
                  <a:lnTo>
                    <a:pt x="39873" y="321663"/>
                  </a:lnTo>
                  <a:lnTo>
                    <a:pt x="41452" y="319055"/>
                  </a:lnTo>
                  <a:lnTo>
                    <a:pt x="43099" y="316516"/>
                  </a:lnTo>
                  <a:lnTo>
                    <a:pt x="44746" y="314045"/>
                  </a:lnTo>
                  <a:lnTo>
                    <a:pt x="46462" y="311575"/>
                  </a:lnTo>
                  <a:lnTo>
                    <a:pt x="48177" y="309310"/>
                  </a:lnTo>
                  <a:lnTo>
                    <a:pt x="50031" y="306839"/>
                  </a:lnTo>
                  <a:lnTo>
                    <a:pt x="51746" y="304437"/>
                  </a:lnTo>
                  <a:lnTo>
                    <a:pt x="53462" y="301967"/>
                  </a:lnTo>
                  <a:lnTo>
                    <a:pt x="55246" y="299633"/>
                  </a:lnTo>
                  <a:lnTo>
                    <a:pt x="56962" y="297231"/>
                  </a:lnTo>
                  <a:lnTo>
                    <a:pt x="58815" y="294898"/>
                  </a:lnTo>
                  <a:lnTo>
                    <a:pt x="60668" y="292702"/>
                  </a:lnTo>
                  <a:lnTo>
                    <a:pt x="62658" y="290574"/>
                  </a:lnTo>
                  <a:lnTo>
                    <a:pt x="67462" y="285358"/>
                  </a:lnTo>
                  <a:lnTo>
                    <a:pt x="70482" y="281927"/>
                  </a:lnTo>
                  <a:lnTo>
                    <a:pt x="72335" y="279525"/>
                  </a:lnTo>
                  <a:lnTo>
                    <a:pt x="73776" y="277947"/>
                  </a:lnTo>
                  <a:lnTo>
                    <a:pt x="74531" y="277123"/>
                  </a:lnTo>
                  <a:lnTo>
                    <a:pt x="75355" y="276368"/>
                  </a:lnTo>
                  <a:lnTo>
                    <a:pt x="76247" y="275339"/>
                  </a:lnTo>
                  <a:lnTo>
                    <a:pt x="77482" y="274309"/>
                  </a:lnTo>
                  <a:lnTo>
                    <a:pt x="80982" y="271290"/>
                  </a:lnTo>
                  <a:lnTo>
                    <a:pt x="86335" y="266760"/>
                  </a:lnTo>
                  <a:lnTo>
                    <a:pt x="87570" y="265593"/>
                  </a:lnTo>
                  <a:lnTo>
                    <a:pt x="88737" y="264633"/>
                  </a:lnTo>
                  <a:lnTo>
                    <a:pt x="89698" y="263603"/>
                  </a:lnTo>
                  <a:lnTo>
                    <a:pt x="90590" y="262642"/>
                  </a:lnTo>
                  <a:lnTo>
                    <a:pt x="92512" y="260652"/>
                  </a:lnTo>
                  <a:lnTo>
                    <a:pt x="94708" y="258525"/>
                  </a:lnTo>
                  <a:lnTo>
                    <a:pt x="123120" y="237181"/>
                  </a:lnTo>
                  <a:lnTo>
                    <a:pt x="129503" y="232995"/>
                  </a:lnTo>
                  <a:lnTo>
                    <a:pt x="136228" y="228877"/>
                  </a:lnTo>
                  <a:lnTo>
                    <a:pt x="143160" y="224691"/>
                  </a:lnTo>
                  <a:lnTo>
                    <a:pt x="150228" y="220504"/>
                  </a:lnTo>
                  <a:lnTo>
                    <a:pt x="157572" y="216387"/>
                  </a:lnTo>
                  <a:lnTo>
                    <a:pt x="164846" y="212269"/>
                  </a:lnTo>
                  <a:lnTo>
                    <a:pt x="172327" y="208151"/>
                  </a:lnTo>
                  <a:lnTo>
                    <a:pt x="179808" y="204034"/>
                  </a:lnTo>
                  <a:lnTo>
                    <a:pt x="187425" y="199916"/>
                  </a:lnTo>
                  <a:lnTo>
                    <a:pt x="194906" y="195798"/>
                  </a:lnTo>
                  <a:lnTo>
                    <a:pt x="202386" y="191818"/>
                  </a:lnTo>
                  <a:lnTo>
                    <a:pt x="209798" y="187768"/>
                  </a:lnTo>
                  <a:lnTo>
                    <a:pt x="217004" y="183720"/>
                  </a:lnTo>
                  <a:lnTo>
                    <a:pt x="224073" y="179739"/>
                  </a:lnTo>
                  <a:lnTo>
                    <a:pt x="231073" y="175690"/>
                  </a:lnTo>
                  <a:lnTo>
                    <a:pt x="237731" y="171778"/>
                  </a:lnTo>
                  <a:lnTo>
                    <a:pt x="243084" y="168552"/>
                  </a:lnTo>
                  <a:lnTo>
                    <a:pt x="248368" y="165601"/>
                  </a:lnTo>
                  <a:lnTo>
                    <a:pt x="253584" y="162650"/>
                  </a:lnTo>
                  <a:lnTo>
                    <a:pt x="258868" y="159631"/>
                  </a:lnTo>
                  <a:lnTo>
                    <a:pt x="264015" y="156817"/>
                  </a:lnTo>
                  <a:lnTo>
                    <a:pt x="269299" y="153797"/>
                  </a:lnTo>
                  <a:lnTo>
                    <a:pt x="274653" y="150846"/>
                  </a:lnTo>
                  <a:lnTo>
                    <a:pt x="280006" y="147689"/>
                  </a:lnTo>
                  <a:lnTo>
                    <a:pt x="289545" y="141925"/>
                  </a:lnTo>
                  <a:lnTo>
                    <a:pt x="300663" y="135267"/>
                  </a:lnTo>
                  <a:lnTo>
                    <a:pt x="313085" y="127924"/>
                  </a:lnTo>
                  <a:lnTo>
                    <a:pt x="326399" y="119963"/>
                  </a:lnTo>
                  <a:lnTo>
                    <a:pt x="340605" y="111590"/>
                  </a:lnTo>
                  <a:lnTo>
                    <a:pt x="355429" y="102875"/>
                  </a:lnTo>
                  <a:lnTo>
                    <a:pt x="370596" y="93953"/>
                  </a:lnTo>
                  <a:lnTo>
                    <a:pt x="385900" y="84963"/>
                  </a:lnTo>
                  <a:lnTo>
                    <a:pt x="401204" y="76109"/>
                  </a:lnTo>
                  <a:lnTo>
                    <a:pt x="416165" y="67462"/>
                  </a:lnTo>
                  <a:lnTo>
                    <a:pt x="430577" y="59158"/>
                  </a:lnTo>
                  <a:lnTo>
                    <a:pt x="444303" y="51334"/>
                  </a:lnTo>
                  <a:lnTo>
                    <a:pt x="457068" y="44197"/>
                  </a:lnTo>
                  <a:lnTo>
                    <a:pt x="468666" y="37883"/>
                  </a:lnTo>
                  <a:lnTo>
                    <a:pt x="473882" y="35001"/>
                  </a:lnTo>
                  <a:lnTo>
                    <a:pt x="478755" y="32393"/>
                  </a:lnTo>
                  <a:lnTo>
                    <a:pt x="483284" y="29991"/>
                  </a:lnTo>
                  <a:lnTo>
                    <a:pt x="487333" y="27932"/>
                  </a:lnTo>
                  <a:lnTo>
                    <a:pt x="494402" y="24501"/>
                  </a:lnTo>
                  <a:lnTo>
                    <a:pt x="501540" y="21275"/>
                  </a:lnTo>
                  <a:lnTo>
                    <a:pt x="508746" y="18324"/>
                  </a:lnTo>
                  <a:lnTo>
                    <a:pt x="516020" y="15648"/>
                  </a:lnTo>
                  <a:lnTo>
                    <a:pt x="523432" y="13040"/>
                  </a:lnTo>
                  <a:lnTo>
                    <a:pt x="530707" y="10775"/>
                  </a:lnTo>
                  <a:lnTo>
                    <a:pt x="538187" y="8716"/>
                  </a:lnTo>
                  <a:lnTo>
                    <a:pt x="545668" y="6794"/>
                  </a:lnTo>
                  <a:lnTo>
                    <a:pt x="553149" y="5147"/>
                  </a:lnTo>
                  <a:lnTo>
                    <a:pt x="560766" y="3775"/>
                  </a:lnTo>
                  <a:lnTo>
                    <a:pt x="568315" y="2608"/>
                  </a:lnTo>
                  <a:lnTo>
                    <a:pt x="575865" y="1647"/>
                  </a:lnTo>
                  <a:lnTo>
                    <a:pt x="583482" y="892"/>
                  </a:lnTo>
                  <a:lnTo>
                    <a:pt x="591169" y="412"/>
                  </a:lnTo>
                  <a:lnTo>
                    <a:pt x="598786" y="69"/>
                  </a:lnTo>
                  <a:close/>
                </a:path>
              </a:pathLst>
            </a:cu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33D48B1E-A6A7-DF76-4BA4-65DEC0B71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6817" y="2135841"/>
              <a:ext cx="656300" cy="656300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8023542-EB0A-4656-AC83-9F5E066BDB44}"/>
                </a:ext>
              </a:extLst>
            </p:cNvPr>
            <p:cNvSpPr txBox="1"/>
            <p:nvPr/>
          </p:nvSpPr>
          <p:spPr>
            <a:xfrm>
              <a:off x="1566325" y="2214083"/>
              <a:ext cx="1451373" cy="4998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Heavy" panose="02020900000000000000" pitchFamily="18" charset="-122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2C960E3-34C4-30C8-24D2-BB93B66EDE55}"/>
                </a:ext>
              </a:extLst>
            </p:cNvPr>
            <p:cNvSpPr txBox="1"/>
            <p:nvPr/>
          </p:nvSpPr>
          <p:spPr>
            <a:xfrm>
              <a:off x="631098" y="3347929"/>
              <a:ext cx="2505045" cy="16702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请您单击此处输入文本内容，可根据自己的需要适当地调整文字的颜色或者大小等属性，可复制粘贴您的文本，祝你使用愉快。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F931834-8590-E359-F391-C567FC2E75B0}"/>
              </a:ext>
            </a:extLst>
          </p:cNvPr>
          <p:cNvGrpSpPr/>
          <p:nvPr/>
        </p:nvGrpSpPr>
        <p:grpSpPr>
          <a:xfrm>
            <a:off x="4591530" y="1622530"/>
            <a:ext cx="3019425" cy="4023360"/>
            <a:chOff x="4591530" y="1670155"/>
            <a:chExt cx="3019425" cy="4023360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C0845C49-1E94-61DE-BAE9-83B43BA67AB8}"/>
                </a:ext>
              </a:extLst>
            </p:cNvPr>
            <p:cNvSpPr/>
            <p:nvPr/>
          </p:nvSpPr>
          <p:spPr>
            <a:xfrm>
              <a:off x="4591530" y="1670155"/>
              <a:ext cx="3019425" cy="402336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dist="190500" dir="5400000" algn="t" rotWithShape="0">
                <a:sysClr val="window" lastClr="FFFFFF">
                  <a:lumMod val="50000"/>
                  <a:alpha val="10000"/>
                </a:sys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54567B36-D9A5-5933-FC54-8E14EC86CE13}"/>
                </a:ext>
              </a:extLst>
            </p:cNvPr>
            <p:cNvSpPr/>
            <p:nvPr/>
          </p:nvSpPr>
          <p:spPr>
            <a:xfrm>
              <a:off x="5264186" y="2042768"/>
              <a:ext cx="2144281" cy="969672"/>
            </a:xfrm>
            <a:prstGeom prst="roundRect">
              <a:avLst>
                <a:gd name="adj" fmla="val 50000"/>
              </a:avLst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7CAE6E32-07CE-B855-2ACB-A9E5D0749164}"/>
                </a:ext>
              </a:extLst>
            </p:cNvPr>
            <p:cNvSpPr/>
            <p:nvPr/>
          </p:nvSpPr>
          <p:spPr>
            <a:xfrm>
              <a:off x="4756871" y="1870209"/>
              <a:ext cx="1211436" cy="1314790"/>
            </a:xfrm>
            <a:custGeom>
              <a:avLst/>
              <a:gdLst>
                <a:gd name="connsiteX0" fmla="*/ 606473 w 1211436"/>
                <a:gd name="connsiteY0" fmla="*/ 0 h 1314790"/>
                <a:gd name="connsiteX1" fmla="*/ 614091 w 1211436"/>
                <a:gd name="connsiteY1" fmla="*/ 138 h 1314790"/>
                <a:gd name="connsiteX2" fmla="*/ 621777 w 1211436"/>
                <a:gd name="connsiteY2" fmla="*/ 481 h 1314790"/>
                <a:gd name="connsiteX3" fmla="*/ 629395 w 1211436"/>
                <a:gd name="connsiteY3" fmla="*/ 1098 h 1314790"/>
                <a:gd name="connsiteX4" fmla="*/ 636944 w 1211436"/>
                <a:gd name="connsiteY4" fmla="*/ 1922 h 1314790"/>
                <a:gd name="connsiteX5" fmla="*/ 644631 w 1211436"/>
                <a:gd name="connsiteY5" fmla="*/ 2951 h 1314790"/>
                <a:gd name="connsiteX6" fmla="*/ 652180 w 1211436"/>
                <a:gd name="connsiteY6" fmla="*/ 4186 h 1314790"/>
                <a:gd name="connsiteX7" fmla="*/ 659660 w 1211436"/>
                <a:gd name="connsiteY7" fmla="*/ 5696 h 1314790"/>
                <a:gd name="connsiteX8" fmla="*/ 667210 w 1211436"/>
                <a:gd name="connsiteY8" fmla="*/ 7344 h 1314790"/>
                <a:gd name="connsiteX9" fmla="*/ 674690 w 1211436"/>
                <a:gd name="connsiteY9" fmla="*/ 9196 h 1314790"/>
                <a:gd name="connsiteX10" fmla="*/ 682102 w 1211436"/>
                <a:gd name="connsiteY10" fmla="*/ 11324 h 1314790"/>
                <a:gd name="connsiteX11" fmla="*/ 689514 w 1211436"/>
                <a:gd name="connsiteY11" fmla="*/ 13726 h 1314790"/>
                <a:gd name="connsiteX12" fmla="*/ 696857 w 1211436"/>
                <a:gd name="connsiteY12" fmla="*/ 16265 h 1314790"/>
                <a:gd name="connsiteX13" fmla="*/ 704063 w 1211436"/>
                <a:gd name="connsiteY13" fmla="*/ 19079 h 1314790"/>
                <a:gd name="connsiteX14" fmla="*/ 711269 w 1211436"/>
                <a:gd name="connsiteY14" fmla="*/ 22030 h 1314790"/>
                <a:gd name="connsiteX15" fmla="*/ 718475 w 1211436"/>
                <a:gd name="connsiteY15" fmla="*/ 25256 h 1314790"/>
                <a:gd name="connsiteX16" fmla="*/ 725475 w 1211436"/>
                <a:gd name="connsiteY16" fmla="*/ 28687 h 1314790"/>
                <a:gd name="connsiteX17" fmla="*/ 974941 w 1211436"/>
                <a:gd name="connsiteY17" fmla="*/ 172533 h 1314790"/>
                <a:gd name="connsiteX18" fmla="*/ 977618 w 1211436"/>
                <a:gd name="connsiteY18" fmla="*/ 174111 h 1314790"/>
                <a:gd name="connsiteX19" fmla="*/ 980294 w 1211436"/>
                <a:gd name="connsiteY19" fmla="*/ 175621 h 1314790"/>
                <a:gd name="connsiteX20" fmla="*/ 982971 w 1211436"/>
                <a:gd name="connsiteY20" fmla="*/ 177200 h 1314790"/>
                <a:gd name="connsiteX21" fmla="*/ 985716 w 1211436"/>
                <a:gd name="connsiteY21" fmla="*/ 178641 h 1314790"/>
                <a:gd name="connsiteX22" fmla="*/ 988324 w 1211436"/>
                <a:gd name="connsiteY22" fmla="*/ 180151 h 1314790"/>
                <a:gd name="connsiteX23" fmla="*/ 991069 w 1211436"/>
                <a:gd name="connsiteY23" fmla="*/ 181523 h 1314790"/>
                <a:gd name="connsiteX24" fmla="*/ 993608 w 1211436"/>
                <a:gd name="connsiteY24" fmla="*/ 183033 h 1314790"/>
                <a:gd name="connsiteX25" fmla="*/ 996147 w 1211436"/>
                <a:gd name="connsiteY25" fmla="*/ 184406 h 1314790"/>
                <a:gd name="connsiteX26" fmla="*/ 1100395 w 1211436"/>
                <a:gd name="connsiteY26" fmla="*/ 245760 h 1314790"/>
                <a:gd name="connsiteX27" fmla="*/ 1103209 w 1211436"/>
                <a:gd name="connsiteY27" fmla="*/ 247681 h 1314790"/>
                <a:gd name="connsiteX28" fmla="*/ 1105679 w 1211436"/>
                <a:gd name="connsiteY28" fmla="*/ 249534 h 1314790"/>
                <a:gd name="connsiteX29" fmla="*/ 1107875 w 1211436"/>
                <a:gd name="connsiteY29" fmla="*/ 251319 h 1314790"/>
                <a:gd name="connsiteX30" fmla="*/ 1109934 w 1211436"/>
                <a:gd name="connsiteY30" fmla="*/ 252966 h 1314790"/>
                <a:gd name="connsiteX31" fmla="*/ 1113503 w 1211436"/>
                <a:gd name="connsiteY31" fmla="*/ 255917 h 1314790"/>
                <a:gd name="connsiteX32" fmla="*/ 1116454 w 1211436"/>
                <a:gd name="connsiteY32" fmla="*/ 258662 h 1314790"/>
                <a:gd name="connsiteX33" fmla="*/ 1119199 w 1211436"/>
                <a:gd name="connsiteY33" fmla="*/ 261201 h 1314790"/>
                <a:gd name="connsiteX34" fmla="*/ 1121738 w 1211436"/>
                <a:gd name="connsiteY34" fmla="*/ 263672 h 1314790"/>
                <a:gd name="connsiteX35" fmla="*/ 1123042 w 1211436"/>
                <a:gd name="connsiteY35" fmla="*/ 264838 h 1314790"/>
                <a:gd name="connsiteX36" fmla="*/ 1124415 w 1211436"/>
                <a:gd name="connsiteY36" fmla="*/ 266074 h 1314790"/>
                <a:gd name="connsiteX37" fmla="*/ 1125856 w 1211436"/>
                <a:gd name="connsiteY37" fmla="*/ 267309 h 1314790"/>
                <a:gd name="connsiteX38" fmla="*/ 1127366 w 1211436"/>
                <a:gd name="connsiteY38" fmla="*/ 268545 h 1314790"/>
                <a:gd name="connsiteX39" fmla="*/ 1129836 w 1211436"/>
                <a:gd name="connsiteY39" fmla="*/ 270260 h 1314790"/>
                <a:gd name="connsiteX40" fmla="*/ 1131483 w 1211436"/>
                <a:gd name="connsiteY40" fmla="*/ 271427 h 1314790"/>
                <a:gd name="connsiteX41" fmla="*/ 1132307 w 1211436"/>
                <a:gd name="connsiteY41" fmla="*/ 272113 h 1314790"/>
                <a:gd name="connsiteX42" fmla="*/ 1133131 w 1211436"/>
                <a:gd name="connsiteY42" fmla="*/ 272799 h 1314790"/>
                <a:gd name="connsiteX43" fmla="*/ 1134160 w 1211436"/>
                <a:gd name="connsiteY43" fmla="*/ 273692 h 1314790"/>
                <a:gd name="connsiteX44" fmla="*/ 1135395 w 1211436"/>
                <a:gd name="connsiteY44" fmla="*/ 275064 h 1314790"/>
                <a:gd name="connsiteX45" fmla="*/ 1139650 w 1211436"/>
                <a:gd name="connsiteY45" fmla="*/ 279800 h 1314790"/>
                <a:gd name="connsiteX46" fmla="*/ 1143837 w 1211436"/>
                <a:gd name="connsiteY46" fmla="*/ 284672 h 1314790"/>
                <a:gd name="connsiteX47" fmla="*/ 1147886 w 1211436"/>
                <a:gd name="connsiteY47" fmla="*/ 289476 h 1314790"/>
                <a:gd name="connsiteX48" fmla="*/ 1151866 w 1211436"/>
                <a:gd name="connsiteY48" fmla="*/ 294418 h 1314790"/>
                <a:gd name="connsiteX49" fmla="*/ 1155778 w 1211436"/>
                <a:gd name="connsiteY49" fmla="*/ 299427 h 1314790"/>
                <a:gd name="connsiteX50" fmla="*/ 1159553 w 1211436"/>
                <a:gd name="connsiteY50" fmla="*/ 304506 h 1314790"/>
                <a:gd name="connsiteX51" fmla="*/ 1163190 w 1211436"/>
                <a:gd name="connsiteY51" fmla="*/ 309653 h 1314790"/>
                <a:gd name="connsiteX52" fmla="*/ 1166690 w 1211436"/>
                <a:gd name="connsiteY52" fmla="*/ 314869 h 1314790"/>
                <a:gd name="connsiteX53" fmla="*/ 1170122 w 1211436"/>
                <a:gd name="connsiteY53" fmla="*/ 320153 h 1314790"/>
                <a:gd name="connsiteX54" fmla="*/ 1173416 w 1211436"/>
                <a:gd name="connsiteY54" fmla="*/ 325438 h 1314790"/>
                <a:gd name="connsiteX55" fmla="*/ 1176641 w 1211436"/>
                <a:gd name="connsiteY55" fmla="*/ 330860 h 1314790"/>
                <a:gd name="connsiteX56" fmla="*/ 1179661 w 1211436"/>
                <a:gd name="connsiteY56" fmla="*/ 336281 h 1314790"/>
                <a:gd name="connsiteX57" fmla="*/ 1182681 w 1211436"/>
                <a:gd name="connsiteY57" fmla="*/ 341840 h 1314790"/>
                <a:gd name="connsiteX58" fmla="*/ 1185426 w 1211436"/>
                <a:gd name="connsiteY58" fmla="*/ 347468 h 1314790"/>
                <a:gd name="connsiteX59" fmla="*/ 1188171 w 1211436"/>
                <a:gd name="connsiteY59" fmla="*/ 353095 h 1314790"/>
                <a:gd name="connsiteX60" fmla="*/ 1190710 w 1211436"/>
                <a:gd name="connsiteY60" fmla="*/ 358791 h 1314790"/>
                <a:gd name="connsiteX61" fmla="*/ 1193112 w 1211436"/>
                <a:gd name="connsiteY61" fmla="*/ 364625 h 1314790"/>
                <a:gd name="connsiteX62" fmla="*/ 1195377 w 1211436"/>
                <a:gd name="connsiteY62" fmla="*/ 370458 h 1314790"/>
                <a:gd name="connsiteX63" fmla="*/ 1197573 w 1211436"/>
                <a:gd name="connsiteY63" fmla="*/ 376360 h 1314790"/>
                <a:gd name="connsiteX64" fmla="*/ 1199495 w 1211436"/>
                <a:gd name="connsiteY64" fmla="*/ 382331 h 1314790"/>
                <a:gd name="connsiteX65" fmla="*/ 1201416 w 1211436"/>
                <a:gd name="connsiteY65" fmla="*/ 388439 h 1314790"/>
                <a:gd name="connsiteX66" fmla="*/ 1203063 w 1211436"/>
                <a:gd name="connsiteY66" fmla="*/ 394615 h 1314790"/>
                <a:gd name="connsiteX67" fmla="*/ 1204642 w 1211436"/>
                <a:gd name="connsiteY67" fmla="*/ 400792 h 1314790"/>
                <a:gd name="connsiteX68" fmla="*/ 1206014 w 1211436"/>
                <a:gd name="connsiteY68" fmla="*/ 407038 h 1314790"/>
                <a:gd name="connsiteX69" fmla="*/ 1207250 w 1211436"/>
                <a:gd name="connsiteY69" fmla="*/ 413420 h 1314790"/>
                <a:gd name="connsiteX70" fmla="*/ 1208416 w 1211436"/>
                <a:gd name="connsiteY70" fmla="*/ 419802 h 1314790"/>
                <a:gd name="connsiteX71" fmla="*/ 1209309 w 1211436"/>
                <a:gd name="connsiteY71" fmla="*/ 426322 h 1314790"/>
                <a:gd name="connsiteX72" fmla="*/ 1210063 w 1211436"/>
                <a:gd name="connsiteY72" fmla="*/ 432842 h 1314790"/>
                <a:gd name="connsiteX73" fmla="*/ 1210681 w 1211436"/>
                <a:gd name="connsiteY73" fmla="*/ 439499 h 1314790"/>
                <a:gd name="connsiteX74" fmla="*/ 1211093 w 1211436"/>
                <a:gd name="connsiteY74" fmla="*/ 446156 h 1314790"/>
                <a:gd name="connsiteX75" fmla="*/ 1211367 w 1211436"/>
                <a:gd name="connsiteY75" fmla="*/ 452950 h 1314790"/>
                <a:gd name="connsiteX76" fmla="*/ 1211436 w 1211436"/>
                <a:gd name="connsiteY76" fmla="*/ 459744 h 1314790"/>
                <a:gd name="connsiteX77" fmla="*/ 1211436 w 1211436"/>
                <a:gd name="connsiteY77" fmla="*/ 855046 h 1314790"/>
                <a:gd name="connsiteX78" fmla="*/ 1211367 w 1211436"/>
                <a:gd name="connsiteY78" fmla="*/ 860468 h 1314790"/>
                <a:gd name="connsiteX79" fmla="*/ 1211093 w 1211436"/>
                <a:gd name="connsiteY79" fmla="*/ 865958 h 1314790"/>
                <a:gd name="connsiteX80" fmla="*/ 1210750 w 1211436"/>
                <a:gd name="connsiteY80" fmla="*/ 871517 h 1314790"/>
                <a:gd name="connsiteX81" fmla="*/ 1210269 w 1211436"/>
                <a:gd name="connsiteY81" fmla="*/ 877145 h 1314790"/>
                <a:gd name="connsiteX82" fmla="*/ 1209652 w 1211436"/>
                <a:gd name="connsiteY82" fmla="*/ 882909 h 1314790"/>
                <a:gd name="connsiteX83" fmla="*/ 1208828 w 1211436"/>
                <a:gd name="connsiteY83" fmla="*/ 888537 h 1314790"/>
                <a:gd name="connsiteX84" fmla="*/ 1207867 w 1211436"/>
                <a:gd name="connsiteY84" fmla="*/ 894370 h 1314790"/>
                <a:gd name="connsiteX85" fmla="*/ 1206838 w 1211436"/>
                <a:gd name="connsiteY85" fmla="*/ 900135 h 1314790"/>
                <a:gd name="connsiteX86" fmla="*/ 1205603 w 1211436"/>
                <a:gd name="connsiteY86" fmla="*/ 905968 h 1314790"/>
                <a:gd name="connsiteX87" fmla="*/ 1204299 w 1211436"/>
                <a:gd name="connsiteY87" fmla="*/ 911802 h 1314790"/>
                <a:gd name="connsiteX88" fmla="*/ 1202857 w 1211436"/>
                <a:gd name="connsiteY88" fmla="*/ 917636 h 1314790"/>
                <a:gd name="connsiteX89" fmla="*/ 1201347 w 1211436"/>
                <a:gd name="connsiteY89" fmla="*/ 923469 h 1314790"/>
                <a:gd name="connsiteX90" fmla="*/ 1199563 w 1211436"/>
                <a:gd name="connsiteY90" fmla="*/ 929303 h 1314790"/>
                <a:gd name="connsiteX91" fmla="*/ 1197779 w 1211436"/>
                <a:gd name="connsiteY91" fmla="*/ 935067 h 1314790"/>
                <a:gd name="connsiteX92" fmla="*/ 1195926 w 1211436"/>
                <a:gd name="connsiteY92" fmla="*/ 940832 h 1314790"/>
                <a:gd name="connsiteX93" fmla="*/ 1193935 w 1211436"/>
                <a:gd name="connsiteY93" fmla="*/ 946460 h 1314790"/>
                <a:gd name="connsiteX94" fmla="*/ 1191808 w 1211436"/>
                <a:gd name="connsiteY94" fmla="*/ 952156 h 1314790"/>
                <a:gd name="connsiteX95" fmla="*/ 1189543 w 1211436"/>
                <a:gd name="connsiteY95" fmla="*/ 957715 h 1314790"/>
                <a:gd name="connsiteX96" fmla="*/ 1187210 w 1211436"/>
                <a:gd name="connsiteY96" fmla="*/ 963274 h 1314790"/>
                <a:gd name="connsiteX97" fmla="*/ 1184808 w 1211436"/>
                <a:gd name="connsiteY97" fmla="*/ 968695 h 1314790"/>
                <a:gd name="connsiteX98" fmla="*/ 1182269 w 1211436"/>
                <a:gd name="connsiteY98" fmla="*/ 973980 h 1314790"/>
                <a:gd name="connsiteX99" fmla="*/ 1179592 w 1211436"/>
                <a:gd name="connsiteY99" fmla="*/ 979264 h 1314790"/>
                <a:gd name="connsiteX100" fmla="*/ 1176916 w 1211436"/>
                <a:gd name="connsiteY100" fmla="*/ 984343 h 1314790"/>
                <a:gd name="connsiteX101" fmla="*/ 1174102 w 1211436"/>
                <a:gd name="connsiteY101" fmla="*/ 989353 h 1314790"/>
                <a:gd name="connsiteX102" fmla="*/ 1171219 w 1211436"/>
                <a:gd name="connsiteY102" fmla="*/ 994294 h 1314790"/>
                <a:gd name="connsiteX103" fmla="*/ 1168268 w 1211436"/>
                <a:gd name="connsiteY103" fmla="*/ 999098 h 1314790"/>
                <a:gd name="connsiteX104" fmla="*/ 1165112 w 1211436"/>
                <a:gd name="connsiteY104" fmla="*/ 1003696 h 1314790"/>
                <a:gd name="connsiteX105" fmla="*/ 1162023 w 1211436"/>
                <a:gd name="connsiteY105" fmla="*/ 1008088 h 1314790"/>
                <a:gd name="connsiteX106" fmla="*/ 1158798 w 1211436"/>
                <a:gd name="connsiteY106" fmla="*/ 1012412 h 1314790"/>
                <a:gd name="connsiteX107" fmla="*/ 1155572 w 1211436"/>
                <a:gd name="connsiteY107" fmla="*/ 1016530 h 1314790"/>
                <a:gd name="connsiteX108" fmla="*/ 1152210 w 1211436"/>
                <a:gd name="connsiteY108" fmla="*/ 1020441 h 1314790"/>
                <a:gd name="connsiteX109" fmla="*/ 1148778 w 1211436"/>
                <a:gd name="connsiteY109" fmla="*/ 1024216 h 1314790"/>
                <a:gd name="connsiteX110" fmla="*/ 1146582 w 1211436"/>
                <a:gd name="connsiteY110" fmla="*/ 1026412 h 1314790"/>
                <a:gd name="connsiteX111" fmla="*/ 1144660 w 1211436"/>
                <a:gd name="connsiteY111" fmla="*/ 1028334 h 1314790"/>
                <a:gd name="connsiteX112" fmla="*/ 1143699 w 1211436"/>
                <a:gd name="connsiteY112" fmla="*/ 1029295 h 1314790"/>
                <a:gd name="connsiteX113" fmla="*/ 1142739 w 1211436"/>
                <a:gd name="connsiteY113" fmla="*/ 1030324 h 1314790"/>
                <a:gd name="connsiteX114" fmla="*/ 1141778 w 1211436"/>
                <a:gd name="connsiteY114" fmla="*/ 1031354 h 1314790"/>
                <a:gd name="connsiteX115" fmla="*/ 1140748 w 1211436"/>
                <a:gd name="connsiteY115" fmla="*/ 1032657 h 1314790"/>
                <a:gd name="connsiteX116" fmla="*/ 1137042 w 1211436"/>
                <a:gd name="connsiteY116" fmla="*/ 1037255 h 1314790"/>
                <a:gd name="connsiteX117" fmla="*/ 1134641 w 1211436"/>
                <a:gd name="connsiteY117" fmla="*/ 1040138 h 1314790"/>
                <a:gd name="connsiteX118" fmla="*/ 1133748 w 1211436"/>
                <a:gd name="connsiteY118" fmla="*/ 1041099 h 1314790"/>
                <a:gd name="connsiteX119" fmla="*/ 1133062 w 1211436"/>
                <a:gd name="connsiteY119" fmla="*/ 1041716 h 1314790"/>
                <a:gd name="connsiteX120" fmla="*/ 1132513 w 1211436"/>
                <a:gd name="connsiteY120" fmla="*/ 1042197 h 1314790"/>
                <a:gd name="connsiteX121" fmla="*/ 1132033 w 1211436"/>
                <a:gd name="connsiteY121" fmla="*/ 1042540 h 1314790"/>
                <a:gd name="connsiteX122" fmla="*/ 1131072 w 1211436"/>
                <a:gd name="connsiteY122" fmla="*/ 1043089 h 1314790"/>
                <a:gd name="connsiteX123" fmla="*/ 1129836 w 1211436"/>
                <a:gd name="connsiteY123" fmla="*/ 1043844 h 1314790"/>
                <a:gd name="connsiteX124" fmla="*/ 1129013 w 1211436"/>
                <a:gd name="connsiteY124" fmla="*/ 1044530 h 1314790"/>
                <a:gd name="connsiteX125" fmla="*/ 1127984 w 1211436"/>
                <a:gd name="connsiteY125" fmla="*/ 1045354 h 1314790"/>
                <a:gd name="connsiteX126" fmla="*/ 1126542 w 1211436"/>
                <a:gd name="connsiteY126" fmla="*/ 1046520 h 1314790"/>
                <a:gd name="connsiteX127" fmla="*/ 1124895 w 1211436"/>
                <a:gd name="connsiteY127" fmla="*/ 1047962 h 1314790"/>
                <a:gd name="connsiteX128" fmla="*/ 1121807 w 1211436"/>
                <a:gd name="connsiteY128" fmla="*/ 1050844 h 1314790"/>
                <a:gd name="connsiteX129" fmla="*/ 1118650 w 1211436"/>
                <a:gd name="connsiteY129" fmla="*/ 1053658 h 1314790"/>
                <a:gd name="connsiteX130" fmla="*/ 1115562 w 1211436"/>
                <a:gd name="connsiteY130" fmla="*/ 1056334 h 1314790"/>
                <a:gd name="connsiteX131" fmla="*/ 1112336 w 1211436"/>
                <a:gd name="connsiteY131" fmla="*/ 1059079 h 1314790"/>
                <a:gd name="connsiteX132" fmla="*/ 1109110 w 1211436"/>
                <a:gd name="connsiteY132" fmla="*/ 1061687 h 1314790"/>
                <a:gd name="connsiteX133" fmla="*/ 1105954 w 1211436"/>
                <a:gd name="connsiteY133" fmla="*/ 1064227 h 1314790"/>
                <a:gd name="connsiteX134" fmla="*/ 1102728 w 1211436"/>
                <a:gd name="connsiteY134" fmla="*/ 1066766 h 1314790"/>
                <a:gd name="connsiteX135" fmla="*/ 1099434 w 1211436"/>
                <a:gd name="connsiteY135" fmla="*/ 1069236 h 1314790"/>
                <a:gd name="connsiteX136" fmla="*/ 1096140 w 1211436"/>
                <a:gd name="connsiteY136" fmla="*/ 1071638 h 1314790"/>
                <a:gd name="connsiteX137" fmla="*/ 1092845 w 1211436"/>
                <a:gd name="connsiteY137" fmla="*/ 1074041 h 1314790"/>
                <a:gd name="connsiteX138" fmla="*/ 1089551 w 1211436"/>
                <a:gd name="connsiteY138" fmla="*/ 1076374 h 1314790"/>
                <a:gd name="connsiteX139" fmla="*/ 1086257 w 1211436"/>
                <a:gd name="connsiteY139" fmla="*/ 1078707 h 1314790"/>
                <a:gd name="connsiteX140" fmla="*/ 1079531 w 1211436"/>
                <a:gd name="connsiteY140" fmla="*/ 1083237 h 1314790"/>
                <a:gd name="connsiteX141" fmla="*/ 1072737 w 1211436"/>
                <a:gd name="connsiteY141" fmla="*/ 1087560 h 1314790"/>
                <a:gd name="connsiteX142" fmla="*/ 1065806 w 1211436"/>
                <a:gd name="connsiteY142" fmla="*/ 1091884 h 1314790"/>
                <a:gd name="connsiteX143" fmla="*/ 1058805 w 1211436"/>
                <a:gd name="connsiteY143" fmla="*/ 1095933 h 1314790"/>
                <a:gd name="connsiteX144" fmla="*/ 1051737 w 1211436"/>
                <a:gd name="connsiteY144" fmla="*/ 1100051 h 1314790"/>
                <a:gd name="connsiteX145" fmla="*/ 1044531 w 1211436"/>
                <a:gd name="connsiteY145" fmla="*/ 1104100 h 1314790"/>
                <a:gd name="connsiteX146" fmla="*/ 1037187 w 1211436"/>
                <a:gd name="connsiteY146" fmla="*/ 1108012 h 1314790"/>
                <a:gd name="connsiteX147" fmla="*/ 1029775 w 1211436"/>
                <a:gd name="connsiteY147" fmla="*/ 1111992 h 1314790"/>
                <a:gd name="connsiteX148" fmla="*/ 1022295 w 1211436"/>
                <a:gd name="connsiteY148" fmla="*/ 1115904 h 1314790"/>
                <a:gd name="connsiteX149" fmla="*/ 1014677 w 1211436"/>
                <a:gd name="connsiteY149" fmla="*/ 1119884 h 1314790"/>
                <a:gd name="connsiteX150" fmla="*/ 889567 w 1211436"/>
                <a:gd name="connsiteY150" fmla="*/ 1191464 h 1314790"/>
                <a:gd name="connsiteX151" fmla="*/ 884351 w 1211436"/>
                <a:gd name="connsiteY151" fmla="*/ 1194553 h 1314790"/>
                <a:gd name="connsiteX152" fmla="*/ 879067 w 1211436"/>
                <a:gd name="connsiteY152" fmla="*/ 1197641 h 1314790"/>
                <a:gd name="connsiteX153" fmla="*/ 873851 w 1211436"/>
                <a:gd name="connsiteY153" fmla="*/ 1200661 h 1314790"/>
                <a:gd name="connsiteX154" fmla="*/ 868704 w 1211436"/>
                <a:gd name="connsiteY154" fmla="*/ 1203612 h 1314790"/>
                <a:gd name="connsiteX155" fmla="*/ 863488 w 1211436"/>
                <a:gd name="connsiteY155" fmla="*/ 1206563 h 1314790"/>
                <a:gd name="connsiteX156" fmla="*/ 858409 w 1211436"/>
                <a:gd name="connsiteY156" fmla="*/ 1209514 h 1314790"/>
                <a:gd name="connsiteX157" fmla="*/ 853331 w 1211436"/>
                <a:gd name="connsiteY157" fmla="*/ 1212465 h 1314790"/>
                <a:gd name="connsiteX158" fmla="*/ 848252 w 1211436"/>
                <a:gd name="connsiteY158" fmla="*/ 1215416 h 1314790"/>
                <a:gd name="connsiteX159" fmla="*/ 843105 w 1211436"/>
                <a:gd name="connsiteY159" fmla="*/ 1218367 h 1314790"/>
                <a:gd name="connsiteX160" fmla="*/ 838027 w 1211436"/>
                <a:gd name="connsiteY160" fmla="*/ 1221387 h 1314790"/>
                <a:gd name="connsiteX161" fmla="*/ 832948 w 1211436"/>
                <a:gd name="connsiteY161" fmla="*/ 1224338 h 1314790"/>
                <a:gd name="connsiteX162" fmla="*/ 827801 w 1211436"/>
                <a:gd name="connsiteY162" fmla="*/ 1227289 h 1314790"/>
                <a:gd name="connsiteX163" fmla="*/ 822723 w 1211436"/>
                <a:gd name="connsiteY163" fmla="*/ 1230308 h 1314790"/>
                <a:gd name="connsiteX164" fmla="*/ 817575 w 1211436"/>
                <a:gd name="connsiteY164" fmla="*/ 1233328 h 1314790"/>
                <a:gd name="connsiteX165" fmla="*/ 812428 w 1211436"/>
                <a:gd name="connsiteY165" fmla="*/ 1236416 h 1314790"/>
                <a:gd name="connsiteX166" fmla="*/ 807281 w 1211436"/>
                <a:gd name="connsiteY166" fmla="*/ 1239505 h 1314790"/>
                <a:gd name="connsiteX167" fmla="*/ 801996 w 1211436"/>
                <a:gd name="connsiteY167" fmla="*/ 1242730 h 1314790"/>
                <a:gd name="connsiteX168" fmla="*/ 796849 w 1211436"/>
                <a:gd name="connsiteY168" fmla="*/ 1245818 h 1314790"/>
                <a:gd name="connsiteX169" fmla="*/ 791702 w 1211436"/>
                <a:gd name="connsiteY169" fmla="*/ 1248907 h 1314790"/>
                <a:gd name="connsiteX170" fmla="*/ 786624 w 1211436"/>
                <a:gd name="connsiteY170" fmla="*/ 1251927 h 1314790"/>
                <a:gd name="connsiteX171" fmla="*/ 781614 w 1211436"/>
                <a:gd name="connsiteY171" fmla="*/ 1254946 h 1314790"/>
                <a:gd name="connsiteX172" fmla="*/ 776604 w 1211436"/>
                <a:gd name="connsiteY172" fmla="*/ 1257897 h 1314790"/>
                <a:gd name="connsiteX173" fmla="*/ 771594 w 1211436"/>
                <a:gd name="connsiteY173" fmla="*/ 1260917 h 1314790"/>
                <a:gd name="connsiteX174" fmla="*/ 766447 w 1211436"/>
                <a:gd name="connsiteY174" fmla="*/ 1263868 h 1314790"/>
                <a:gd name="connsiteX175" fmla="*/ 761437 w 1211436"/>
                <a:gd name="connsiteY175" fmla="*/ 1266750 h 1314790"/>
                <a:gd name="connsiteX176" fmla="*/ 756358 w 1211436"/>
                <a:gd name="connsiteY176" fmla="*/ 1269564 h 1314790"/>
                <a:gd name="connsiteX177" fmla="*/ 751211 w 1211436"/>
                <a:gd name="connsiteY177" fmla="*/ 1272584 h 1314790"/>
                <a:gd name="connsiteX178" fmla="*/ 745927 w 1211436"/>
                <a:gd name="connsiteY178" fmla="*/ 1275329 h 1314790"/>
                <a:gd name="connsiteX179" fmla="*/ 740642 w 1211436"/>
                <a:gd name="connsiteY179" fmla="*/ 1278211 h 1314790"/>
                <a:gd name="connsiteX180" fmla="*/ 735221 w 1211436"/>
                <a:gd name="connsiteY180" fmla="*/ 1281093 h 1314790"/>
                <a:gd name="connsiteX181" fmla="*/ 729730 w 1211436"/>
                <a:gd name="connsiteY181" fmla="*/ 1283976 h 1314790"/>
                <a:gd name="connsiteX182" fmla="*/ 724103 w 1211436"/>
                <a:gd name="connsiteY182" fmla="*/ 1286859 h 1314790"/>
                <a:gd name="connsiteX183" fmla="*/ 717034 w 1211436"/>
                <a:gd name="connsiteY183" fmla="*/ 1290290 h 1314790"/>
                <a:gd name="connsiteX184" fmla="*/ 709897 w 1211436"/>
                <a:gd name="connsiteY184" fmla="*/ 1293515 h 1314790"/>
                <a:gd name="connsiteX185" fmla="*/ 702691 w 1211436"/>
                <a:gd name="connsiteY185" fmla="*/ 1296466 h 1314790"/>
                <a:gd name="connsiteX186" fmla="*/ 695416 w 1211436"/>
                <a:gd name="connsiteY186" fmla="*/ 1299143 h 1314790"/>
                <a:gd name="connsiteX187" fmla="*/ 688004 w 1211436"/>
                <a:gd name="connsiteY187" fmla="*/ 1301751 h 1314790"/>
                <a:gd name="connsiteX188" fmla="*/ 680729 w 1211436"/>
                <a:gd name="connsiteY188" fmla="*/ 1304016 h 1314790"/>
                <a:gd name="connsiteX189" fmla="*/ 673249 w 1211436"/>
                <a:gd name="connsiteY189" fmla="*/ 1306074 h 1314790"/>
                <a:gd name="connsiteX190" fmla="*/ 665768 w 1211436"/>
                <a:gd name="connsiteY190" fmla="*/ 1307996 h 1314790"/>
                <a:gd name="connsiteX191" fmla="*/ 658288 w 1211436"/>
                <a:gd name="connsiteY191" fmla="*/ 1309643 h 1314790"/>
                <a:gd name="connsiteX192" fmla="*/ 650670 w 1211436"/>
                <a:gd name="connsiteY192" fmla="*/ 1311016 h 1314790"/>
                <a:gd name="connsiteX193" fmla="*/ 643121 w 1211436"/>
                <a:gd name="connsiteY193" fmla="*/ 1312183 h 1314790"/>
                <a:gd name="connsiteX194" fmla="*/ 635572 w 1211436"/>
                <a:gd name="connsiteY194" fmla="*/ 1313143 h 1314790"/>
                <a:gd name="connsiteX195" fmla="*/ 627954 w 1211436"/>
                <a:gd name="connsiteY195" fmla="*/ 1313898 h 1314790"/>
                <a:gd name="connsiteX196" fmla="*/ 620267 w 1211436"/>
                <a:gd name="connsiteY196" fmla="*/ 1314379 h 1314790"/>
                <a:gd name="connsiteX197" fmla="*/ 612650 w 1211436"/>
                <a:gd name="connsiteY197" fmla="*/ 1314722 h 1314790"/>
                <a:gd name="connsiteX198" fmla="*/ 604963 w 1211436"/>
                <a:gd name="connsiteY198" fmla="*/ 1314790 h 1314790"/>
                <a:gd name="connsiteX199" fmla="*/ 597345 w 1211436"/>
                <a:gd name="connsiteY199" fmla="*/ 1314653 h 1314790"/>
                <a:gd name="connsiteX200" fmla="*/ 589659 w 1211436"/>
                <a:gd name="connsiteY200" fmla="*/ 1314310 h 1314790"/>
                <a:gd name="connsiteX201" fmla="*/ 582041 w 1211436"/>
                <a:gd name="connsiteY201" fmla="*/ 1313692 h 1314790"/>
                <a:gd name="connsiteX202" fmla="*/ 574492 w 1211436"/>
                <a:gd name="connsiteY202" fmla="*/ 1312869 h 1314790"/>
                <a:gd name="connsiteX203" fmla="*/ 566805 w 1211436"/>
                <a:gd name="connsiteY203" fmla="*/ 1311839 h 1314790"/>
                <a:gd name="connsiteX204" fmla="*/ 559256 w 1211436"/>
                <a:gd name="connsiteY204" fmla="*/ 1310604 h 1314790"/>
                <a:gd name="connsiteX205" fmla="*/ 551776 w 1211436"/>
                <a:gd name="connsiteY205" fmla="*/ 1309094 h 1314790"/>
                <a:gd name="connsiteX206" fmla="*/ 544227 w 1211436"/>
                <a:gd name="connsiteY206" fmla="*/ 1307447 h 1314790"/>
                <a:gd name="connsiteX207" fmla="*/ 536746 w 1211436"/>
                <a:gd name="connsiteY207" fmla="*/ 1305594 h 1314790"/>
                <a:gd name="connsiteX208" fmla="*/ 529334 w 1211436"/>
                <a:gd name="connsiteY208" fmla="*/ 1303466 h 1314790"/>
                <a:gd name="connsiteX209" fmla="*/ 521922 w 1211436"/>
                <a:gd name="connsiteY209" fmla="*/ 1301065 h 1314790"/>
                <a:gd name="connsiteX210" fmla="*/ 514579 w 1211436"/>
                <a:gd name="connsiteY210" fmla="*/ 1298525 h 1314790"/>
                <a:gd name="connsiteX211" fmla="*/ 507373 w 1211436"/>
                <a:gd name="connsiteY211" fmla="*/ 1295711 h 1314790"/>
                <a:gd name="connsiteX212" fmla="*/ 500167 w 1211436"/>
                <a:gd name="connsiteY212" fmla="*/ 1292760 h 1314790"/>
                <a:gd name="connsiteX213" fmla="*/ 492961 w 1211436"/>
                <a:gd name="connsiteY213" fmla="*/ 1289535 h 1314790"/>
                <a:gd name="connsiteX214" fmla="*/ 485961 w 1211436"/>
                <a:gd name="connsiteY214" fmla="*/ 1286103 h 1314790"/>
                <a:gd name="connsiteX215" fmla="*/ 478617 w 1211436"/>
                <a:gd name="connsiteY215" fmla="*/ 1282329 h 1314790"/>
                <a:gd name="connsiteX216" fmla="*/ 470039 w 1211436"/>
                <a:gd name="connsiteY216" fmla="*/ 1277731 h 1314790"/>
                <a:gd name="connsiteX217" fmla="*/ 460431 w 1211436"/>
                <a:gd name="connsiteY217" fmla="*/ 1272446 h 1314790"/>
                <a:gd name="connsiteX218" fmla="*/ 450068 w 1211436"/>
                <a:gd name="connsiteY218" fmla="*/ 1266750 h 1314790"/>
                <a:gd name="connsiteX219" fmla="*/ 439019 w 1211436"/>
                <a:gd name="connsiteY219" fmla="*/ 1260368 h 1314790"/>
                <a:gd name="connsiteX220" fmla="*/ 427420 w 1211436"/>
                <a:gd name="connsiteY220" fmla="*/ 1253848 h 1314790"/>
                <a:gd name="connsiteX221" fmla="*/ 415548 w 1211436"/>
                <a:gd name="connsiteY221" fmla="*/ 1246916 h 1314790"/>
                <a:gd name="connsiteX222" fmla="*/ 403400 w 1211436"/>
                <a:gd name="connsiteY222" fmla="*/ 1239848 h 1314790"/>
                <a:gd name="connsiteX223" fmla="*/ 391322 w 1211436"/>
                <a:gd name="connsiteY223" fmla="*/ 1232710 h 1314790"/>
                <a:gd name="connsiteX224" fmla="*/ 379312 w 1211436"/>
                <a:gd name="connsiteY224" fmla="*/ 1225641 h 1314790"/>
                <a:gd name="connsiteX225" fmla="*/ 367645 w 1211436"/>
                <a:gd name="connsiteY225" fmla="*/ 1218710 h 1314790"/>
                <a:gd name="connsiteX226" fmla="*/ 356389 w 1211436"/>
                <a:gd name="connsiteY226" fmla="*/ 1212053 h 1314790"/>
                <a:gd name="connsiteX227" fmla="*/ 345752 w 1211436"/>
                <a:gd name="connsiteY227" fmla="*/ 1205739 h 1314790"/>
                <a:gd name="connsiteX228" fmla="*/ 336007 w 1211436"/>
                <a:gd name="connsiteY228" fmla="*/ 1199837 h 1314790"/>
                <a:gd name="connsiteX229" fmla="*/ 327085 w 1211436"/>
                <a:gd name="connsiteY229" fmla="*/ 1194553 h 1314790"/>
                <a:gd name="connsiteX230" fmla="*/ 319330 w 1211436"/>
                <a:gd name="connsiteY230" fmla="*/ 1189886 h 1314790"/>
                <a:gd name="connsiteX231" fmla="*/ 194014 w 1211436"/>
                <a:gd name="connsiteY231" fmla="*/ 1118581 h 1314790"/>
                <a:gd name="connsiteX232" fmla="*/ 190994 w 1211436"/>
                <a:gd name="connsiteY232" fmla="*/ 1117002 h 1314790"/>
                <a:gd name="connsiteX233" fmla="*/ 188386 w 1211436"/>
                <a:gd name="connsiteY233" fmla="*/ 1115630 h 1314790"/>
                <a:gd name="connsiteX234" fmla="*/ 185847 w 1211436"/>
                <a:gd name="connsiteY234" fmla="*/ 1114188 h 1314790"/>
                <a:gd name="connsiteX235" fmla="*/ 183376 w 1211436"/>
                <a:gd name="connsiteY235" fmla="*/ 1112816 h 1314790"/>
                <a:gd name="connsiteX236" fmla="*/ 180837 w 1211436"/>
                <a:gd name="connsiteY236" fmla="*/ 1111375 h 1314790"/>
                <a:gd name="connsiteX237" fmla="*/ 178298 w 1211436"/>
                <a:gd name="connsiteY237" fmla="*/ 1109933 h 1314790"/>
                <a:gd name="connsiteX238" fmla="*/ 175552 w 1211436"/>
                <a:gd name="connsiteY238" fmla="*/ 1108424 h 1314790"/>
                <a:gd name="connsiteX239" fmla="*/ 172601 w 1211436"/>
                <a:gd name="connsiteY239" fmla="*/ 1106776 h 1314790"/>
                <a:gd name="connsiteX240" fmla="*/ 111041 w 1211436"/>
                <a:gd name="connsiteY240" fmla="*/ 1069031 h 1314790"/>
                <a:gd name="connsiteX241" fmla="*/ 108228 w 1211436"/>
                <a:gd name="connsiteY241" fmla="*/ 1067109 h 1314790"/>
                <a:gd name="connsiteX242" fmla="*/ 105757 w 1211436"/>
                <a:gd name="connsiteY242" fmla="*/ 1065256 h 1314790"/>
                <a:gd name="connsiteX243" fmla="*/ 103561 w 1211436"/>
                <a:gd name="connsiteY243" fmla="*/ 1063472 h 1314790"/>
                <a:gd name="connsiteX244" fmla="*/ 101502 w 1211436"/>
                <a:gd name="connsiteY244" fmla="*/ 1061825 h 1314790"/>
                <a:gd name="connsiteX245" fmla="*/ 97933 w 1211436"/>
                <a:gd name="connsiteY245" fmla="*/ 1058874 h 1314790"/>
                <a:gd name="connsiteX246" fmla="*/ 94982 w 1211436"/>
                <a:gd name="connsiteY246" fmla="*/ 1056129 h 1314790"/>
                <a:gd name="connsiteX247" fmla="*/ 92237 w 1211436"/>
                <a:gd name="connsiteY247" fmla="*/ 1053589 h 1314790"/>
                <a:gd name="connsiteX248" fmla="*/ 89698 w 1211436"/>
                <a:gd name="connsiteY248" fmla="*/ 1051119 h 1314790"/>
                <a:gd name="connsiteX249" fmla="*/ 88394 w 1211436"/>
                <a:gd name="connsiteY249" fmla="*/ 1049952 h 1314790"/>
                <a:gd name="connsiteX250" fmla="*/ 87022 w 1211436"/>
                <a:gd name="connsiteY250" fmla="*/ 1048717 h 1314790"/>
                <a:gd name="connsiteX251" fmla="*/ 85580 w 1211436"/>
                <a:gd name="connsiteY251" fmla="*/ 1047481 h 1314790"/>
                <a:gd name="connsiteX252" fmla="*/ 84070 w 1211436"/>
                <a:gd name="connsiteY252" fmla="*/ 1046246 h 1314790"/>
                <a:gd name="connsiteX253" fmla="*/ 81874 w 1211436"/>
                <a:gd name="connsiteY253" fmla="*/ 1044599 h 1314790"/>
                <a:gd name="connsiteX254" fmla="*/ 79747 w 1211436"/>
                <a:gd name="connsiteY254" fmla="*/ 1042814 h 1314790"/>
                <a:gd name="connsiteX255" fmla="*/ 77619 w 1211436"/>
                <a:gd name="connsiteY255" fmla="*/ 1040824 h 1314790"/>
                <a:gd name="connsiteX256" fmla="*/ 75492 w 1211436"/>
                <a:gd name="connsiteY256" fmla="*/ 1038765 h 1314790"/>
                <a:gd name="connsiteX257" fmla="*/ 73296 w 1211436"/>
                <a:gd name="connsiteY257" fmla="*/ 1036569 h 1314790"/>
                <a:gd name="connsiteX258" fmla="*/ 71099 w 1211436"/>
                <a:gd name="connsiteY258" fmla="*/ 1034304 h 1314790"/>
                <a:gd name="connsiteX259" fmla="*/ 68903 w 1211436"/>
                <a:gd name="connsiteY259" fmla="*/ 1031834 h 1314790"/>
                <a:gd name="connsiteX260" fmla="*/ 66776 w 1211436"/>
                <a:gd name="connsiteY260" fmla="*/ 1029432 h 1314790"/>
                <a:gd name="connsiteX261" fmla="*/ 64580 w 1211436"/>
                <a:gd name="connsiteY261" fmla="*/ 1026824 h 1314790"/>
                <a:gd name="connsiteX262" fmla="*/ 62384 w 1211436"/>
                <a:gd name="connsiteY262" fmla="*/ 1024216 h 1314790"/>
                <a:gd name="connsiteX263" fmla="*/ 60256 w 1211436"/>
                <a:gd name="connsiteY263" fmla="*/ 1021540 h 1314790"/>
                <a:gd name="connsiteX264" fmla="*/ 58129 w 1211436"/>
                <a:gd name="connsiteY264" fmla="*/ 1018726 h 1314790"/>
                <a:gd name="connsiteX265" fmla="*/ 56001 w 1211436"/>
                <a:gd name="connsiteY265" fmla="*/ 1015912 h 1314790"/>
                <a:gd name="connsiteX266" fmla="*/ 53874 w 1211436"/>
                <a:gd name="connsiteY266" fmla="*/ 1013029 h 1314790"/>
                <a:gd name="connsiteX267" fmla="*/ 51815 w 1211436"/>
                <a:gd name="connsiteY267" fmla="*/ 1010147 h 1314790"/>
                <a:gd name="connsiteX268" fmla="*/ 49756 w 1211436"/>
                <a:gd name="connsiteY268" fmla="*/ 1007196 h 1314790"/>
                <a:gd name="connsiteX269" fmla="*/ 45707 w 1211436"/>
                <a:gd name="connsiteY269" fmla="*/ 1001226 h 1314790"/>
                <a:gd name="connsiteX270" fmla="*/ 41932 w 1211436"/>
                <a:gd name="connsiteY270" fmla="*/ 995186 h 1314790"/>
                <a:gd name="connsiteX271" fmla="*/ 38226 w 1211436"/>
                <a:gd name="connsiteY271" fmla="*/ 989284 h 1314790"/>
                <a:gd name="connsiteX272" fmla="*/ 34795 w 1211436"/>
                <a:gd name="connsiteY272" fmla="*/ 983382 h 1314790"/>
                <a:gd name="connsiteX273" fmla="*/ 31501 w 1211436"/>
                <a:gd name="connsiteY273" fmla="*/ 977686 h 1314790"/>
                <a:gd name="connsiteX274" fmla="*/ 28550 w 1211436"/>
                <a:gd name="connsiteY274" fmla="*/ 972127 h 1314790"/>
                <a:gd name="connsiteX275" fmla="*/ 25805 w 1211436"/>
                <a:gd name="connsiteY275" fmla="*/ 966842 h 1314790"/>
                <a:gd name="connsiteX276" fmla="*/ 23403 w 1211436"/>
                <a:gd name="connsiteY276" fmla="*/ 961901 h 1314790"/>
                <a:gd name="connsiteX277" fmla="*/ 22304 w 1211436"/>
                <a:gd name="connsiteY277" fmla="*/ 959499 h 1314790"/>
                <a:gd name="connsiteX278" fmla="*/ 21206 w 1211436"/>
                <a:gd name="connsiteY278" fmla="*/ 956823 h 1314790"/>
                <a:gd name="connsiteX279" fmla="*/ 20040 w 1211436"/>
                <a:gd name="connsiteY279" fmla="*/ 954215 h 1314790"/>
                <a:gd name="connsiteX280" fmla="*/ 19010 w 1211436"/>
                <a:gd name="connsiteY280" fmla="*/ 951401 h 1314790"/>
                <a:gd name="connsiteX281" fmla="*/ 17844 w 1211436"/>
                <a:gd name="connsiteY281" fmla="*/ 948519 h 1314790"/>
                <a:gd name="connsiteX282" fmla="*/ 16745 w 1211436"/>
                <a:gd name="connsiteY282" fmla="*/ 945567 h 1314790"/>
                <a:gd name="connsiteX283" fmla="*/ 15716 w 1211436"/>
                <a:gd name="connsiteY283" fmla="*/ 942548 h 1314790"/>
                <a:gd name="connsiteX284" fmla="*/ 14618 w 1211436"/>
                <a:gd name="connsiteY284" fmla="*/ 939528 h 1314790"/>
                <a:gd name="connsiteX285" fmla="*/ 12697 w 1211436"/>
                <a:gd name="connsiteY285" fmla="*/ 933077 h 1314790"/>
                <a:gd name="connsiteX286" fmla="*/ 10706 w 1211436"/>
                <a:gd name="connsiteY286" fmla="*/ 926489 h 1314790"/>
                <a:gd name="connsiteX287" fmla="*/ 9814 w 1211436"/>
                <a:gd name="connsiteY287" fmla="*/ 923057 h 1314790"/>
                <a:gd name="connsiteX288" fmla="*/ 8853 w 1211436"/>
                <a:gd name="connsiteY288" fmla="*/ 919694 h 1314790"/>
                <a:gd name="connsiteX289" fmla="*/ 7961 w 1211436"/>
                <a:gd name="connsiteY289" fmla="*/ 916194 h 1314790"/>
                <a:gd name="connsiteX290" fmla="*/ 7138 w 1211436"/>
                <a:gd name="connsiteY290" fmla="*/ 912694 h 1314790"/>
                <a:gd name="connsiteX291" fmla="*/ 6383 w 1211436"/>
                <a:gd name="connsiteY291" fmla="*/ 909194 h 1314790"/>
                <a:gd name="connsiteX292" fmla="*/ 5559 w 1211436"/>
                <a:gd name="connsiteY292" fmla="*/ 905557 h 1314790"/>
                <a:gd name="connsiteX293" fmla="*/ 4941 w 1211436"/>
                <a:gd name="connsiteY293" fmla="*/ 901920 h 1314790"/>
                <a:gd name="connsiteX294" fmla="*/ 4186 w 1211436"/>
                <a:gd name="connsiteY294" fmla="*/ 898351 h 1314790"/>
                <a:gd name="connsiteX295" fmla="*/ 3637 w 1211436"/>
                <a:gd name="connsiteY295" fmla="*/ 894714 h 1314790"/>
                <a:gd name="connsiteX296" fmla="*/ 2951 w 1211436"/>
                <a:gd name="connsiteY296" fmla="*/ 891076 h 1314790"/>
                <a:gd name="connsiteX297" fmla="*/ 2471 w 1211436"/>
                <a:gd name="connsiteY297" fmla="*/ 887370 h 1314790"/>
                <a:gd name="connsiteX298" fmla="*/ 1990 w 1211436"/>
                <a:gd name="connsiteY298" fmla="*/ 883802 h 1314790"/>
                <a:gd name="connsiteX299" fmla="*/ 1510 w 1211436"/>
                <a:gd name="connsiteY299" fmla="*/ 880164 h 1314790"/>
                <a:gd name="connsiteX300" fmla="*/ 1167 w 1211436"/>
                <a:gd name="connsiteY300" fmla="*/ 876458 h 1314790"/>
                <a:gd name="connsiteX301" fmla="*/ 824 w 1211436"/>
                <a:gd name="connsiteY301" fmla="*/ 872890 h 1314790"/>
                <a:gd name="connsiteX302" fmla="*/ 481 w 1211436"/>
                <a:gd name="connsiteY302" fmla="*/ 869252 h 1314790"/>
                <a:gd name="connsiteX303" fmla="*/ 343 w 1211436"/>
                <a:gd name="connsiteY303" fmla="*/ 865615 h 1314790"/>
                <a:gd name="connsiteX304" fmla="*/ 138 w 1211436"/>
                <a:gd name="connsiteY304" fmla="*/ 862115 h 1314790"/>
                <a:gd name="connsiteX305" fmla="*/ 0 w 1211436"/>
                <a:gd name="connsiteY305" fmla="*/ 858546 h 1314790"/>
                <a:gd name="connsiteX306" fmla="*/ 0 w 1211436"/>
                <a:gd name="connsiteY306" fmla="*/ 855046 h 1314790"/>
                <a:gd name="connsiteX307" fmla="*/ 0 w 1211436"/>
                <a:gd name="connsiteY307" fmla="*/ 459744 h 1314790"/>
                <a:gd name="connsiteX308" fmla="*/ 0 w 1211436"/>
                <a:gd name="connsiteY308" fmla="*/ 456244 h 1314790"/>
                <a:gd name="connsiteX309" fmla="*/ 138 w 1211436"/>
                <a:gd name="connsiteY309" fmla="*/ 452607 h 1314790"/>
                <a:gd name="connsiteX310" fmla="*/ 343 w 1211436"/>
                <a:gd name="connsiteY310" fmla="*/ 448970 h 1314790"/>
                <a:gd name="connsiteX311" fmla="*/ 481 w 1211436"/>
                <a:gd name="connsiteY311" fmla="*/ 445401 h 1314790"/>
                <a:gd name="connsiteX312" fmla="*/ 824 w 1211436"/>
                <a:gd name="connsiteY312" fmla="*/ 441695 h 1314790"/>
                <a:gd name="connsiteX313" fmla="*/ 1167 w 1211436"/>
                <a:gd name="connsiteY313" fmla="*/ 438058 h 1314790"/>
                <a:gd name="connsiteX314" fmla="*/ 1578 w 1211436"/>
                <a:gd name="connsiteY314" fmla="*/ 434352 h 1314790"/>
                <a:gd name="connsiteX315" fmla="*/ 1990 w 1211436"/>
                <a:gd name="connsiteY315" fmla="*/ 430646 h 1314790"/>
                <a:gd name="connsiteX316" fmla="*/ 2539 w 1211436"/>
                <a:gd name="connsiteY316" fmla="*/ 426871 h 1314790"/>
                <a:gd name="connsiteX317" fmla="*/ 3020 w 1211436"/>
                <a:gd name="connsiteY317" fmla="*/ 423165 h 1314790"/>
                <a:gd name="connsiteX318" fmla="*/ 3706 w 1211436"/>
                <a:gd name="connsiteY318" fmla="*/ 419528 h 1314790"/>
                <a:gd name="connsiteX319" fmla="*/ 4392 w 1211436"/>
                <a:gd name="connsiteY319" fmla="*/ 415822 h 1314790"/>
                <a:gd name="connsiteX320" fmla="*/ 5010 w 1211436"/>
                <a:gd name="connsiteY320" fmla="*/ 412185 h 1314790"/>
                <a:gd name="connsiteX321" fmla="*/ 5765 w 1211436"/>
                <a:gd name="connsiteY321" fmla="*/ 408479 h 1314790"/>
                <a:gd name="connsiteX322" fmla="*/ 6588 w 1211436"/>
                <a:gd name="connsiteY322" fmla="*/ 404842 h 1314790"/>
                <a:gd name="connsiteX323" fmla="*/ 7412 w 1211436"/>
                <a:gd name="connsiteY323" fmla="*/ 401273 h 1314790"/>
                <a:gd name="connsiteX324" fmla="*/ 8236 w 1211436"/>
                <a:gd name="connsiteY324" fmla="*/ 397704 h 1314790"/>
                <a:gd name="connsiteX325" fmla="*/ 9128 w 1211436"/>
                <a:gd name="connsiteY325" fmla="*/ 394204 h 1314790"/>
                <a:gd name="connsiteX326" fmla="*/ 10020 w 1211436"/>
                <a:gd name="connsiteY326" fmla="*/ 390635 h 1314790"/>
                <a:gd name="connsiteX327" fmla="*/ 11049 w 1211436"/>
                <a:gd name="connsiteY327" fmla="*/ 387204 h 1314790"/>
                <a:gd name="connsiteX328" fmla="*/ 12010 w 1211436"/>
                <a:gd name="connsiteY328" fmla="*/ 383841 h 1314790"/>
                <a:gd name="connsiteX329" fmla="*/ 12971 w 1211436"/>
                <a:gd name="connsiteY329" fmla="*/ 380547 h 1314790"/>
                <a:gd name="connsiteX330" fmla="*/ 14000 w 1211436"/>
                <a:gd name="connsiteY330" fmla="*/ 377253 h 1314790"/>
                <a:gd name="connsiteX331" fmla="*/ 15030 w 1211436"/>
                <a:gd name="connsiteY331" fmla="*/ 374027 h 1314790"/>
                <a:gd name="connsiteX332" fmla="*/ 16128 w 1211436"/>
                <a:gd name="connsiteY332" fmla="*/ 370939 h 1314790"/>
                <a:gd name="connsiteX333" fmla="*/ 17295 w 1211436"/>
                <a:gd name="connsiteY333" fmla="*/ 367919 h 1314790"/>
                <a:gd name="connsiteX334" fmla="*/ 18324 w 1211436"/>
                <a:gd name="connsiteY334" fmla="*/ 364968 h 1314790"/>
                <a:gd name="connsiteX335" fmla="*/ 19490 w 1211436"/>
                <a:gd name="connsiteY335" fmla="*/ 361948 h 1314790"/>
                <a:gd name="connsiteX336" fmla="*/ 20657 w 1211436"/>
                <a:gd name="connsiteY336" fmla="*/ 359272 h 1314790"/>
                <a:gd name="connsiteX337" fmla="*/ 21824 w 1211436"/>
                <a:gd name="connsiteY337" fmla="*/ 356527 h 1314790"/>
                <a:gd name="connsiteX338" fmla="*/ 22922 w 1211436"/>
                <a:gd name="connsiteY338" fmla="*/ 353919 h 1314790"/>
                <a:gd name="connsiteX339" fmla="*/ 24089 w 1211436"/>
                <a:gd name="connsiteY339" fmla="*/ 351448 h 1314790"/>
                <a:gd name="connsiteX340" fmla="*/ 26903 w 1211436"/>
                <a:gd name="connsiteY340" fmla="*/ 345889 h 1314790"/>
                <a:gd name="connsiteX341" fmla="*/ 29579 w 1211436"/>
                <a:gd name="connsiteY341" fmla="*/ 340262 h 1314790"/>
                <a:gd name="connsiteX342" fmla="*/ 32393 w 1211436"/>
                <a:gd name="connsiteY342" fmla="*/ 334840 h 1314790"/>
                <a:gd name="connsiteX343" fmla="*/ 35344 w 1211436"/>
                <a:gd name="connsiteY343" fmla="*/ 329418 h 1314790"/>
                <a:gd name="connsiteX344" fmla="*/ 36854 w 1211436"/>
                <a:gd name="connsiteY344" fmla="*/ 326810 h 1314790"/>
                <a:gd name="connsiteX345" fmla="*/ 38295 w 1211436"/>
                <a:gd name="connsiteY345" fmla="*/ 324202 h 1314790"/>
                <a:gd name="connsiteX346" fmla="*/ 39873 w 1211436"/>
                <a:gd name="connsiteY346" fmla="*/ 321663 h 1314790"/>
                <a:gd name="connsiteX347" fmla="*/ 41452 w 1211436"/>
                <a:gd name="connsiteY347" fmla="*/ 319055 h 1314790"/>
                <a:gd name="connsiteX348" fmla="*/ 43099 w 1211436"/>
                <a:gd name="connsiteY348" fmla="*/ 316516 h 1314790"/>
                <a:gd name="connsiteX349" fmla="*/ 44746 w 1211436"/>
                <a:gd name="connsiteY349" fmla="*/ 314045 h 1314790"/>
                <a:gd name="connsiteX350" fmla="*/ 46462 w 1211436"/>
                <a:gd name="connsiteY350" fmla="*/ 311575 h 1314790"/>
                <a:gd name="connsiteX351" fmla="*/ 48177 w 1211436"/>
                <a:gd name="connsiteY351" fmla="*/ 309310 h 1314790"/>
                <a:gd name="connsiteX352" fmla="*/ 50031 w 1211436"/>
                <a:gd name="connsiteY352" fmla="*/ 306839 h 1314790"/>
                <a:gd name="connsiteX353" fmla="*/ 51746 w 1211436"/>
                <a:gd name="connsiteY353" fmla="*/ 304437 h 1314790"/>
                <a:gd name="connsiteX354" fmla="*/ 53462 w 1211436"/>
                <a:gd name="connsiteY354" fmla="*/ 301967 h 1314790"/>
                <a:gd name="connsiteX355" fmla="*/ 55246 w 1211436"/>
                <a:gd name="connsiteY355" fmla="*/ 299633 h 1314790"/>
                <a:gd name="connsiteX356" fmla="*/ 56962 w 1211436"/>
                <a:gd name="connsiteY356" fmla="*/ 297231 h 1314790"/>
                <a:gd name="connsiteX357" fmla="*/ 58815 w 1211436"/>
                <a:gd name="connsiteY357" fmla="*/ 294898 h 1314790"/>
                <a:gd name="connsiteX358" fmla="*/ 60668 w 1211436"/>
                <a:gd name="connsiteY358" fmla="*/ 292702 h 1314790"/>
                <a:gd name="connsiteX359" fmla="*/ 62658 w 1211436"/>
                <a:gd name="connsiteY359" fmla="*/ 290574 h 1314790"/>
                <a:gd name="connsiteX360" fmla="*/ 67462 w 1211436"/>
                <a:gd name="connsiteY360" fmla="*/ 285358 h 1314790"/>
                <a:gd name="connsiteX361" fmla="*/ 70482 w 1211436"/>
                <a:gd name="connsiteY361" fmla="*/ 281927 h 1314790"/>
                <a:gd name="connsiteX362" fmla="*/ 72335 w 1211436"/>
                <a:gd name="connsiteY362" fmla="*/ 279525 h 1314790"/>
                <a:gd name="connsiteX363" fmla="*/ 73776 w 1211436"/>
                <a:gd name="connsiteY363" fmla="*/ 277947 h 1314790"/>
                <a:gd name="connsiteX364" fmla="*/ 74531 w 1211436"/>
                <a:gd name="connsiteY364" fmla="*/ 277123 h 1314790"/>
                <a:gd name="connsiteX365" fmla="*/ 75355 w 1211436"/>
                <a:gd name="connsiteY365" fmla="*/ 276368 h 1314790"/>
                <a:gd name="connsiteX366" fmla="*/ 76247 w 1211436"/>
                <a:gd name="connsiteY366" fmla="*/ 275339 h 1314790"/>
                <a:gd name="connsiteX367" fmla="*/ 77482 w 1211436"/>
                <a:gd name="connsiteY367" fmla="*/ 274309 h 1314790"/>
                <a:gd name="connsiteX368" fmla="*/ 80982 w 1211436"/>
                <a:gd name="connsiteY368" fmla="*/ 271290 h 1314790"/>
                <a:gd name="connsiteX369" fmla="*/ 86335 w 1211436"/>
                <a:gd name="connsiteY369" fmla="*/ 266760 h 1314790"/>
                <a:gd name="connsiteX370" fmla="*/ 87570 w 1211436"/>
                <a:gd name="connsiteY370" fmla="*/ 265593 h 1314790"/>
                <a:gd name="connsiteX371" fmla="*/ 88737 w 1211436"/>
                <a:gd name="connsiteY371" fmla="*/ 264633 h 1314790"/>
                <a:gd name="connsiteX372" fmla="*/ 89698 w 1211436"/>
                <a:gd name="connsiteY372" fmla="*/ 263603 h 1314790"/>
                <a:gd name="connsiteX373" fmla="*/ 90590 w 1211436"/>
                <a:gd name="connsiteY373" fmla="*/ 262642 h 1314790"/>
                <a:gd name="connsiteX374" fmla="*/ 92512 w 1211436"/>
                <a:gd name="connsiteY374" fmla="*/ 260652 h 1314790"/>
                <a:gd name="connsiteX375" fmla="*/ 94708 w 1211436"/>
                <a:gd name="connsiteY375" fmla="*/ 258525 h 1314790"/>
                <a:gd name="connsiteX376" fmla="*/ 123120 w 1211436"/>
                <a:gd name="connsiteY376" fmla="*/ 237181 h 1314790"/>
                <a:gd name="connsiteX377" fmla="*/ 129503 w 1211436"/>
                <a:gd name="connsiteY377" fmla="*/ 232995 h 1314790"/>
                <a:gd name="connsiteX378" fmla="*/ 136228 w 1211436"/>
                <a:gd name="connsiteY378" fmla="*/ 228877 h 1314790"/>
                <a:gd name="connsiteX379" fmla="*/ 143160 w 1211436"/>
                <a:gd name="connsiteY379" fmla="*/ 224691 h 1314790"/>
                <a:gd name="connsiteX380" fmla="*/ 150228 w 1211436"/>
                <a:gd name="connsiteY380" fmla="*/ 220504 h 1314790"/>
                <a:gd name="connsiteX381" fmla="*/ 157572 w 1211436"/>
                <a:gd name="connsiteY381" fmla="*/ 216387 h 1314790"/>
                <a:gd name="connsiteX382" fmla="*/ 164846 w 1211436"/>
                <a:gd name="connsiteY382" fmla="*/ 212269 h 1314790"/>
                <a:gd name="connsiteX383" fmla="*/ 172327 w 1211436"/>
                <a:gd name="connsiteY383" fmla="*/ 208151 h 1314790"/>
                <a:gd name="connsiteX384" fmla="*/ 179808 w 1211436"/>
                <a:gd name="connsiteY384" fmla="*/ 204034 h 1314790"/>
                <a:gd name="connsiteX385" fmla="*/ 187425 w 1211436"/>
                <a:gd name="connsiteY385" fmla="*/ 199916 h 1314790"/>
                <a:gd name="connsiteX386" fmla="*/ 194906 w 1211436"/>
                <a:gd name="connsiteY386" fmla="*/ 195798 h 1314790"/>
                <a:gd name="connsiteX387" fmla="*/ 202386 w 1211436"/>
                <a:gd name="connsiteY387" fmla="*/ 191818 h 1314790"/>
                <a:gd name="connsiteX388" fmla="*/ 209798 w 1211436"/>
                <a:gd name="connsiteY388" fmla="*/ 187768 h 1314790"/>
                <a:gd name="connsiteX389" fmla="*/ 217004 w 1211436"/>
                <a:gd name="connsiteY389" fmla="*/ 183720 h 1314790"/>
                <a:gd name="connsiteX390" fmla="*/ 224073 w 1211436"/>
                <a:gd name="connsiteY390" fmla="*/ 179739 h 1314790"/>
                <a:gd name="connsiteX391" fmla="*/ 231073 w 1211436"/>
                <a:gd name="connsiteY391" fmla="*/ 175690 h 1314790"/>
                <a:gd name="connsiteX392" fmla="*/ 237731 w 1211436"/>
                <a:gd name="connsiteY392" fmla="*/ 171778 h 1314790"/>
                <a:gd name="connsiteX393" fmla="*/ 243084 w 1211436"/>
                <a:gd name="connsiteY393" fmla="*/ 168552 h 1314790"/>
                <a:gd name="connsiteX394" fmla="*/ 248368 w 1211436"/>
                <a:gd name="connsiteY394" fmla="*/ 165601 h 1314790"/>
                <a:gd name="connsiteX395" fmla="*/ 253584 w 1211436"/>
                <a:gd name="connsiteY395" fmla="*/ 162650 h 1314790"/>
                <a:gd name="connsiteX396" fmla="*/ 258868 w 1211436"/>
                <a:gd name="connsiteY396" fmla="*/ 159631 h 1314790"/>
                <a:gd name="connsiteX397" fmla="*/ 264015 w 1211436"/>
                <a:gd name="connsiteY397" fmla="*/ 156817 h 1314790"/>
                <a:gd name="connsiteX398" fmla="*/ 269299 w 1211436"/>
                <a:gd name="connsiteY398" fmla="*/ 153797 h 1314790"/>
                <a:gd name="connsiteX399" fmla="*/ 274653 w 1211436"/>
                <a:gd name="connsiteY399" fmla="*/ 150846 h 1314790"/>
                <a:gd name="connsiteX400" fmla="*/ 280006 w 1211436"/>
                <a:gd name="connsiteY400" fmla="*/ 147689 h 1314790"/>
                <a:gd name="connsiteX401" fmla="*/ 289545 w 1211436"/>
                <a:gd name="connsiteY401" fmla="*/ 141925 h 1314790"/>
                <a:gd name="connsiteX402" fmla="*/ 300663 w 1211436"/>
                <a:gd name="connsiteY402" fmla="*/ 135267 h 1314790"/>
                <a:gd name="connsiteX403" fmla="*/ 313085 w 1211436"/>
                <a:gd name="connsiteY403" fmla="*/ 127924 h 1314790"/>
                <a:gd name="connsiteX404" fmla="*/ 326399 w 1211436"/>
                <a:gd name="connsiteY404" fmla="*/ 119963 h 1314790"/>
                <a:gd name="connsiteX405" fmla="*/ 340605 w 1211436"/>
                <a:gd name="connsiteY405" fmla="*/ 111590 h 1314790"/>
                <a:gd name="connsiteX406" fmla="*/ 355429 w 1211436"/>
                <a:gd name="connsiteY406" fmla="*/ 102875 h 1314790"/>
                <a:gd name="connsiteX407" fmla="*/ 370596 w 1211436"/>
                <a:gd name="connsiteY407" fmla="*/ 93953 h 1314790"/>
                <a:gd name="connsiteX408" fmla="*/ 385900 w 1211436"/>
                <a:gd name="connsiteY408" fmla="*/ 84963 h 1314790"/>
                <a:gd name="connsiteX409" fmla="*/ 401204 w 1211436"/>
                <a:gd name="connsiteY409" fmla="*/ 76109 h 1314790"/>
                <a:gd name="connsiteX410" fmla="*/ 416165 w 1211436"/>
                <a:gd name="connsiteY410" fmla="*/ 67462 h 1314790"/>
                <a:gd name="connsiteX411" fmla="*/ 430577 w 1211436"/>
                <a:gd name="connsiteY411" fmla="*/ 59158 h 1314790"/>
                <a:gd name="connsiteX412" fmla="*/ 444303 w 1211436"/>
                <a:gd name="connsiteY412" fmla="*/ 51334 h 1314790"/>
                <a:gd name="connsiteX413" fmla="*/ 457068 w 1211436"/>
                <a:gd name="connsiteY413" fmla="*/ 44197 h 1314790"/>
                <a:gd name="connsiteX414" fmla="*/ 468666 w 1211436"/>
                <a:gd name="connsiteY414" fmla="*/ 37883 h 1314790"/>
                <a:gd name="connsiteX415" fmla="*/ 473882 w 1211436"/>
                <a:gd name="connsiteY415" fmla="*/ 35001 h 1314790"/>
                <a:gd name="connsiteX416" fmla="*/ 478755 w 1211436"/>
                <a:gd name="connsiteY416" fmla="*/ 32393 h 1314790"/>
                <a:gd name="connsiteX417" fmla="*/ 483284 w 1211436"/>
                <a:gd name="connsiteY417" fmla="*/ 29991 h 1314790"/>
                <a:gd name="connsiteX418" fmla="*/ 487333 w 1211436"/>
                <a:gd name="connsiteY418" fmla="*/ 27932 h 1314790"/>
                <a:gd name="connsiteX419" fmla="*/ 494402 w 1211436"/>
                <a:gd name="connsiteY419" fmla="*/ 24501 h 1314790"/>
                <a:gd name="connsiteX420" fmla="*/ 501540 w 1211436"/>
                <a:gd name="connsiteY420" fmla="*/ 21275 h 1314790"/>
                <a:gd name="connsiteX421" fmla="*/ 508746 w 1211436"/>
                <a:gd name="connsiteY421" fmla="*/ 18324 h 1314790"/>
                <a:gd name="connsiteX422" fmla="*/ 516020 w 1211436"/>
                <a:gd name="connsiteY422" fmla="*/ 15648 h 1314790"/>
                <a:gd name="connsiteX423" fmla="*/ 523432 w 1211436"/>
                <a:gd name="connsiteY423" fmla="*/ 13040 h 1314790"/>
                <a:gd name="connsiteX424" fmla="*/ 530707 w 1211436"/>
                <a:gd name="connsiteY424" fmla="*/ 10775 h 1314790"/>
                <a:gd name="connsiteX425" fmla="*/ 538187 w 1211436"/>
                <a:gd name="connsiteY425" fmla="*/ 8716 h 1314790"/>
                <a:gd name="connsiteX426" fmla="*/ 545668 w 1211436"/>
                <a:gd name="connsiteY426" fmla="*/ 6794 h 1314790"/>
                <a:gd name="connsiteX427" fmla="*/ 553149 w 1211436"/>
                <a:gd name="connsiteY427" fmla="*/ 5147 h 1314790"/>
                <a:gd name="connsiteX428" fmla="*/ 560766 w 1211436"/>
                <a:gd name="connsiteY428" fmla="*/ 3775 h 1314790"/>
                <a:gd name="connsiteX429" fmla="*/ 568315 w 1211436"/>
                <a:gd name="connsiteY429" fmla="*/ 2608 h 1314790"/>
                <a:gd name="connsiteX430" fmla="*/ 575865 w 1211436"/>
                <a:gd name="connsiteY430" fmla="*/ 1647 h 1314790"/>
                <a:gd name="connsiteX431" fmla="*/ 583482 w 1211436"/>
                <a:gd name="connsiteY431" fmla="*/ 892 h 1314790"/>
                <a:gd name="connsiteX432" fmla="*/ 591169 w 1211436"/>
                <a:gd name="connsiteY432" fmla="*/ 412 h 1314790"/>
                <a:gd name="connsiteX433" fmla="*/ 598786 w 1211436"/>
                <a:gd name="connsiteY433" fmla="*/ 69 h 1314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</a:cxnLst>
              <a:rect l="l" t="t" r="r" b="b"/>
              <a:pathLst>
                <a:path w="1211436" h="1314790">
                  <a:moveTo>
                    <a:pt x="606473" y="0"/>
                  </a:moveTo>
                  <a:lnTo>
                    <a:pt x="614091" y="138"/>
                  </a:lnTo>
                  <a:lnTo>
                    <a:pt x="621777" y="481"/>
                  </a:lnTo>
                  <a:lnTo>
                    <a:pt x="629395" y="1098"/>
                  </a:lnTo>
                  <a:lnTo>
                    <a:pt x="636944" y="1922"/>
                  </a:lnTo>
                  <a:lnTo>
                    <a:pt x="644631" y="2951"/>
                  </a:lnTo>
                  <a:lnTo>
                    <a:pt x="652180" y="4186"/>
                  </a:lnTo>
                  <a:lnTo>
                    <a:pt x="659660" y="5696"/>
                  </a:lnTo>
                  <a:lnTo>
                    <a:pt x="667210" y="7344"/>
                  </a:lnTo>
                  <a:lnTo>
                    <a:pt x="674690" y="9196"/>
                  </a:lnTo>
                  <a:lnTo>
                    <a:pt x="682102" y="11324"/>
                  </a:lnTo>
                  <a:lnTo>
                    <a:pt x="689514" y="13726"/>
                  </a:lnTo>
                  <a:lnTo>
                    <a:pt x="696857" y="16265"/>
                  </a:lnTo>
                  <a:lnTo>
                    <a:pt x="704063" y="19079"/>
                  </a:lnTo>
                  <a:lnTo>
                    <a:pt x="711269" y="22030"/>
                  </a:lnTo>
                  <a:lnTo>
                    <a:pt x="718475" y="25256"/>
                  </a:lnTo>
                  <a:lnTo>
                    <a:pt x="725475" y="28687"/>
                  </a:lnTo>
                  <a:lnTo>
                    <a:pt x="974941" y="172533"/>
                  </a:lnTo>
                  <a:lnTo>
                    <a:pt x="977618" y="174111"/>
                  </a:lnTo>
                  <a:lnTo>
                    <a:pt x="980294" y="175621"/>
                  </a:lnTo>
                  <a:lnTo>
                    <a:pt x="982971" y="177200"/>
                  </a:lnTo>
                  <a:lnTo>
                    <a:pt x="985716" y="178641"/>
                  </a:lnTo>
                  <a:lnTo>
                    <a:pt x="988324" y="180151"/>
                  </a:lnTo>
                  <a:lnTo>
                    <a:pt x="991069" y="181523"/>
                  </a:lnTo>
                  <a:lnTo>
                    <a:pt x="993608" y="183033"/>
                  </a:lnTo>
                  <a:lnTo>
                    <a:pt x="996147" y="184406"/>
                  </a:lnTo>
                  <a:lnTo>
                    <a:pt x="1100395" y="245760"/>
                  </a:lnTo>
                  <a:lnTo>
                    <a:pt x="1103209" y="247681"/>
                  </a:lnTo>
                  <a:lnTo>
                    <a:pt x="1105679" y="249534"/>
                  </a:lnTo>
                  <a:lnTo>
                    <a:pt x="1107875" y="251319"/>
                  </a:lnTo>
                  <a:lnTo>
                    <a:pt x="1109934" y="252966"/>
                  </a:lnTo>
                  <a:lnTo>
                    <a:pt x="1113503" y="255917"/>
                  </a:lnTo>
                  <a:lnTo>
                    <a:pt x="1116454" y="258662"/>
                  </a:lnTo>
                  <a:lnTo>
                    <a:pt x="1119199" y="261201"/>
                  </a:lnTo>
                  <a:lnTo>
                    <a:pt x="1121738" y="263672"/>
                  </a:lnTo>
                  <a:lnTo>
                    <a:pt x="1123042" y="264838"/>
                  </a:lnTo>
                  <a:lnTo>
                    <a:pt x="1124415" y="266074"/>
                  </a:lnTo>
                  <a:lnTo>
                    <a:pt x="1125856" y="267309"/>
                  </a:lnTo>
                  <a:lnTo>
                    <a:pt x="1127366" y="268545"/>
                  </a:lnTo>
                  <a:lnTo>
                    <a:pt x="1129836" y="270260"/>
                  </a:lnTo>
                  <a:lnTo>
                    <a:pt x="1131483" y="271427"/>
                  </a:lnTo>
                  <a:lnTo>
                    <a:pt x="1132307" y="272113"/>
                  </a:lnTo>
                  <a:lnTo>
                    <a:pt x="1133131" y="272799"/>
                  </a:lnTo>
                  <a:lnTo>
                    <a:pt x="1134160" y="273692"/>
                  </a:lnTo>
                  <a:lnTo>
                    <a:pt x="1135395" y="275064"/>
                  </a:lnTo>
                  <a:lnTo>
                    <a:pt x="1139650" y="279800"/>
                  </a:lnTo>
                  <a:lnTo>
                    <a:pt x="1143837" y="284672"/>
                  </a:lnTo>
                  <a:lnTo>
                    <a:pt x="1147886" y="289476"/>
                  </a:lnTo>
                  <a:lnTo>
                    <a:pt x="1151866" y="294418"/>
                  </a:lnTo>
                  <a:lnTo>
                    <a:pt x="1155778" y="299427"/>
                  </a:lnTo>
                  <a:lnTo>
                    <a:pt x="1159553" y="304506"/>
                  </a:lnTo>
                  <a:lnTo>
                    <a:pt x="1163190" y="309653"/>
                  </a:lnTo>
                  <a:lnTo>
                    <a:pt x="1166690" y="314869"/>
                  </a:lnTo>
                  <a:lnTo>
                    <a:pt x="1170122" y="320153"/>
                  </a:lnTo>
                  <a:lnTo>
                    <a:pt x="1173416" y="325438"/>
                  </a:lnTo>
                  <a:lnTo>
                    <a:pt x="1176641" y="330860"/>
                  </a:lnTo>
                  <a:lnTo>
                    <a:pt x="1179661" y="336281"/>
                  </a:lnTo>
                  <a:lnTo>
                    <a:pt x="1182681" y="341840"/>
                  </a:lnTo>
                  <a:lnTo>
                    <a:pt x="1185426" y="347468"/>
                  </a:lnTo>
                  <a:lnTo>
                    <a:pt x="1188171" y="353095"/>
                  </a:lnTo>
                  <a:lnTo>
                    <a:pt x="1190710" y="358791"/>
                  </a:lnTo>
                  <a:lnTo>
                    <a:pt x="1193112" y="364625"/>
                  </a:lnTo>
                  <a:lnTo>
                    <a:pt x="1195377" y="370458"/>
                  </a:lnTo>
                  <a:lnTo>
                    <a:pt x="1197573" y="376360"/>
                  </a:lnTo>
                  <a:lnTo>
                    <a:pt x="1199495" y="382331"/>
                  </a:lnTo>
                  <a:lnTo>
                    <a:pt x="1201416" y="388439"/>
                  </a:lnTo>
                  <a:lnTo>
                    <a:pt x="1203063" y="394615"/>
                  </a:lnTo>
                  <a:lnTo>
                    <a:pt x="1204642" y="400792"/>
                  </a:lnTo>
                  <a:lnTo>
                    <a:pt x="1206014" y="407038"/>
                  </a:lnTo>
                  <a:lnTo>
                    <a:pt x="1207250" y="413420"/>
                  </a:lnTo>
                  <a:lnTo>
                    <a:pt x="1208416" y="419802"/>
                  </a:lnTo>
                  <a:lnTo>
                    <a:pt x="1209309" y="426322"/>
                  </a:lnTo>
                  <a:lnTo>
                    <a:pt x="1210063" y="432842"/>
                  </a:lnTo>
                  <a:lnTo>
                    <a:pt x="1210681" y="439499"/>
                  </a:lnTo>
                  <a:lnTo>
                    <a:pt x="1211093" y="446156"/>
                  </a:lnTo>
                  <a:lnTo>
                    <a:pt x="1211367" y="452950"/>
                  </a:lnTo>
                  <a:lnTo>
                    <a:pt x="1211436" y="459744"/>
                  </a:lnTo>
                  <a:lnTo>
                    <a:pt x="1211436" y="855046"/>
                  </a:lnTo>
                  <a:lnTo>
                    <a:pt x="1211367" y="860468"/>
                  </a:lnTo>
                  <a:lnTo>
                    <a:pt x="1211093" y="865958"/>
                  </a:lnTo>
                  <a:lnTo>
                    <a:pt x="1210750" y="871517"/>
                  </a:lnTo>
                  <a:lnTo>
                    <a:pt x="1210269" y="877145"/>
                  </a:lnTo>
                  <a:lnTo>
                    <a:pt x="1209652" y="882909"/>
                  </a:lnTo>
                  <a:lnTo>
                    <a:pt x="1208828" y="888537"/>
                  </a:lnTo>
                  <a:lnTo>
                    <a:pt x="1207867" y="894370"/>
                  </a:lnTo>
                  <a:lnTo>
                    <a:pt x="1206838" y="900135"/>
                  </a:lnTo>
                  <a:lnTo>
                    <a:pt x="1205603" y="905968"/>
                  </a:lnTo>
                  <a:lnTo>
                    <a:pt x="1204299" y="911802"/>
                  </a:lnTo>
                  <a:lnTo>
                    <a:pt x="1202857" y="917636"/>
                  </a:lnTo>
                  <a:lnTo>
                    <a:pt x="1201347" y="923469"/>
                  </a:lnTo>
                  <a:lnTo>
                    <a:pt x="1199563" y="929303"/>
                  </a:lnTo>
                  <a:lnTo>
                    <a:pt x="1197779" y="935067"/>
                  </a:lnTo>
                  <a:lnTo>
                    <a:pt x="1195926" y="940832"/>
                  </a:lnTo>
                  <a:lnTo>
                    <a:pt x="1193935" y="946460"/>
                  </a:lnTo>
                  <a:lnTo>
                    <a:pt x="1191808" y="952156"/>
                  </a:lnTo>
                  <a:lnTo>
                    <a:pt x="1189543" y="957715"/>
                  </a:lnTo>
                  <a:lnTo>
                    <a:pt x="1187210" y="963274"/>
                  </a:lnTo>
                  <a:lnTo>
                    <a:pt x="1184808" y="968695"/>
                  </a:lnTo>
                  <a:lnTo>
                    <a:pt x="1182269" y="973980"/>
                  </a:lnTo>
                  <a:lnTo>
                    <a:pt x="1179592" y="979264"/>
                  </a:lnTo>
                  <a:lnTo>
                    <a:pt x="1176916" y="984343"/>
                  </a:lnTo>
                  <a:lnTo>
                    <a:pt x="1174102" y="989353"/>
                  </a:lnTo>
                  <a:lnTo>
                    <a:pt x="1171219" y="994294"/>
                  </a:lnTo>
                  <a:lnTo>
                    <a:pt x="1168268" y="999098"/>
                  </a:lnTo>
                  <a:lnTo>
                    <a:pt x="1165112" y="1003696"/>
                  </a:lnTo>
                  <a:lnTo>
                    <a:pt x="1162023" y="1008088"/>
                  </a:lnTo>
                  <a:lnTo>
                    <a:pt x="1158798" y="1012412"/>
                  </a:lnTo>
                  <a:lnTo>
                    <a:pt x="1155572" y="1016530"/>
                  </a:lnTo>
                  <a:lnTo>
                    <a:pt x="1152210" y="1020441"/>
                  </a:lnTo>
                  <a:lnTo>
                    <a:pt x="1148778" y="1024216"/>
                  </a:lnTo>
                  <a:lnTo>
                    <a:pt x="1146582" y="1026412"/>
                  </a:lnTo>
                  <a:lnTo>
                    <a:pt x="1144660" y="1028334"/>
                  </a:lnTo>
                  <a:lnTo>
                    <a:pt x="1143699" y="1029295"/>
                  </a:lnTo>
                  <a:lnTo>
                    <a:pt x="1142739" y="1030324"/>
                  </a:lnTo>
                  <a:lnTo>
                    <a:pt x="1141778" y="1031354"/>
                  </a:lnTo>
                  <a:lnTo>
                    <a:pt x="1140748" y="1032657"/>
                  </a:lnTo>
                  <a:lnTo>
                    <a:pt x="1137042" y="1037255"/>
                  </a:lnTo>
                  <a:lnTo>
                    <a:pt x="1134641" y="1040138"/>
                  </a:lnTo>
                  <a:lnTo>
                    <a:pt x="1133748" y="1041099"/>
                  </a:lnTo>
                  <a:lnTo>
                    <a:pt x="1133062" y="1041716"/>
                  </a:lnTo>
                  <a:lnTo>
                    <a:pt x="1132513" y="1042197"/>
                  </a:lnTo>
                  <a:lnTo>
                    <a:pt x="1132033" y="1042540"/>
                  </a:lnTo>
                  <a:lnTo>
                    <a:pt x="1131072" y="1043089"/>
                  </a:lnTo>
                  <a:lnTo>
                    <a:pt x="1129836" y="1043844"/>
                  </a:lnTo>
                  <a:lnTo>
                    <a:pt x="1129013" y="1044530"/>
                  </a:lnTo>
                  <a:lnTo>
                    <a:pt x="1127984" y="1045354"/>
                  </a:lnTo>
                  <a:lnTo>
                    <a:pt x="1126542" y="1046520"/>
                  </a:lnTo>
                  <a:lnTo>
                    <a:pt x="1124895" y="1047962"/>
                  </a:lnTo>
                  <a:lnTo>
                    <a:pt x="1121807" y="1050844"/>
                  </a:lnTo>
                  <a:lnTo>
                    <a:pt x="1118650" y="1053658"/>
                  </a:lnTo>
                  <a:lnTo>
                    <a:pt x="1115562" y="1056334"/>
                  </a:lnTo>
                  <a:lnTo>
                    <a:pt x="1112336" y="1059079"/>
                  </a:lnTo>
                  <a:lnTo>
                    <a:pt x="1109110" y="1061687"/>
                  </a:lnTo>
                  <a:lnTo>
                    <a:pt x="1105954" y="1064227"/>
                  </a:lnTo>
                  <a:lnTo>
                    <a:pt x="1102728" y="1066766"/>
                  </a:lnTo>
                  <a:lnTo>
                    <a:pt x="1099434" y="1069236"/>
                  </a:lnTo>
                  <a:lnTo>
                    <a:pt x="1096140" y="1071638"/>
                  </a:lnTo>
                  <a:lnTo>
                    <a:pt x="1092845" y="1074041"/>
                  </a:lnTo>
                  <a:lnTo>
                    <a:pt x="1089551" y="1076374"/>
                  </a:lnTo>
                  <a:lnTo>
                    <a:pt x="1086257" y="1078707"/>
                  </a:lnTo>
                  <a:lnTo>
                    <a:pt x="1079531" y="1083237"/>
                  </a:lnTo>
                  <a:lnTo>
                    <a:pt x="1072737" y="1087560"/>
                  </a:lnTo>
                  <a:lnTo>
                    <a:pt x="1065806" y="1091884"/>
                  </a:lnTo>
                  <a:lnTo>
                    <a:pt x="1058805" y="1095933"/>
                  </a:lnTo>
                  <a:lnTo>
                    <a:pt x="1051737" y="1100051"/>
                  </a:lnTo>
                  <a:lnTo>
                    <a:pt x="1044531" y="1104100"/>
                  </a:lnTo>
                  <a:lnTo>
                    <a:pt x="1037187" y="1108012"/>
                  </a:lnTo>
                  <a:lnTo>
                    <a:pt x="1029775" y="1111992"/>
                  </a:lnTo>
                  <a:lnTo>
                    <a:pt x="1022295" y="1115904"/>
                  </a:lnTo>
                  <a:lnTo>
                    <a:pt x="1014677" y="1119884"/>
                  </a:lnTo>
                  <a:lnTo>
                    <a:pt x="889567" y="1191464"/>
                  </a:lnTo>
                  <a:lnTo>
                    <a:pt x="884351" y="1194553"/>
                  </a:lnTo>
                  <a:lnTo>
                    <a:pt x="879067" y="1197641"/>
                  </a:lnTo>
                  <a:lnTo>
                    <a:pt x="873851" y="1200661"/>
                  </a:lnTo>
                  <a:lnTo>
                    <a:pt x="868704" y="1203612"/>
                  </a:lnTo>
                  <a:lnTo>
                    <a:pt x="863488" y="1206563"/>
                  </a:lnTo>
                  <a:lnTo>
                    <a:pt x="858409" y="1209514"/>
                  </a:lnTo>
                  <a:lnTo>
                    <a:pt x="853331" y="1212465"/>
                  </a:lnTo>
                  <a:lnTo>
                    <a:pt x="848252" y="1215416"/>
                  </a:lnTo>
                  <a:lnTo>
                    <a:pt x="843105" y="1218367"/>
                  </a:lnTo>
                  <a:lnTo>
                    <a:pt x="838027" y="1221387"/>
                  </a:lnTo>
                  <a:lnTo>
                    <a:pt x="832948" y="1224338"/>
                  </a:lnTo>
                  <a:lnTo>
                    <a:pt x="827801" y="1227289"/>
                  </a:lnTo>
                  <a:lnTo>
                    <a:pt x="822723" y="1230308"/>
                  </a:lnTo>
                  <a:lnTo>
                    <a:pt x="817575" y="1233328"/>
                  </a:lnTo>
                  <a:lnTo>
                    <a:pt x="812428" y="1236416"/>
                  </a:lnTo>
                  <a:lnTo>
                    <a:pt x="807281" y="1239505"/>
                  </a:lnTo>
                  <a:lnTo>
                    <a:pt x="801996" y="1242730"/>
                  </a:lnTo>
                  <a:lnTo>
                    <a:pt x="796849" y="1245818"/>
                  </a:lnTo>
                  <a:lnTo>
                    <a:pt x="791702" y="1248907"/>
                  </a:lnTo>
                  <a:lnTo>
                    <a:pt x="786624" y="1251927"/>
                  </a:lnTo>
                  <a:lnTo>
                    <a:pt x="781614" y="1254946"/>
                  </a:lnTo>
                  <a:lnTo>
                    <a:pt x="776604" y="1257897"/>
                  </a:lnTo>
                  <a:lnTo>
                    <a:pt x="771594" y="1260917"/>
                  </a:lnTo>
                  <a:lnTo>
                    <a:pt x="766447" y="1263868"/>
                  </a:lnTo>
                  <a:lnTo>
                    <a:pt x="761437" y="1266750"/>
                  </a:lnTo>
                  <a:lnTo>
                    <a:pt x="756358" y="1269564"/>
                  </a:lnTo>
                  <a:lnTo>
                    <a:pt x="751211" y="1272584"/>
                  </a:lnTo>
                  <a:lnTo>
                    <a:pt x="745927" y="1275329"/>
                  </a:lnTo>
                  <a:lnTo>
                    <a:pt x="740642" y="1278211"/>
                  </a:lnTo>
                  <a:lnTo>
                    <a:pt x="735221" y="1281093"/>
                  </a:lnTo>
                  <a:lnTo>
                    <a:pt x="729730" y="1283976"/>
                  </a:lnTo>
                  <a:lnTo>
                    <a:pt x="724103" y="1286859"/>
                  </a:lnTo>
                  <a:lnTo>
                    <a:pt x="717034" y="1290290"/>
                  </a:lnTo>
                  <a:lnTo>
                    <a:pt x="709897" y="1293515"/>
                  </a:lnTo>
                  <a:lnTo>
                    <a:pt x="702691" y="1296466"/>
                  </a:lnTo>
                  <a:lnTo>
                    <a:pt x="695416" y="1299143"/>
                  </a:lnTo>
                  <a:lnTo>
                    <a:pt x="688004" y="1301751"/>
                  </a:lnTo>
                  <a:lnTo>
                    <a:pt x="680729" y="1304016"/>
                  </a:lnTo>
                  <a:lnTo>
                    <a:pt x="673249" y="1306074"/>
                  </a:lnTo>
                  <a:lnTo>
                    <a:pt x="665768" y="1307996"/>
                  </a:lnTo>
                  <a:lnTo>
                    <a:pt x="658288" y="1309643"/>
                  </a:lnTo>
                  <a:lnTo>
                    <a:pt x="650670" y="1311016"/>
                  </a:lnTo>
                  <a:lnTo>
                    <a:pt x="643121" y="1312183"/>
                  </a:lnTo>
                  <a:lnTo>
                    <a:pt x="635572" y="1313143"/>
                  </a:lnTo>
                  <a:lnTo>
                    <a:pt x="627954" y="1313898"/>
                  </a:lnTo>
                  <a:lnTo>
                    <a:pt x="620267" y="1314379"/>
                  </a:lnTo>
                  <a:lnTo>
                    <a:pt x="612650" y="1314722"/>
                  </a:lnTo>
                  <a:lnTo>
                    <a:pt x="604963" y="1314790"/>
                  </a:lnTo>
                  <a:lnTo>
                    <a:pt x="597345" y="1314653"/>
                  </a:lnTo>
                  <a:lnTo>
                    <a:pt x="589659" y="1314310"/>
                  </a:lnTo>
                  <a:lnTo>
                    <a:pt x="582041" y="1313692"/>
                  </a:lnTo>
                  <a:lnTo>
                    <a:pt x="574492" y="1312869"/>
                  </a:lnTo>
                  <a:lnTo>
                    <a:pt x="566805" y="1311839"/>
                  </a:lnTo>
                  <a:lnTo>
                    <a:pt x="559256" y="1310604"/>
                  </a:lnTo>
                  <a:lnTo>
                    <a:pt x="551776" y="1309094"/>
                  </a:lnTo>
                  <a:lnTo>
                    <a:pt x="544227" y="1307447"/>
                  </a:lnTo>
                  <a:lnTo>
                    <a:pt x="536746" y="1305594"/>
                  </a:lnTo>
                  <a:lnTo>
                    <a:pt x="529334" y="1303466"/>
                  </a:lnTo>
                  <a:lnTo>
                    <a:pt x="521922" y="1301065"/>
                  </a:lnTo>
                  <a:lnTo>
                    <a:pt x="514579" y="1298525"/>
                  </a:lnTo>
                  <a:lnTo>
                    <a:pt x="507373" y="1295711"/>
                  </a:lnTo>
                  <a:lnTo>
                    <a:pt x="500167" y="1292760"/>
                  </a:lnTo>
                  <a:lnTo>
                    <a:pt x="492961" y="1289535"/>
                  </a:lnTo>
                  <a:lnTo>
                    <a:pt x="485961" y="1286103"/>
                  </a:lnTo>
                  <a:lnTo>
                    <a:pt x="478617" y="1282329"/>
                  </a:lnTo>
                  <a:lnTo>
                    <a:pt x="470039" y="1277731"/>
                  </a:lnTo>
                  <a:lnTo>
                    <a:pt x="460431" y="1272446"/>
                  </a:lnTo>
                  <a:lnTo>
                    <a:pt x="450068" y="1266750"/>
                  </a:lnTo>
                  <a:lnTo>
                    <a:pt x="439019" y="1260368"/>
                  </a:lnTo>
                  <a:lnTo>
                    <a:pt x="427420" y="1253848"/>
                  </a:lnTo>
                  <a:lnTo>
                    <a:pt x="415548" y="1246916"/>
                  </a:lnTo>
                  <a:lnTo>
                    <a:pt x="403400" y="1239848"/>
                  </a:lnTo>
                  <a:lnTo>
                    <a:pt x="391322" y="1232710"/>
                  </a:lnTo>
                  <a:lnTo>
                    <a:pt x="379312" y="1225641"/>
                  </a:lnTo>
                  <a:lnTo>
                    <a:pt x="367645" y="1218710"/>
                  </a:lnTo>
                  <a:lnTo>
                    <a:pt x="356389" y="1212053"/>
                  </a:lnTo>
                  <a:lnTo>
                    <a:pt x="345752" y="1205739"/>
                  </a:lnTo>
                  <a:lnTo>
                    <a:pt x="336007" y="1199837"/>
                  </a:lnTo>
                  <a:lnTo>
                    <a:pt x="327085" y="1194553"/>
                  </a:lnTo>
                  <a:lnTo>
                    <a:pt x="319330" y="1189886"/>
                  </a:lnTo>
                  <a:lnTo>
                    <a:pt x="194014" y="1118581"/>
                  </a:lnTo>
                  <a:lnTo>
                    <a:pt x="190994" y="1117002"/>
                  </a:lnTo>
                  <a:lnTo>
                    <a:pt x="188386" y="1115630"/>
                  </a:lnTo>
                  <a:lnTo>
                    <a:pt x="185847" y="1114188"/>
                  </a:lnTo>
                  <a:lnTo>
                    <a:pt x="183376" y="1112816"/>
                  </a:lnTo>
                  <a:lnTo>
                    <a:pt x="180837" y="1111375"/>
                  </a:lnTo>
                  <a:lnTo>
                    <a:pt x="178298" y="1109933"/>
                  </a:lnTo>
                  <a:lnTo>
                    <a:pt x="175552" y="1108424"/>
                  </a:lnTo>
                  <a:lnTo>
                    <a:pt x="172601" y="1106776"/>
                  </a:lnTo>
                  <a:lnTo>
                    <a:pt x="111041" y="1069031"/>
                  </a:lnTo>
                  <a:lnTo>
                    <a:pt x="108228" y="1067109"/>
                  </a:lnTo>
                  <a:lnTo>
                    <a:pt x="105757" y="1065256"/>
                  </a:lnTo>
                  <a:lnTo>
                    <a:pt x="103561" y="1063472"/>
                  </a:lnTo>
                  <a:lnTo>
                    <a:pt x="101502" y="1061825"/>
                  </a:lnTo>
                  <a:lnTo>
                    <a:pt x="97933" y="1058874"/>
                  </a:lnTo>
                  <a:lnTo>
                    <a:pt x="94982" y="1056129"/>
                  </a:lnTo>
                  <a:lnTo>
                    <a:pt x="92237" y="1053589"/>
                  </a:lnTo>
                  <a:lnTo>
                    <a:pt x="89698" y="1051119"/>
                  </a:lnTo>
                  <a:lnTo>
                    <a:pt x="88394" y="1049952"/>
                  </a:lnTo>
                  <a:lnTo>
                    <a:pt x="87022" y="1048717"/>
                  </a:lnTo>
                  <a:lnTo>
                    <a:pt x="85580" y="1047481"/>
                  </a:lnTo>
                  <a:lnTo>
                    <a:pt x="84070" y="1046246"/>
                  </a:lnTo>
                  <a:lnTo>
                    <a:pt x="81874" y="1044599"/>
                  </a:lnTo>
                  <a:lnTo>
                    <a:pt x="79747" y="1042814"/>
                  </a:lnTo>
                  <a:lnTo>
                    <a:pt x="77619" y="1040824"/>
                  </a:lnTo>
                  <a:lnTo>
                    <a:pt x="75492" y="1038765"/>
                  </a:lnTo>
                  <a:lnTo>
                    <a:pt x="73296" y="1036569"/>
                  </a:lnTo>
                  <a:lnTo>
                    <a:pt x="71099" y="1034304"/>
                  </a:lnTo>
                  <a:lnTo>
                    <a:pt x="68903" y="1031834"/>
                  </a:lnTo>
                  <a:lnTo>
                    <a:pt x="66776" y="1029432"/>
                  </a:lnTo>
                  <a:lnTo>
                    <a:pt x="64580" y="1026824"/>
                  </a:lnTo>
                  <a:lnTo>
                    <a:pt x="62384" y="1024216"/>
                  </a:lnTo>
                  <a:lnTo>
                    <a:pt x="60256" y="1021540"/>
                  </a:lnTo>
                  <a:lnTo>
                    <a:pt x="58129" y="1018726"/>
                  </a:lnTo>
                  <a:lnTo>
                    <a:pt x="56001" y="1015912"/>
                  </a:lnTo>
                  <a:lnTo>
                    <a:pt x="53874" y="1013029"/>
                  </a:lnTo>
                  <a:lnTo>
                    <a:pt x="51815" y="1010147"/>
                  </a:lnTo>
                  <a:lnTo>
                    <a:pt x="49756" y="1007196"/>
                  </a:lnTo>
                  <a:lnTo>
                    <a:pt x="45707" y="1001226"/>
                  </a:lnTo>
                  <a:lnTo>
                    <a:pt x="41932" y="995186"/>
                  </a:lnTo>
                  <a:lnTo>
                    <a:pt x="38226" y="989284"/>
                  </a:lnTo>
                  <a:lnTo>
                    <a:pt x="34795" y="983382"/>
                  </a:lnTo>
                  <a:lnTo>
                    <a:pt x="31501" y="977686"/>
                  </a:lnTo>
                  <a:lnTo>
                    <a:pt x="28550" y="972127"/>
                  </a:lnTo>
                  <a:lnTo>
                    <a:pt x="25805" y="966842"/>
                  </a:lnTo>
                  <a:lnTo>
                    <a:pt x="23403" y="961901"/>
                  </a:lnTo>
                  <a:lnTo>
                    <a:pt x="22304" y="959499"/>
                  </a:lnTo>
                  <a:lnTo>
                    <a:pt x="21206" y="956823"/>
                  </a:lnTo>
                  <a:lnTo>
                    <a:pt x="20040" y="954215"/>
                  </a:lnTo>
                  <a:lnTo>
                    <a:pt x="19010" y="951401"/>
                  </a:lnTo>
                  <a:lnTo>
                    <a:pt x="17844" y="948519"/>
                  </a:lnTo>
                  <a:lnTo>
                    <a:pt x="16745" y="945567"/>
                  </a:lnTo>
                  <a:lnTo>
                    <a:pt x="15716" y="942548"/>
                  </a:lnTo>
                  <a:lnTo>
                    <a:pt x="14618" y="939528"/>
                  </a:lnTo>
                  <a:lnTo>
                    <a:pt x="12697" y="933077"/>
                  </a:lnTo>
                  <a:lnTo>
                    <a:pt x="10706" y="926489"/>
                  </a:lnTo>
                  <a:lnTo>
                    <a:pt x="9814" y="923057"/>
                  </a:lnTo>
                  <a:lnTo>
                    <a:pt x="8853" y="919694"/>
                  </a:lnTo>
                  <a:lnTo>
                    <a:pt x="7961" y="916194"/>
                  </a:lnTo>
                  <a:lnTo>
                    <a:pt x="7138" y="912694"/>
                  </a:lnTo>
                  <a:lnTo>
                    <a:pt x="6383" y="909194"/>
                  </a:lnTo>
                  <a:lnTo>
                    <a:pt x="5559" y="905557"/>
                  </a:lnTo>
                  <a:lnTo>
                    <a:pt x="4941" y="901920"/>
                  </a:lnTo>
                  <a:lnTo>
                    <a:pt x="4186" y="898351"/>
                  </a:lnTo>
                  <a:lnTo>
                    <a:pt x="3637" y="894714"/>
                  </a:lnTo>
                  <a:lnTo>
                    <a:pt x="2951" y="891076"/>
                  </a:lnTo>
                  <a:lnTo>
                    <a:pt x="2471" y="887370"/>
                  </a:lnTo>
                  <a:lnTo>
                    <a:pt x="1990" y="883802"/>
                  </a:lnTo>
                  <a:lnTo>
                    <a:pt x="1510" y="880164"/>
                  </a:lnTo>
                  <a:lnTo>
                    <a:pt x="1167" y="876458"/>
                  </a:lnTo>
                  <a:lnTo>
                    <a:pt x="824" y="872890"/>
                  </a:lnTo>
                  <a:lnTo>
                    <a:pt x="481" y="869252"/>
                  </a:lnTo>
                  <a:lnTo>
                    <a:pt x="343" y="865615"/>
                  </a:lnTo>
                  <a:lnTo>
                    <a:pt x="138" y="862115"/>
                  </a:lnTo>
                  <a:lnTo>
                    <a:pt x="0" y="858546"/>
                  </a:lnTo>
                  <a:lnTo>
                    <a:pt x="0" y="855046"/>
                  </a:lnTo>
                  <a:lnTo>
                    <a:pt x="0" y="459744"/>
                  </a:lnTo>
                  <a:lnTo>
                    <a:pt x="0" y="456244"/>
                  </a:lnTo>
                  <a:lnTo>
                    <a:pt x="138" y="452607"/>
                  </a:lnTo>
                  <a:lnTo>
                    <a:pt x="343" y="448970"/>
                  </a:lnTo>
                  <a:lnTo>
                    <a:pt x="481" y="445401"/>
                  </a:lnTo>
                  <a:lnTo>
                    <a:pt x="824" y="441695"/>
                  </a:lnTo>
                  <a:lnTo>
                    <a:pt x="1167" y="438058"/>
                  </a:lnTo>
                  <a:lnTo>
                    <a:pt x="1578" y="434352"/>
                  </a:lnTo>
                  <a:lnTo>
                    <a:pt x="1990" y="430646"/>
                  </a:lnTo>
                  <a:lnTo>
                    <a:pt x="2539" y="426871"/>
                  </a:lnTo>
                  <a:lnTo>
                    <a:pt x="3020" y="423165"/>
                  </a:lnTo>
                  <a:lnTo>
                    <a:pt x="3706" y="419528"/>
                  </a:lnTo>
                  <a:lnTo>
                    <a:pt x="4392" y="415822"/>
                  </a:lnTo>
                  <a:lnTo>
                    <a:pt x="5010" y="412185"/>
                  </a:lnTo>
                  <a:lnTo>
                    <a:pt x="5765" y="408479"/>
                  </a:lnTo>
                  <a:lnTo>
                    <a:pt x="6588" y="404842"/>
                  </a:lnTo>
                  <a:lnTo>
                    <a:pt x="7412" y="401273"/>
                  </a:lnTo>
                  <a:lnTo>
                    <a:pt x="8236" y="397704"/>
                  </a:lnTo>
                  <a:lnTo>
                    <a:pt x="9128" y="394204"/>
                  </a:lnTo>
                  <a:lnTo>
                    <a:pt x="10020" y="390635"/>
                  </a:lnTo>
                  <a:lnTo>
                    <a:pt x="11049" y="387204"/>
                  </a:lnTo>
                  <a:lnTo>
                    <a:pt x="12010" y="383841"/>
                  </a:lnTo>
                  <a:lnTo>
                    <a:pt x="12971" y="380547"/>
                  </a:lnTo>
                  <a:lnTo>
                    <a:pt x="14000" y="377253"/>
                  </a:lnTo>
                  <a:lnTo>
                    <a:pt x="15030" y="374027"/>
                  </a:lnTo>
                  <a:lnTo>
                    <a:pt x="16128" y="370939"/>
                  </a:lnTo>
                  <a:lnTo>
                    <a:pt x="17295" y="367919"/>
                  </a:lnTo>
                  <a:lnTo>
                    <a:pt x="18324" y="364968"/>
                  </a:lnTo>
                  <a:lnTo>
                    <a:pt x="19490" y="361948"/>
                  </a:lnTo>
                  <a:lnTo>
                    <a:pt x="20657" y="359272"/>
                  </a:lnTo>
                  <a:lnTo>
                    <a:pt x="21824" y="356527"/>
                  </a:lnTo>
                  <a:lnTo>
                    <a:pt x="22922" y="353919"/>
                  </a:lnTo>
                  <a:lnTo>
                    <a:pt x="24089" y="351448"/>
                  </a:lnTo>
                  <a:lnTo>
                    <a:pt x="26903" y="345889"/>
                  </a:lnTo>
                  <a:lnTo>
                    <a:pt x="29579" y="340262"/>
                  </a:lnTo>
                  <a:lnTo>
                    <a:pt x="32393" y="334840"/>
                  </a:lnTo>
                  <a:lnTo>
                    <a:pt x="35344" y="329418"/>
                  </a:lnTo>
                  <a:lnTo>
                    <a:pt x="36854" y="326810"/>
                  </a:lnTo>
                  <a:lnTo>
                    <a:pt x="38295" y="324202"/>
                  </a:lnTo>
                  <a:lnTo>
                    <a:pt x="39873" y="321663"/>
                  </a:lnTo>
                  <a:lnTo>
                    <a:pt x="41452" y="319055"/>
                  </a:lnTo>
                  <a:lnTo>
                    <a:pt x="43099" y="316516"/>
                  </a:lnTo>
                  <a:lnTo>
                    <a:pt x="44746" y="314045"/>
                  </a:lnTo>
                  <a:lnTo>
                    <a:pt x="46462" y="311575"/>
                  </a:lnTo>
                  <a:lnTo>
                    <a:pt x="48177" y="309310"/>
                  </a:lnTo>
                  <a:lnTo>
                    <a:pt x="50031" y="306839"/>
                  </a:lnTo>
                  <a:lnTo>
                    <a:pt x="51746" y="304437"/>
                  </a:lnTo>
                  <a:lnTo>
                    <a:pt x="53462" y="301967"/>
                  </a:lnTo>
                  <a:lnTo>
                    <a:pt x="55246" y="299633"/>
                  </a:lnTo>
                  <a:lnTo>
                    <a:pt x="56962" y="297231"/>
                  </a:lnTo>
                  <a:lnTo>
                    <a:pt x="58815" y="294898"/>
                  </a:lnTo>
                  <a:lnTo>
                    <a:pt x="60668" y="292702"/>
                  </a:lnTo>
                  <a:lnTo>
                    <a:pt x="62658" y="290574"/>
                  </a:lnTo>
                  <a:lnTo>
                    <a:pt x="67462" y="285358"/>
                  </a:lnTo>
                  <a:lnTo>
                    <a:pt x="70482" y="281927"/>
                  </a:lnTo>
                  <a:lnTo>
                    <a:pt x="72335" y="279525"/>
                  </a:lnTo>
                  <a:lnTo>
                    <a:pt x="73776" y="277947"/>
                  </a:lnTo>
                  <a:lnTo>
                    <a:pt x="74531" y="277123"/>
                  </a:lnTo>
                  <a:lnTo>
                    <a:pt x="75355" y="276368"/>
                  </a:lnTo>
                  <a:lnTo>
                    <a:pt x="76247" y="275339"/>
                  </a:lnTo>
                  <a:lnTo>
                    <a:pt x="77482" y="274309"/>
                  </a:lnTo>
                  <a:lnTo>
                    <a:pt x="80982" y="271290"/>
                  </a:lnTo>
                  <a:lnTo>
                    <a:pt x="86335" y="266760"/>
                  </a:lnTo>
                  <a:lnTo>
                    <a:pt x="87570" y="265593"/>
                  </a:lnTo>
                  <a:lnTo>
                    <a:pt x="88737" y="264633"/>
                  </a:lnTo>
                  <a:lnTo>
                    <a:pt x="89698" y="263603"/>
                  </a:lnTo>
                  <a:lnTo>
                    <a:pt x="90590" y="262642"/>
                  </a:lnTo>
                  <a:lnTo>
                    <a:pt x="92512" y="260652"/>
                  </a:lnTo>
                  <a:lnTo>
                    <a:pt x="94708" y="258525"/>
                  </a:lnTo>
                  <a:lnTo>
                    <a:pt x="123120" y="237181"/>
                  </a:lnTo>
                  <a:lnTo>
                    <a:pt x="129503" y="232995"/>
                  </a:lnTo>
                  <a:lnTo>
                    <a:pt x="136228" y="228877"/>
                  </a:lnTo>
                  <a:lnTo>
                    <a:pt x="143160" y="224691"/>
                  </a:lnTo>
                  <a:lnTo>
                    <a:pt x="150228" y="220504"/>
                  </a:lnTo>
                  <a:lnTo>
                    <a:pt x="157572" y="216387"/>
                  </a:lnTo>
                  <a:lnTo>
                    <a:pt x="164846" y="212269"/>
                  </a:lnTo>
                  <a:lnTo>
                    <a:pt x="172327" y="208151"/>
                  </a:lnTo>
                  <a:lnTo>
                    <a:pt x="179808" y="204034"/>
                  </a:lnTo>
                  <a:lnTo>
                    <a:pt x="187425" y="199916"/>
                  </a:lnTo>
                  <a:lnTo>
                    <a:pt x="194906" y="195798"/>
                  </a:lnTo>
                  <a:lnTo>
                    <a:pt x="202386" y="191818"/>
                  </a:lnTo>
                  <a:lnTo>
                    <a:pt x="209798" y="187768"/>
                  </a:lnTo>
                  <a:lnTo>
                    <a:pt x="217004" y="183720"/>
                  </a:lnTo>
                  <a:lnTo>
                    <a:pt x="224073" y="179739"/>
                  </a:lnTo>
                  <a:lnTo>
                    <a:pt x="231073" y="175690"/>
                  </a:lnTo>
                  <a:lnTo>
                    <a:pt x="237731" y="171778"/>
                  </a:lnTo>
                  <a:lnTo>
                    <a:pt x="243084" y="168552"/>
                  </a:lnTo>
                  <a:lnTo>
                    <a:pt x="248368" y="165601"/>
                  </a:lnTo>
                  <a:lnTo>
                    <a:pt x="253584" y="162650"/>
                  </a:lnTo>
                  <a:lnTo>
                    <a:pt x="258868" y="159631"/>
                  </a:lnTo>
                  <a:lnTo>
                    <a:pt x="264015" y="156817"/>
                  </a:lnTo>
                  <a:lnTo>
                    <a:pt x="269299" y="153797"/>
                  </a:lnTo>
                  <a:lnTo>
                    <a:pt x="274653" y="150846"/>
                  </a:lnTo>
                  <a:lnTo>
                    <a:pt x="280006" y="147689"/>
                  </a:lnTo>
                  <a:lnTo>
                    <a:pt x="289545" y="141925"/>
                  </a:lnTo>
                  <a:lnTo>
                    <a:pt x="300663" y="135267"/>
                  </a:lnTo>
                  <a:lnTo>
                    <a:pt x="313085" y="127924"/>
                  </a:lnTo>
                  <a:lnTo>
                    <a:pt x="326399" y="119963"/>
                  </a:lnTo>
                  <a:lnTo>
                    <a:pt x="340605" y="111590"/>
                  </a:lnTo>
                  <a:lnTo>
                    <a:pt x="355429" y="102875"/>
                  </a:lnTo>
                  <a:lnTo>
                    <a:pt x="370596" y="93953"/>
                  </a:lnTo>
                  <a:lnTo>
                    <a:pt x="385900" y="84963"/>
                  </a:lnTo>
                  <a:lnTo>
                    <a:pt x="401204" y="76109"/>
                  </a:lnTo>
                  <a:lnTo>
                    <a:pt x="416165" y="67462"/>
                  </a:lnTo>
                  <a:lnTo>
                    <a:pt x="430577" y="59158"/>
                  </a:lnTo>
                  <a:lnTo>
                    <a:pt x="444303" y="51334"/>
                  </a:lnTo>
                  <a:lnTo>
                    <a:pt x="457068" y="44197"/>
                  </a:lnTo>
                  <a:lnTo>
                    <a:pt x="468666" y="37883"/>
                  </a:lnTo>
                  <a:lnTo>
                    <a:pt x="473882" y="35001"/>
                  </a:lnTo>
                  <a:lnTo>
                    <a:pt x="478755" y="32393"/>
                  </a:lnTo>
                  <a:lnTo>
                    <a:pt x="483284" y="29991"/>
                  </a:lnTo>
                  <a:lnTo>
                    <a:pt x="487333" y="27932"/>
                  </a:lnTo>
                  <a:lnTo>
                    <a:pt x="494402" y="24501"/>
                  </a:lnTo>
                  <a:lnTo>
                    <a:pt x="501540" y="21275"/>
                  </a:lnTo>
                  <a:lnTo>
                    <a:pt x="508746" y="18324"/>
                  </a:lnTo>
                  <a:lnTo>
                    <a:pt x="516020" y="15648"/>
                  </a:lnTo>
                  <a:lnTo>
                    <a:pt x="523432" y="13040"/>
                  </a:lnTo>
                  <a:lnTo>
                    <a:pt x="530707" y="10775"/>
                  </a:lnTo>
                  <a:lnTo>
                    <a:pt x="538187" y="8716"/>
                  </a:lnTo>
                  <a:lnTo>
                    <a:pt x="545668" y="6794"/>
                  </a:lnTo>
                  <a:lnTo>
                    <a:pt x="553149" y="5147"/>
                  </a:lnTo>
                  <a:lnTo>
                    <a:pt x="560766" y="3775"/>
                  </a:lnTo>
                  <a:lnTo>
                    <a:pt x="568315" y="2608"/>
                  </a:lnTo>
                  <a:lnTo>
                    <a:pt x="575865" y="1647"/>
                  </a:lnTo>
                  <a:lnTo>
                    <a:pt x="583482" y="892"/>
                  </a:lnTo>
                  <a:lnTo>
                    <a:pt x="591169" y="412"/>
                  </a:lnTo>
                  <a:lnTo>
                    <a:pt x="598786" y="69"/>
                  </a:lnTo>
                  <a:close/>
                </a:path>
              </a:pathLst>
            </a:cu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AC4A6029-CB69-700D-90D0-692AAB900616}"/>
                </a:ext>
              </a:extLst>
            </p:cNvPr>
            <p:cNvSpPr txBox="1"/>
            <p:nvPr/>
          </p:nvSpPr>
          <p:spPr>
            <a:xfrm>
              <a:off x="5783947" y="2277696"/>
              <a:ext cx="1451373" cy="4998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Heavy" panose="02020900000000000000" pitchFamily="18" charset="-122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95DA8D99-1776-6C38-F3CA-04A64E01F94F}"/>
                </a:ext>
              </a:extLst>
            </p:cNvPr>
            <p:cNvSpPr txBox="1"/>
            <p:nvPr/>
          </p:nvSpPr>
          <p:spPr>
            <a:xfrm>
              <a:off x="4848720" y="3411542"/>
              <a:ext cx="2505045" cy="16702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请您单击此处输入文本内容，可根据自己的需要适当地调整文字的颜色或者大小等属性，可复制粘贴您的文本，祝你使用愉快。</a:t>
              </a:r>
            </a:p>
          </p:txBody>
        </p:sp>
        <p:pic>
          <p:nvPicPr>
            <p:cNvPr id="18" name="图片 5" descr="图层_layers">
              <a:extLst>
                <a:ext uri="{FF2B5EF4-FFF2-40B4-BE49-F238E27FC236}">
                  <a16:creationId xmlns:a16="http://schemas.microsoft.com/office/drawing/2014/main" id="{F13292F0-A84A-B9A5-C1FE-48E55B52D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034439" y="2199454"/>
              <a:ext cx="656300" cy="656300"/>
            </a:xfrm>
            <a:prstGeom prst="rect">
              <a:avLst/>
            </a:prstGeom>
          </p:spPr>
        </p:pic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DF8B9F6D-49CA-BF43-F823-DBBCC1908D40}"/>
              </a:ext>
            </a:extLst>
          </p:cNvPr>
          <p:cNvGrpSpPr/>
          <p:nvPr/>
        </p:nvGrpSpPr>
        <p:grpSpPr>
          <a:xfrm>
            <a:off x="8412908" y="1622530"/>
            <a:ext cx="3019425" cy="4023360"/>
            <a:chOff x="8412908" y="1670155"/>
            <a:chExt cx="3019425" cy="4023360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F0FDC02-45A4-2D61-391C-DC17E36ED53C}"/>
                </a:ext>
              </a:extLst>
            </p:cNvPr>
            <p:cNvSpPr/>
            <p:nvPr/>
          </p:nvSpPr>
          <p:spPr>
            <a:xfrm>
              <a:off x="8412908" y="1670155"/>
              <a:ext cx="3019425" cy="4023360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dist="190500" dir="5400000" algn="t" rotWithShape="0">
                <a:sysClr val="window" lastClr="FFFFFF">
                  <a:lumMod val="50000"/>
                  <a:alpha val="10000"/>
                </a:sys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60D0D6DD-19C3-31EF-20F7-4A1278764CE9}"/>
                </a:ext>
              </a:extLst>
            </p:cNvPr>
            <p:cNvSpPr/>
            <p:nvPr/>
          </p:nvSpPr>
          <p:spPr>
            <a:xfrm>
              <a:off x="9085564" y="2042768"/>
              <a:ext cx="2144281" cy="969672"/>
            </a:xfrm>
            <a:prstGeom prst="roundRect">
              <a:avLst>
                <a:gd name="adj" fmla="val 50000"/>
              </a:avLst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91EBDA44-45B5-FF1A-98F6-414932A036EE}"/>
                </a:ext>
              </a:extLst>
            </p:cNvPr>
            <p:cNvSpPr/>
            <p:nvPr/>
          </p:nvSpPr>
          <p:spPr>
            <a:xfrm>
              <a:off x="8578249" y="1870209"/>
              <a:ext cx="1211436" cy="1314790"/>
            </a:xfrm>
            <a:custGeom>
              <a:avLst/>
              <a:gdLst>
                <a:gd name="connsiteX0" fmla="*/ 606473 w 1211436"/>
                <a:gd name="connsiteY0" fmla="*/ 0 h 1314790"/>
                <a:gd name="connsiteX1" fmla="*/ 614091 w 1211436"/>
                <a:gd name="connsiteY1" fmla="*/ 138 h 1314790"/>
                <a:gd name="connsiteX2" fmla="*/ 621777 w 1211436"/>
                <a:gd name="connsiteY2" fmla="*/ 481 h 1314790"/>
                <a:gd name="connsiteX3" fmla="*/ 629395 w 1211436"/>
                <a:gd name="connsiteY3" fmla="*/ 1098 h 1314790"/>
                <a:gd name="connsiteX4" fmla="*/ 636944 w 1211436"/>
                <a:gd name="connsiteY4" fmla="*/ 1922 h 1314790"/>
                <a:gd name="connsiteX5" fmla="*/ 644631 w 1211436"/>
                <a:gd name="connsiteY5" fmla="*/ 2951 h 1314790"/>
                <a:gd name="connsiteX6" fmla="*/ 652180 w 1211436"/>
                <a:gd name="connsiteY6" fmla="*/ 4186 h 1314790"/>
                <a:gd name="connsiteX7" fmla="*/ 659660 w 1211436"/>
                <a:gd name="connsiteY7" fmla="*/ 5696 h 1314790"/>
                <a:gd name="connsiteX8" fmla="*/ 667210 w 1211436"/>
                <a:gd name="connsiteY8" fmla="*/ 7344 h 1314790"/>
                <a:gd name="connsiteX9" fmla="*/ 674690 w 1211436"/>
                <a:gd name="connsiteY9" fmla="*/ 9196 h 1314790"/>
                <a:gd name="connsiteX10" fmla="*/ 682102 w 1211436"/>
                <a:gd name="connsiteY10" fmla="*/ 11324 h 1314790"/>
                <a:gd name="connsiteX11" fmla="*/ 689514 w 1211436"/>
                <a:gd name="connsiteY11" fmla="*/ 13726 h 1314790"/>
                <a:gd name="connsiteX12" fmla="*/ 696857 w 1211436"/>
                <a:gd name="connsiteY12" fmla="*/ 16265 h 1314790"/>
                <a:gd name="connsiteX13" fmla="*/ 704063 w 1211436"/>
                <a:gd name="connsiteY13" fmla="*/ 19079 h 1314790"/>
                <a:gd name="connsiteX14" fmla="*/ 711269 w 1211436"/>
                <a:gd name="connsiteY14" fmla="*/ 22030 h 1314790"/>
                <a:gd name="connsiteX15" fmla="*/ 718475 w 1211436"/>
                <a:gd name="connsiteY15" fmla="*/ 25256 h 1314790"/>
                <a:gd name="connsiteX16" fmla="*/ 725475 w 1211436"/>
                <a:gd name="connsiteY16" fmla="*/ 28687 h 1314790"/>
                <a:gd name="connsiteX17" fmla="*/ 974941 w 1211436"/>
                <a:gd name="connsiteY17" fmla="*/ 172533 h 1314790"/>
                <a:gd name="connsiteX18" fmla="*/ 977618 w 1211436"/>
                <a:gd name="connsiteY18" fmla="*/ 174111 h 1314790"/>
                <a:gd name="connsiteX19" fmla="*/ 980294 w 1211436"/>
                <a:gd name="connsiteY19" fmla="*/ 175621 h 1314790"/>
                <a:gd name="connsiteX20" fmla="*/ 982971 w 1211436"/>
                <a:gd name="connsiteY20" fmla="*/ 177200 h 1314790"/>
                <a:gd name="connsiteX21" fmla="*/ 985716 w 1211436"/>
                <a:gd name="connsiteY21" fmla="*/ 178641 h 1314790"/>
                <a:gd name="connsiteX22" fmla="*/ 988324 w 1211436"/>
                <a:gd name="connsiteY22" fmla="*/ 180151 h 1314790"/>
                <a:gd name="connsiteX23" fmla="*/ 991069 w 1211436"/>
                <a:gd name="connsiteY23" fmla="*/ 181523 h 1314790"/>
                <a:gd name="connsiteX24" fmla="*/ 993608 w 1211436"/>
                <a:gd name="connsiteY24" fmla="*/ 183033 h 1314790"/>
                <a:gd name="connsiteX25" fmla="*/ 996147 w 1211436"/>
                <a:gd name="connsiteY25" fmla="*/ 184406 h 1314790"/>
                <a:gd name="connsiteX26" fmla="*/ 1100395 w 1211436"/>
                <a:gd name="connsiteY26" fmla="*/ 245760 h 1314790"/>
                <a:gd name="connsiteX27" fmla="*/ 1103209 w 1211436"/>
                <a:gd name="connsiteY27" fmla="*/ 247681 h 1314790"/>
                <a:gd name="connsiteX28" fmla="*/ 1105679 w 1211436"/>
                <a:gd name="connsiteY28" fmla="*/ 249534 h 1314790"/>
                <a:gd name="connsiteX29" fmla="*/ 1107875 w 1211436"/>
                <a:gd name="connsiteY29" fmla="*/ 251319 h 1314790"/>
                <a:gd name="connsiteX30" fmla="*/ 1109934 w 1211436"/>
                <a:gd name="connsiteY30" fmla="*/ 252966 h 1314790"/>
                <a:gd name="connsiteX31" fmla="*/ 1113503 w 1211436"/>
                <a:gd name="connsiteY31" fmla="*/ 255917 h 1314790"/>
                <a:gd name="connsiteX32" fmla="*/ 1116454 w 1211436"/>
                <a:gd name="connsiteY32" fmla="*/ 258662 h 1314790"/>
                <a:gd name="connsiteX33" fmla="*/ 1119199 w 1211436"/>
                <a:gd name="connsiteY33" fmla="*/ 261201 h 1314790"/>
                <a:gd name="connsiteX34" fmla="*/ 1121738 w 1211436"/>
                <a:gd name="connsiteY34" fmla="*/ 263672 h 1314790"/>
                <a:gd name="connsiteX35" fmla="*/ 1123042 w 1211436"/>
                <a:gd name="connsiteY35" fmla="*/ 264838 h 1314790"/>
                <a:gd name="connsiteX36" fmla="*/ 1124415 w 1211436"/>
                <a:gd name="connsiteY36" fmla="*/ 266074 h 1314790"/>
                <a:gd name="connsiteX37" fmla="*/ 1125856 w 1211436"/>
                <a:gd name="connsiteY37" fmla="*/ 267309 h 1314790"/>
                <a:gd name="connsiteX38" fmla="*/ 1127366 w 1211436"/>
                <a:gd name="connsiteY38" fmla="*/ 268545 h 1314790"/>
                <a:gd name="connsiteX39" fmla="*/ 1129836 w 1211436"/>
                <a:gd name="connsiteY39" fmla="*/ 270260 h 1314790"/>
                <a:gd name="connsiteX40" fmla="*/ 1131483 w 1211436"/>
                <a:gd name="connsiteY40" fmla="*/ 271427 h 1314790"/>
                <a:gd name="connsiteX41" fmla="*/ 1132307 w 1211436"/>
                <a:gd name="connsiteY41" fmla="*/ 272113 h 1314790"/>
                <a:gd name="connsiteX42" fmla="*/ 1133131 w 1211436"/>
                <a:gd name="connsiteY42" fmla="*/ 272799 h 1314790"/>
                <a:gd name="connsiteX43" fmla="*/ 1134160 w 1211436"/>
                <a:gd name="connsiteY43" fmla="*/ 273692 h 1314790"/>
                <a:gd name="connsiteX44" fmla="*/ 1135395 w 1211436"/>
                <a:gd name="connsiteY44" fmla="*/ 275064 h 1314790"/>
                <a:gd name="connsiteX45" fmla="*/ 1139650 w 1211436"/>
                <a:gd name="connsiteY45" fmla="*/ 279800 h 1314790"/>
                <a:gd name="connsiteX46" fmla="*/ 1143837 w 1211436"/>
                <a:gd name="connsiteY46" fmla="*/ 284672 h 1314790"/>
                <a:gd name="connsiteX47" fmla="*/ 1147886 w 1211436"/>
                <a:gd name="connsiteY47" fmla="*/ 289476 h 1314790"/>
                <a:gd name="connsiteX48" fmla="*/ 1151866 w 1211436"/>
                <a:gd name="connsiteY48" fmla="*/ 294418 h 1314790"/>
                <a:gd name="connsiteX49" fmla="*/ 1155778 w 1211436"/>
                <a:gd name="connsiteY49" fmla="*/ 299427 h 1314790"/>
                <a:gd name="connsiteX50" fmla="*/ 1159553 w 1211436"/>
                <a:gd name="connsiteY50" fmla="*/ 304506 h 1314790"/>
                <a:gd name="connsiteX51" fmla="*/ 1163190 w 1211436"/>
                <a:gd name="connsiteY51" fmla="*/ 309653 h 1314790"/>
                <a:gd name="connsiteX52" fmla="*/ 1166690 w 1211436"/>
                <a:gd name="connsiteY52" fmla="*/ 314869 h 1314790"/>
                <a:gd name="connsiteX53" fmla="*/ 1170122 w 1211436"/>
                <a:gd name="connsiteY53" fmla="*/ 320153 h 1314790"/>
                <a:gd name="connsiteX54" fmla="*/ 1173416 w 1211436"/>
                <a:gd name="connsiteY54" fmla="*/ 325438 h 1314790"/>
                <a:gd name="connsiteX55" fmla="*/ 1176641 w 1211436"/>
                <a:gd name="connsiteY55" fmla="*/ 330860 h 1314790"/>
                <a:gd name="connsiteX56" fmla="*/ 1179661 w 1211436"/>
                <a:gd name="connsiteY56" fmla="*/ 336281 h 1314790"/>
                <a:gd name="connsiteX57" fmla="*/ 1182681 w 1211436"/>
                <a:gd name="connsiteY57" fmla="*/ 341840 h 1314790"/>
                <a:gd name="connsiteX58" fmla="*/ 1185426 w 1211436"/>
                <a:gd name="connsiteY58" fmla="*/ 347468 h 1314790"/>
                <a:gd name="connsiteX59" fmla="*/ 1188171 w 1211436"/>
                <a:gd name="connsiteY59" fmla="*/ 353095 h 1314790"/>
                <a:gd name="connsiteX60" fmla="*/ 1190710 w 1211436"/>
                <a:gd name="connsiteY60" fmla="*/ 358791 h 1314790"/>
                <a:gd name="connsiteX61" fmla="*/ 1193112 w 1211436"/>
                <a:gd name="connsiteY61" fmla="*/ 364625 h 1314790"/>
                <a:gd name="connsiteX62" fmla="*/ 1195377 w 1211436"/>
                <a:gd name="connsiteY62" fmla="*/ 370458 h 1314790"/>
                <a:gd name="connsiteX63" fmla="*/ 1197573 w 1211436"/>
                <a:gd name="connsiteY63" fmla="*/ 376360 h 1314790"/>
                <a:gd name="connsiteX64" fmla="*/ 1199495 w 1211436"/>
                <a:gd name="connsiteY64" fmla="*/ 382331 h 1314790"/>
                <a:gd name="connsiteX65" fmla="*/ 1201416 w 1211436"/>
                <a:gd name="connsiteY65" fmla="*/ 388439 h 1314790"/>
                <a:gd name="connsiteX66" fmla="*/ 1203063 w 1211436"/>
                <a:gd name="connsiteY66" fmla="*/ 394615 h 1314790"/>
                <a:gd name="connsiteX67" fmla="*/ 1204642 w 1211436"/>
                <a:gd name="connsiteY67" fmla="*/ 400792 h 1314790"/>
                <a:gd name="connsiteX68" fmla="*/ 1206014 w 1211436"/>
                <a:gd name="connsiteY68" fmla="*/ 407038 h 1314790"/>
                <a:gd name="connsiteX69" fmla="*/ 1207250 w 1211436"/>
                <a:gd name="connsiteY69" fmla="*/ 413420 h 1314790"/>
                <a:gd name="connsiteX70" fmla="*/ 1208416 w 1211436"/>
                <a:gd name="connsiteY70" fmla="*/ 419802 h 1314790"/>
                <a:gd name="connsiteX71" fmla="*/ 1209309 w 1211436"/>
                <a:gd name="connsiteY71" fmla="*/ 426322 h 1314790"/>
                <a:gd name="connsiteX72" fmla="*/ 1210063 w 1211436"/>
                <a:gd name="connsiteY72" fmla="*/ 432842 h 1314790"/>
                <a:gd name="connsiteX73" fmla="*/ 1210681 w 1211436"/>
                <a:gd name="connsiteY73" fmla="*/ 439499 h 1314790"/>
                <a:gd name="connsiteX74" fmla="*/ 1211093 w 1211436"/>
                <a:gd name="connsiteY74" fmla="*/ 446156 h 1314790"/>
                <a:gd name="connsiteX75" fmla="*/ 1211367 w 1211436"/>
                <a:gd name="connsiteY75" fmla="*/ 452950 h 1314790"/>
                <a:gd name="connsiteX76" fmla="*/ 1211436 w 1211436"/>
                <a:gd name="connsiteY76" fmla="*/ 459744 h 1314790"/>
                <a:gd name="connsiteX77" fmla="*/ 1211436 w 1211436"/>
                <a:gd name="connsiteY77" fmla="*/ 855046 h 1314790"/>
                <a:gd name="connsiteX78" fmla="*/ 1211367 w 1211436"/>
                <a:gd name="connsiteY78" fmla="*/ 860468 h 1314790"/>
                <a:gd name="connsiteX79" fmla="*/ 1211093 w 1211436"/>
                <a:gd name="connsiteY79" fmla="*/ 865958 h 1314790"/>
                <a:gd name="connsiteX80" fmla="*/ 1210750 w 1211436"/>
                <a:gd name="connsiteY80" fmla="*/ 871517 h 1314790"/>
                <a:gd name="connsiteX81" fmla="*/ 1210269 w 1211436"/>
                <a:gd name="connsiteY81" fmla="*/ 877145 h 1314790"/>
                <a:gd name="connsiteX82" fmla="*/ 1209652 w 1211436"/>
                <a:gd name="connsiteY82" fmla="*/ 882909 h 1314790"/>
                <a:gd name="connsiteX83" fmla="*/ 1208828 w 1211436"/>
                <a:gd name="connsiteY83" fmla="*/ 888537 h 1314790"/>
                <a:gd name="connsiteX84" fmla="*/ 1207867 w 1211436"/>
                <a:gd name="connsiteY84" fmla="*/ 894370 h 1314790"/>
                <a:gd name="connsiteX85" fmla="*/ 1206838 w 1211436"/>
                <a:gd name="connsiteY85" fmla="*/ 900135 h 1314790"/>
                <a:gd name="connsiteX86" fmla="*/ 1205603 w 1211436"/>
                <a:gd name="connsiteY86" fmla="*/ 905968 h 1314790"/>
                <a:gd name="connsiteX87" fmla="*/ 1204299 w 1211436"/>
                <a:gd name="connsiteY87" fmla="*/ 911802 h 1314790"/>
                <a:gd name="connsiteX88" fmla="*/ 1202857 w 1211436"/>
                <a:gd name="connsiteY88" fmla="*/ 917636 h 1314790"/>
                <a:gd name="connsiteX89" fmla="*/ 1201347 w 1211436"/>
                <a:gd name="connsiteY89" fmla="*/ 923469 h 1314790"/>
                <a:gd name="connsiteX90" fmla="*/ 1199563 w 1211436"/>
                <a:gd name="connsiteY90" fmla="*/ 929303 h 1314790"/>
                <a:gd name="connsiteX91" fmla="*/ 1197779 w 1211436"/>
                <a:gd name="connsiteY91" fmla="*/ 935067 h 1314790"/>
                <a:gd name="connsiteX92" fmla="*/ 1195926 w 1211436"/>
                <a:gd name="connsiteY92" fmla="*/ 940832 h 1314790"/>
                <a:gd name="connsiteX93" fmla="*/ 1193935 w 1211436"/>
                <a:gd name="connsiteY93" fmla="*/ 946460 h 1314790"/>
                <a:gd name="connsiteX94" fmla="*/ 1191808 w 1211436"/>
                <a:gd name="connsiteY94" fmla="*/ 952156 h 1314790"/>
                <a:gd name="connsiteX95" fmla="*/ 1189543 w 1211436"/>
                <a:gd name="connsiteY95" fmla="*/ 957715 h 1314790"/>
                <a:gd name="connsiteX96" fmla="*/ 1187210 w 1211436"/>
                <a:gd name="connsiteY96" fmla="*/ 963274 h 1314790"/>
                <a:gd name="connsiteX97" fmla="*/ 1184808 w 1211436"/>
                <a:gd name="connsiteY97" fmla="*/ 968695 h 1314790"/>
                <a:gd name="connsiteX98" fmla="*/ 1182269 w 1211436"/>
                <a:gd name="connsiteY98" fmla="*/ 973980 h 1314790"/>
                <a:gd name="connsiteX99" fmla="*/ 1179592 w 1211436"/>
                <a:gd name="connsiteY99" fmla="*/ 979264 h 1314790"/>
                <a:gd name="connsiteX100" fmla="*/ 1176916 w 1211436"/>
                <a:gd name="connsiteY100" fmla="*/ 984343 h 1314790"/>
                <a:gd name="connsiteX101" fmla="*/ 1174102 w 1211436"/>
                <a:gd name="connsiteY101" fmla="*/ 989353 h 1314790"/>
                <a:gd name="connsiteX102" fmla="*/ 1171219 w 1211436"/>
                <a:gd name="connsiteY102" fmla="*/ 994294 h 1314790"/>
                <a:gd name="connsiteX103" fmla="*/ 1168268 w 1211436"/>
                <a:gd name="connsiteY103" fmla="*/ 999098 h 1314790"/>
                <a:gd name="connsiteX104" fmla="*/ 1165112 w 1211436"/>
                <a:gd name="connsiteY104" fmla="*/ 1003696 h 1314790"/>
                <a:gd name="connsiteX105" fmla="*/ 1162023 w 1211436"/>
                <a:gd name="connsiteY105" fmla="*/ 1008088 h 1314790"/>
                <a:gd name="connsiteX106" fmla="*/ 1158798 w 1211436"/>
                <a:gd name="connsiteY106" fmla="*/ 1012412 h 1314790"/>
                <a:gd name="connsiteX107" fmla="*/ 1155572 w 1211436"/>
                <a:gd name="connsiteY107" fmla="*/ 1016530 h 1314790"/>
                <a:gd name="connsiteX108" fmla="*/ 1152210 w 1211436"/>
                <a:gd name="connsiteY108" fmla="*/ 1020441 h 1314790"/>
                <a:gd name="connsiteX109" fmla="*/ 1148778 w 1211436"/>
                <a:gd name="connsiteY109" fmla="*/ 1024216 h 1314790"/>
                <a:gd name="connsiteX110" fmla="*/ 1146582 w 1211436"/>
                <a:gd name="connsiteY110" fmla="*/ 1026412 h 1314790"/>
                <a:gd name="connsiteX111" fmla="*/ 1144660 w 1211436"/>
                <a:gd name="connsiteY111" fmla="*/ 1028334 h 1314790"/>
                <a:gd name="connsiteX112" fmla="*/ 1143699 w 1211436"/>
                <a:gd name="connsiteY112" fmla="*/ 1029295 h 1314790"/>
                <a:gd name="connsiteX113" fmla="*/ 1142739 w 1211436"/>
                <a:gd name="connsiteY113" fmla="*/ 1030324 h 1314790"/>
                <a:gd name="connsiteX114" fmla="*/ 1141778 w 1211436"/>
                <a:gd name="connsiteY114" fmla="*/ 1031354 h 1314790"/>
                <a:gd name="connsiteX115" fmla="*/ 1140748 w 1211436"/>
                <a:gd name="connsiteY115" fmla="*/ 1032657 h 1314790"/>
                <a:gd name="connsiteX116" fmla="*/ 1137042 w 1211436"/>
                <a:gd name="connsiteY116" fmla="*/ 1037255 h 1314790"/>
                <a:gd name="connsiteX117" fmla="*/ 1134641 w 1211436"/>
                <a:gd name="connsiteY117" fmla="*/ 1040138 h 1314790"/>
                <a:gd name="connsiteX118" fmla="*/ 1133748 w 1211436"/>
                <a:gd name="connsiteY118" fmla="*/ 1041099 h 1314790"/>
                <a:gd name="connsiteX119" fmla="*/ 1133062 w 1211436"/>
                <a:gd name="connsiteY119" fmla="*/ 1041716 h 1314790"/>
                <a:gd name="connsiteX120" fmla="*/ 1132513 w 1211436"/>
                <a:gd name="connsiteY120" fmla="*/ 1042197 h 1314790"/>
                <a:gd name="connsiteX121" fmla="*/ 1132033 w 1211436"/>
                <a:gd name="connsiteY121" fmla="*/ 1042540 h 1314790"/>
                <a:gd name="connsiteX122" fmla="*/ 1131072 w 1211436"/>
                <a:gd name="connsiteY122" fmla="*/ 1043089 h 1314790"/>
                <a:gd name="connsiteX123" fmla="*/ 1129836 w 1211436"/>
                <a:gd name="connsiteY123" fmla="*/ 1043844 h 1314790"/>
                <a:gd name="connsiteX124" fmla="*/ 1129013 w 1211436"/>
                <a:gd name="connsiteY124" fmla="*/ 1044530 h 1314790"/>
                <a:gd name="connsiteX125" fmla="*/ 1127984 w 1211436"/>
                <a:gd name="connsiteY125" fmla="*/ 1045354 h 1314790"/>
                <a:gd name="connsiteX126" fmla="*/ 1126542 w 1211436"/>
                <a:gd name="connsiteY126" fmla="*/ 1046520 h 1314790"/>
                <a:gd name="connsiteX127" fmla="*/ 1124895 w 1211436"/>
                <a:gd name="connsiteY127" fmla="*/ 1047962 h 1314790"/>
                <a:gd name="connsiteX128" fmla="*/ 1121807 w 1211436"/>
                <a:gd name="connsiteY128" fmla="*/ 1050844 h 1314790"/>
                <a:gd name="connsiteX129" fmla="*/ 1118650 w 1211436"/>
                <a:gd name="connsiteY129" fmla="*/ 1053658 h 1314790"/>
                <a:gd name="connsiteX130" fmla="*/ 1115562 w 1211436"/>
                <a:gd name="connsiteY130" fmla="*/ 1056334 h 1314790"/>
                <a:gd name="connsiteX131" fmla="*/ 1112336 w 1211436"/>
                <a:gd name="connsiteY131" fmla="*/ 1059079 h 1314790"/>
                <a:gd name="connsiteX132" fmla="*/ 1109110 w 1211436"/>
                <a:gd name="connsiteY132" fmla="*/ 1061687 h 1314790"/>
                <a:gd name="connsiteX133" fmla="*/ 1105954 w 1211436"/>
                <a:gd name="connsiteY133" fmla="*/ 1064227 h 1314790"/>
                <a:gd name="connsiteX134" fmla="*/ 1102728 w 1211436"/>
                <a:gd name="connsiteY134" fmla="*/ 1066766 h 1314790"/>
                <a:gd name="connsiteX135" fmla="*/ 1099434 w 1211436"/>
                <a:gd name="connsiteY135" fmla="*/ 1069236 h 1314790"/>
                <a:gd name="connsiteX136" fmla="*/ 1096140 w 1211436"/>
                <a:gd name="connsiteY136" fmla="*/ 1071638 h 1314790"/>
                <a:gd name="connsiteX137" fmla="*/ 1092845 w 1211436"/>
                <a:gd name="connsiteY137" fmla="*/ 1074041 h 1314790"/>
                <a:gd name="connsiteX138" fmla="*/ 1089551 w 1211436"/>
                <a:gd name="connsiteY138" fmla="*/ 1076374 h 1314790"/>
                <a:gd name="connsiteX139" fmla="*/ 1086257 w 1211436"/>
                <a:gd name="connsiteY139" fmla="*/ 1078707 h 1314790"/>
                <a:gd name="connsiteX140" fmla="*/ 1079531 w 1211436"/>
                <a:gd name="connsiteY140" fmla="*/ 1083237 h 1314790"/>
                <a:gd name="connsiteX141" fmla="*/ 1072737 w 1211436"/>
                <a:gd name="connsiteY141" fmla="*/ 1087560 h 1314790"/>
                <a:gd name="connsiteX142" fmla="*/ 1065806 w 1211436"/>
                <a:gd name="connsiteY142" fmla="*/ 1091884 h 1314790"/>
                <a:gd name="connsiteX143" fmla="*/ 1058805 w 1211436"/>
                <a:gd name="connsiteY143" fmla="*/ 1095933 h 1314790"/>
                <a:gd name="connsiteX144" fmla="*/ 1051737 w 1211436"/>
                <a:gd name="connsiteY144" fmla="*/ 1100051 h 1314790"/>
                <a:gd name="connsiteX145" fmla="*/ 1044531 w 1211436"/>
                <a:gd name="connsiteY145" fmla="*/ 1104100 h 1314790"/>
                <a:gd name="connsiteX146" fmla="*/ 1037187 w 1211436"/>
                <a:gd name="connsiteY146" fmla="*/ 1108012 h 1314790"/>
                <a:gd name="connsiteX147" fmla="*/ 1029775 w 1211436"/>
                <a:gd name="connsiteY147" fmla="*/ 1111992 h 1314790"/>
                <a:gd name="connsiteX148" fmla="*/ 1022295 w 1211436"/>
                <a:gd name="connsiteY148" fmla="*/ 1115904 h 1314790"/>
                <a:gd name="connsiteX149" fmla="*/ 1014677 w 1211436"/>
                <a:gd name="connsiteY149" fmla="*/ 1119884 h 1314790"/>
                <a:gd name="connsiteX150" fmla="*/ 889567 w 1211436"/>
                <a:gd name="connsiteY150" fmla="*/ 1191464 h 1314790"/>
                <a:gd name="connsiteX151" fmla="*/ 884351 w 1211436"/>
                <a:gd name="connsiteY151" fmla="*/ 1194553 h 1314790"/>
                <a:gd name="connsiteX152" fmla="*/ 879067 w 1211436"/>
                <a:gd name="connsiteY152" fmla="*/ 1197641 h 1314790"/>
                <a:gd name="connsiteX153" fmla="*/ 873851 w 1211436"/>
                <a:gd name="connsiteY153" fmla="*/ 1200661 h 1314790"/>
                <a:gd name="connsiteX154" fmla="*/ 868704 w 1211436"/>
                <a:gd name="connsiteY154" fmla="*/ 1203612 h 1314790"/>
                <a:gd name="connsiteX155" fmla="*/ 863488 w 1211436"/>
                <a:gd name="connsiteY155" fmla="*/ 1206563 h 1314790"/>
                <a:gd name="connsiteX156" fmla="*/ 858409 w 1211436"/>
                <a:gd name="connsiteY156" fmla="*/ 1209514 h 1314790"/>
                <a:gd name="connsiteX157" fmla="*/ 853331 w 1211436"/>
                <a:gd name="connsiteY157" fmla="*/ 1212465 h 1314790"/>
                <a:gd name="connsiteX158" fmla="*/ 848252 w 1211436"/>
                <a:gd name="connsiteY158" fmla="*/ 1215416 h 1314790"/>
                <a:gd name="connsiteX159" fmla="*/ 843105 w 1211436"/>
                <a:gd name="connsiteY159" fmla="*/ 1218367 h 1314790"/>
                <a:gd name="connsiteX160" fmla="*/ 838027 w 1211436"/>
                <a:gd name="connsiteY160" fmla="*/ 1221387 h 1314790"/>
                <a:gd name="connsiteX161" fmla="*/ 832948 w 1211436"/>
                <a:gd name="connsiteY161" fmla="*/ 1224338 h 1314790"/>
                <a:gd name="connsiteX162" fmla="*/ 827801 w 1211436"/>
                <a:gd name="connsiteY162" fmla="*/ 1227289 h 1314790"/>
                <a:gd name="connsiteX163" fmla="*/ 822723 w 1211436"/>
                <a:gd name="connsiteY163" fmla="*/ 1230308 h 1314790"/>
                <a:gd name="connsiteX164" fmla="*/ 817575 w 1211436"/>
                <a:gd name="connsiteY164" fmla="*/ 1233328 h 1314790"/>
                <a:gd name="connsiteX165" fmla="*/ 812428 w 1211436"/>
                <a:gd name="connsiteY165" fmla="*/ 1236416 h 1314790"/>
                <a:gd name="connsiteX166" fmla="*/ 807281 w 1211436"/>
                <a:gd name="connsiteY166" fmla="*/ 1239505 h 1314790"/>
                <a:gd name="connsiteX167" fmla="*/ 801996 w 1211436"/>
                <a:gd name="connsiteY167" fmla="*/ 1242730 h 1314790"/>
                <a:gd name="connsiteX168" fmla="*/ 796849 w 1211436"/>
                <a:gd name="connsiteY168" fmla="*/ 1245818 h 1314790"/>
                <a:gd name="connsiteX169" fmla="*/ 791702 w 1211436"/>
                <a:gd name="connsiteY169" fmla="*/ 1248907 h 1314790"/>
                <a:gd name="connsiteX170" fmla="*/ 786624 w 1211436"/>
                <a:gd name="connsiteY170" fmla="*/ 1251927 h 1314790"/>
                <a:gd name="connsiteX171" fmla="*/ 781614 w 1211436"/>
                <a:gd name="connsiteY171" fmla="*/ 1254946 h 1314790"/>
                <a:gd name="connsiteX172" fmla="*/ 776604 w 1211436"/>
                <a:gd name="connsiteY172" fmla="*/ 1257897 h 1314790"/>
                <a:gd name="connsiteX173" fmla="*/ 771594 w 1211436"/>
                <a:gd name="connsiteY173" fmla="*/ 1260917 h 1314790"/>
                <a:gd name="connsiteX174" fmla="*/ 766447 w 1211436"/>
                <a:gd name="connsiteY174" fmla="*/ 1263868 h 1314790"/>
                <a:gd name="connsiteX175" fmla="*/ 761437 w 1211436"/>
                <a:gd name="connsiteY175" fmla="*/ 1266750 h 1314790"/>
                <a:gd name="connsiteX176" fmla="*/ 756358 w 1211436"/>
                <a:gd name="connsiteY176" fmla="*/ 1269564 h 1314790"/>
                <a:gd name="connsiteX177" fmla="*/ 751211 w 1211436"/>
                <a:gd name="connsiteY177" fmla="*/ 1272584 h 1314790"/>
                <a:gd name="connsiteX178" fmla="*/ 745927 w 1211436"/>
                <a:gd name="connsiteY178" fmla="*/ 1275329 h 1314790"/>
                <a:gd name="connsiteX179" fmla="*/ 740642 w 1211436"/>
                <a:gd name="connsiteY179" fmla="*/ 1278211 h 1314790"/>
                <a:gd name="connsiteX180" fmla="*/ 735221 w 1211436"/>
                <a:gd name="connsiteY180" fmla="*/ 1281093 h 1314790"/>
                <a:gd name="connsiteX181" fmla="*/ 729730 w 1211436"/>
                <a:gd name="connsiteY181" fmla="*/ 1283976 h 1314790"/>
                <a:gd name="connsiteX182" fmla="*/ 724103 w 1211436"/>
                <a:gd name="connsiteY182" fmla="*/ 1286859 h 1314790"/>
                <a:gd name="connsiteX183" fmla="*/ 717034 w 1211436"/>
                <a:gd name="connsiteY183" fmla="*/ 1290290 h 1314790"/>
                <a:gd name="connsiteX184" fmla="*/ 709897 w 1211436"/>
                <a:gd name="connsiteY184" fmla="*/ 1293515 h 1314790"/>
                <a:gd name="connsiteX185" fmla="*/ 702691 w 1211436"/>
                <a:gd name="connsiteY185" fmla="*/ 1296466 h 1314790"/>
                <a:gd name="connsiteX186" fmla="*/ 695416 w 1211436"/>
                <a:gd name="connsiteY186" fmla="*/ 1299143 h 1314790"/>
                <a:gd name="connsiteX187" fmla="*/ 688004 w 1211436"/>
                <a:gd name="connsiteY187" fmla="*/ 1301751 h 1314790"/>
                <a:gd name="connsiteX188" fmla="*/ 680729 w 1211436"/>
                <a:gd name="connsiteY188" fmla="*/ 1304016 h 1314790"/>
                <a:gd name="connsiteX189" fmla="*/ 673249 w 1211436"/>
                <a:gd name="connsiteY189" fmla="*/ 1306074 h 1314790"/>
                <a:gd name="connsiteX190" fmla="*/ 665768 w 1211436"/>
                <a:gd name="connsiteY190" fmla="*/ 1307996 h 1314790"/>
                <a:gd name="connsiteX191" fmla="*/ 658288 w 1211436"/>
                <a:gd name="connsiteY191" fmla="*/ 1309643 h 1314790"/>
                <a:gd name="connsiteX192" fmla="*/ 650670 w 1211436"/>
                <a:gd name="connsiteY192" fmla="*/ 1311016 h 1314790"/>
                <a:gd name="connsiteX193" fmla="*/ 643121 w 1211436"/>
                <a:gd name="connsiteY193" fmla="*/ 1312183 h 1314790"/>
                <a:gd name="connsiteX194" fmla="*/ 635572 w 1211436"/>
                <a:gd name="connsiteY194" fmla="*/ 1313143 h 1314790"/>
                <a:gd name="connsiteX195" fmla="*/ 627954 w 1211436"/>
                <a:gd name="connsiteY195" fmla="*/ 1313898 h 1314790"/>
                <a:gd name="connsiteX196" fmla="*/ 620267 w 1211436"/>
                <a:gd name="connsiteY196" fmla="*/ 1314379 h 1314790"/>
                <a:gd name="connsiteX197" fmla="*/ 612650 w 1211436"/>
                <a:gd name="connsiteY197" fmla="*/ 1314722 h 1314790"/>
                <a:gd name="connsiteX198" fmla="*/ 604963 w 1211436"/>
                <a:gd name="connsiteY198" fmla="*/ 1314790 h 1314790"/>
                <a:gd name="connsiteX199" fmla="*/ 597345 w 1211436"/>
                <a:gd name="connsiteY199" fmla="*/ 1314653 h 1314790"/>
                <a:gd name="connsiteX200" fmla="*/ 589659 w 1211436"/>
                <a:gd name="connsiteY200" fmla="*/ 1314310 h 1314790"/>
                <a:gd name="connsiteX201" fmla="*/ 582041 w 1211436"/>
                <a:gd name="connsiteY201" fmla="*/ 1313692 h 1314790"/>
                <a:gd name="connsiteX202" fmla="*/ 574492 w 1211436"/>
                <a:gd name="connsiteY202" fmla="*/ 1312869 h 1314790"/>
                <a:gd name="connsiteX203" fmla="*/ 566805 w 1211436"/>
                <a:gd name="connsiteY203" fmla="*/ 1311839 h 1314790"/>
                <a:gd name="connsiteX204" fmla="*/ 559256 w 1211436"/>
                <a:gd name="connsiteY204" fmla="*/ 1310604 h 1314790"/>
                <a:gd name="connsiteX205" fmla="*/ 551776 w 1211436"/>
                <a:gd name="connsiteY205" fmla="*/ 1309094 h 1314790"/>
                <a:gd name="connsiteX206" fmla="*/ 544227 w 1211436"/>
                <a:gd name="connsiteY206" fmla="*/ 1307447 h 1314790"/>
                <a:gd name="connsiteX207" fmla="*/ 536746 w 1211436"/>
                <a:gd name="connsiteY207" fmla="*/ 1305594 h 1314790"/>
                <a:gd name="connsiteX208" fmla="*/ 529334 w 1211436"/>
                <a:gd name="connsiteY208" fmla="*/ 1303466 h 1314790"/>
                <a:gd name="connsiteX209" fmla="*/ 521922 w 1211436"/>
                <a:gd name="connsiteY209" fmla="*/ 1301065 h 1314790"/>
                <a:gd name="connsiteX210" fmla="*/ 514579 w 1211436"/>
                <a:gd name="connsiteY210" fmla="*/ 1298525 h 1314790"/>
                <a:gd name="connsiteX211" fmla="*/ 507373 w 1211436"/>
                <a:gd name="connsiteY211" fmla="*/ 1295711 h 1314790"/>
                <a:gd name="connsiteX212" fmla="*/ 500167 w 1211436"/>
                <a:gd name="connsiteY212" fmla="*/ 1292760 h 1314790"/>
                <a:gd name="connsiteX213" fmla="*/ 492961 w 1211436"/>
                <a:gd name="connsiteY213" fmla="*/ 1289535 h 1314790"/>
                <a:gd name="connsiteX214" fmla="*/ 485961 w 1211436"/>
                <a:gd name="connsiteY214" fmla="*/ 1286103 h 1314790"/>
                <a:gd name="connsiteX215" fmla="*/ 478617 w 1211436"/>
                <a:gd name="connsiteY215" fmla="*/ 1282329 h 1314790"/>
                <a:gd name="connsiteX216" fmla="*/ 470039 w 1211436"/>
                <a:gd name="connsiteY216" fmla="*/ 1277731 h 1314790"/>
                <a:gd name="connsiteX217" fmla="*/ 460431 w 1211436"/>
                <a:gd name="connsiteY217" fmla="*/ 1272446 h 1314790"/>
                <a:gd name="connsiteX218" fmla="*/ 450068 w 1211436"/>
                <a:gd name="connsiteY218" fmla="*/ 1266750 h 1314790"/>
                <a:gd name="connsiteX219" fmla="*/ 439019 w 1211436"/>
                <a:gd name="connsiteY219" fmla="*/ 1260368 h 1314790"/>
                <a:gd name="connsiteX220" fmla="*/ 427420 w 1211436"/>
                <a:gd name="connsiteY220" fmla="*/ 1253848 h 1314790"/>
                <a:gd name="connsiteX221" fmla="*/ 415548 w 1211436"/>
                <a:gd name="connsiteY221" fmla="*/ 1246916 h 1314790"/>
                <a:gd name="connsiteX222" fmla="*/ 403400 w 1211436"/>
                <a:gd name="connsiteY222" fmla="*/ 1239848 h 1314790"/>
                <a:gd name="connsiteX223" fmla="*/ 391322 w 1211436"/>
                <a:gd name="connsiteY223" fmla="*/ 1232710 h 1314790"/>
                <a:gd name="connsiteX224" fmla="*/ 379312 w 1211436"/>
                <a:gd name="connsiteY224" fmla="*/ 1225641 h 1314790"/>
                <a:gd name="connsiteX225" fmla="*/ 367645 w 1211436"/>
                <a:gd name="connsiteY225" fmla="*/ 1218710 h 1314790"/>
                <a:gd name="connsiteX226" fmla="*/ 356389 w 1211436"/>
                <a:gd name="connsiteY226" fmla="*/ 1212053 h 1314790"/>
                <a:gd name="connsiteX227" fmla="*/ 345752 w 1211436"/>
                <a:gd name="connsiteY227" fmla="*/ 1205739 h 1314790"/>
                <a:gd name="connsiteX228" fmla="*/ 336007 w 1211436"/>
                <a:gd name="connsiteY228" fmla="*/ 1199837 h 1314790"/>
                <a:gd name="connsiteX229" fmla="*/ 327085 w 1211436"/>
                <a:gd name="connsiteY229" fmla="*/ 1194553 h 1314790"/>
                <a:gd name="connsiteX230" fmla="*/ 319330 w 1211436"/>
                <a:gd name="connsiteY230" fmla="*/ 1189886 h 1314790"/>
                <a:gd name="connsiteX231" fmla="*/ 194014 w 1211436"/>
                <a:gd name="connsiteY231" fmla="*/ 1118581 h 1314790"/>
                <a:gd name="connsiteX232" fmla="*/ 190994 w 1211436"/>
                <a:gd name="connsiteY232" fmla="*/ 1117002 h 1314790"/>
                <a:gd name="connsiteX233" fmla="*/ 188386 w 1211436"/>
                <a:gd name="connsiteY233" fmla="*/ 1115630 h 1314790"/>
                <a:gd name="connsiteX234" fmla="*/ 185847 w 1211436"/>
                <a:gd name="connsiteY234" fmla="*/ 1114188 h 1314790"/>
                <a:gd name="connsiteX235" fmla="*/ 183376 w 1211436"/>
                <a:gd name="connsiteY235" fmla="*/ 1112816 h 1314790"/>
                <a:gd name="connsiteX236" fmla="*/ 180837 w 1211436"/>
                <a:gd name="connsiteY236" fmla="*/ 1111375 h 1314790"/>
                <a:gd name="connsiteX237" fmla="*/ 178298 w 1211436"/>
                <a:gd name="connsiteY237" fmla="*/ 1109933 h 1314790"/>
                <a:gd name="connsiteX238" fmla="*/ 175552 w 1211436"/>
                <a:gd name="connsiteY238" fmla="*/ 1108424 h 1314790"/>
                <a:gd name="connsiteX239" fmla="*/ 172601 w 1211436"/>
                <a:gd name="connsiteY239" fmla="*/ 1106776 h 1314790"/>
                <a:gd name="connsiteX240" fmla="*/ 111041 w 1211436"/>
                <a:gd name="connsiteY240" fmla="*/ 1069031 h 1314790"/>
                <a:gd name="connsiteX241" fmla="*/ 108228 w 1211436"/>
                <a:gd name="connsiteY241" fmla="*/ 1067109 h 1314790"/>
                <a:gd name="connsiteX242" fmla="*/ 105757 w 1211436"/>
                <a:gd name="connsiteY242" fmla="*/ 1065256 h 1314790"/>
                <a:gd name="connsiteX243" fmla="*/ 103561 w 1211436"/>
                <a:gd name="connsiteY243" fmla="*/ 1063472 h 1314790"/>
                <a:gd name="connsiteX244" fmla="*/ 101502 w 1211436"/>
                <a:gd name="connsiteY244" fmla="*/ 1061825 h 1314790"/>
                <a:gd name="connsiteX245" fmla="*/ 97933 w 1211436"/>
                <a:gd name="connsiteY245" fmla="*/ 1058874 h 1314790"/>
                <a:gd name="connsiteX246" fmla="*/ 94982 w 1211436"/>
                <a:gd name="connsiteY246" fmla="*/ 1056129 h 1314790"/>
                <a:gd name="connsiteX247" fmla="*/ 92237 w 1211436"/>
                <a:gd name="connsiteY247" fmla="*/ 1053589 h 1314790"/>
                <a:gd name="connsiteX248" fmla="*/ 89698 w 1211436"/>
                <a:gd name="connsiteY248" fmla="*/ 1051119 h 1314790"/>
                <a:gd name="connsiteX249" fmla="*/ 88394 w 1211436"/>
                <a:gd name="connsiteY249" fmla="*/ 1049952 h 1314790"/>
                <a:gd name="connsiteX250" fmla="*/ 87022 w 1211436"/>
                <a:gd name="connsiteY250" fmla="*/ 1048717 h 1314790"/>
                <a:gd name="connsiteX251" fmla="*/ 85580 w 1211436"/>
                <a:gd name="connsiteY251" fmla="*/ 1047481 h 1314790"/>
                <a:gd name="connsiteX252" fmla="*/ 84070 w 1211436"/>
                <a:gd name="connsiteY252" fmla="*/ 1046246 h 1314790"/>
                <a:gd name="connsiteX253" fmla="*/ 81874 w 1211436"/>
                <a:gd name="connsiteY253" fmla="*/ 1044599 h 1314790"/>
                <a:gd name="connsiteX254" fmla="*/ 79747 w 1211436"/>
                <a:gd name="connsiteY254" fmla="*/ 1042814 h 1314790"/>
                <a:gd name="connsiteX255" fmla="*/ 77619 w 1211436"/>
                <a:gd name="connsiteY255" fmla="*/ 1040824 h 1314790"/>
                <a:gd name="connsiteX256" fmla="*/ 75492 w 1211436"/>
                <a:gd name="connsiteY256" fmla="*/ 1038765 h 1314790"/>
                <a:gd name="connsiteX257" fmla="*/ 73296 w 1211436"/>
                <a:gd name="connsiteY257" fmla="*/ 1036569 h 1314790"/>
                <a:gd name="connsiteX258" fmla="*/ 71099 w 1211436"/>
                <a:gd name="connsiteY258" fmla="*/ 1034304 h 1314790"/>
                <a:gd name="connsiteX259" fmla="*/ 68903 w 1211436"/>
                <a:gd name="connsiteY259" fmla="*/ 1031834 h 1314790"/>
                <a:gd name="connsiteX260" fmla="*/ 66776 w 1211436"/>
                <a:gd name="connsiteY260" fmla="*/ 1029432 h 1314790"/>
                <a:gd name="connsiteX261" fmla="*/ 64580 w 1211436"/>
                <a:gd name="connsiteY261" fmla="*/ 1026824 h 1314790"/>
                <a:gd name="connsiteX262" fmla="*/ 62384 w 1211436"/>
                <a:gd name="connsiteY262" fmla="*/ 1024216 h 1314790"/>
                <a:gd name="connsiteX263" fmla="*/ 60256 w 1211436"/>
                <a:gd name="connsiteY263" fmla="*/ 1021540 h 1314790"/>
                <a:gd name="connsiteX264" fmla="*/ 58129 w 1211436"/>
                <a:gd name="connsiteY264" fmla="*/ 1018726 h 1314790"/>
                <a:gd name="connsiteX265" fmla="*/ 56001 w 1211436"/>
                <a:gd name="connsiteY265" fmla="*/ 1015912 h 1314790"/>
                <a:gd name="connsiteX266" fmla="*/ 53874 w 1211436"/>
                <a:gd name="connsiteY266" fmla="*/ 1013029 h 1314790"/>
                <a:gd name="connsiteX267" fmla="*/ 51815 w 1211436"/>
                <a:gd name="connsiteY267" fmla="*/ 1010147 h 1314790"/>
                <a:gd name="connsiteX268" fmla="*/ 49756 w 1211436"/>
                <a:gd name="connsiteY268" fmla="*/ 1007196 h 1314790"/>
                <a:gd name="connsiteX269" fmla="*/ 45707 w 1211436"/>
                <a:gd name="connsiteY269" fmla="*/ 1001226 h 1314790"/>
                <a:gd name="connsiteX270" fmla="*/ 41932 w 1211436"/>
                <a:gd name="connsiteY270" fmla="*/ 995186 h 1314790"/>
                <a:gd name="connsiteX271" fmla="*/ 38226 w 1211436"/>
                <a:gd name="connsiteY271" fmla="*/ 989284 h 1314790"/>
                <a:gd name="connsiteX272" fmla="*/ 34795 w 1211436"/>
                <a:gd name="connsiteY272" fmla="*/ 983382 h 1314790"/>
                <a:gd name="connsiteX273" fmla="*/ 31501 w 1211436"/>
                <a:gd name="connsiteY273" fmla="*/ 977686 h 1314790"/>
                <a:gd name="connsiteX274" fmla="*/ 28550 w 1211436"/>
                <a:gd name="connsiteY274" fmla="*/ 972127 h 1314790"/>
                <a:gd name="connsiteX275" fmla="*/ 25805 w 1211436"/>
                <a:gd name="connsiteY275" fmla="*/ 966842 h 1314790"/>
                <a:gd name="connsiteX276" fmla="*/ 23403 w 1211436"/>
                <a:gd name="connsiteY276" fmla="*/ 961901 h 1314790"/>
                <a:gd name="connsiteX277" fmla="*/ 22304 w 1211436"/>
                <a:gd name="connsiteY277" fmla="*/ 959499 h 1314790"/>
                <a:gd name="connsiteX278" fmla="*/ 21206 w 1211436"/>
                <a:gd name="connsiteY278" fmla="*/ 956823 h 1314790"/>
                <a:gd name="connsiteX279" fmla="*/ 20040 w 1211436"/>
                <a:gd name="connsiteY279" fmla="*/ 954215 h 1314790"/>
                <a:gd name="connsiteX280" fmla="*/ 19010 w 1211436"/>
                <a:gd name="connsiteY280" fmla="*/ 951401 h 1314790"/>
                <a:gd name="connsiteX281" fmla="*/ 17844 w 1211436"/>
                <a:gd name="connsiteY281" fmla="*/ 948519 h 1314790"/>
                <a:gd name="connsiteX282" fmla="*/ 16745 w 1211436"/>
                <a:gd name="connsiteY282" fmla="*/ 945567 h 1314790"/>
                <a:gd name="connsiteX283" fmla="*/ 15716 w 1211436"/>
                <a:gd name="connsiteY283" fmla="*/ 942548 h 1314790"/>
                <a:gd name="connsiteX284" fmla="*/ 14618 w 1211436"/>
                <a:gd name="connsiteY284" fmla="*/ 939528 h 1314790"/>
                <a:gd name="connsiteX285" fmla="*/ 12697 w 1211436"/>
                <a:gd name="connsiteY285" fmla="*/ 933077 h 1314790"/>
                <a:gd name="connsiteX286" fmla="*/ 10706 w 1211436"/>
                <a:gd name="connsiteY286" fmla="*/ 926489 h 1314790"/>
                <a:gd name="connsiteX287" fmla="*/ 9814 w 1211436"/>
                <a:gd name="connsiteY287" fmla="*/ 923057 h 1314790"/>
                <a:gd name="connsiteX288" fmla="*/ 8853 w 1211436"/>
                <a:gd name="connsiteY288" fmla="*/ 919694 h 1314790"/>
                <a:gd name="connsiteX289" fmla="*/ 7961 w 1211436"/>
                <a:gd name="connsiteY289" fmla="*/ 916194 h 1314790"/>
                <a:gd name="connsiteX290" fmla="*/ 7138 w 1211436"/>
                <a:gd name="connsiteY290" fmla="*/ 912694 h 1314790"/>
                <a:gd name="connsiteX291" fmla="*/ 6383 w 1211436"/>
                <a:gd name="connsiteY291" fmla="*/ 909194 h 1314790"/>
                <a:gd name="connsiteX292" fmla="*/ 5559 w 1211436"/>
                <a:gd name="connsiteY292" fmla="*/ 905557 h 1314790"/>
                <a:gd name="connsiteX293" fmla="*/ 4941 w 1211436"/>
                <a:gd name="connsiteY293" fmla="*/ 901920 h 1314790"/>
                <a:gd name="connsiteX294" fmla="*/ 4186 w 1211436"/>
                <a:gd name="connsiteY294" fmla="*/ 898351 h 1314790"/>
                <a:gd name="connsiteX295" fmla="*/ 3637 w 1211436"/>
                <a:gd name="connsiteY295" fmla="*/ 894714 h 1314790"/>
                <a:gd name="connsiteX296" fmla="*/ 2951 w 1211436"/>
                <a:gd name="connsiteY296" fmla="*/ 891076 h 1314790"/>
                <a:gd name="connsiteX297" fmla="*/ 2471 w 1211436"/>
                <a:gd name="connsiteY297" fmla="*/ 887370 h 1314790"/>
                <a:gd name="connsiteX298" fmla="*/ 1990 w 1211436"/>
                <a:gd name="connsiteY298" fmla="*/ 883802 h 1314790"/>
                <a:gd name="connsiteX299" fmla="*/ 1510 w 1211436"/>
                <a:gd name="connsiteY299" fmla="*/ 880164 h 1314790"/>
                <a:gd name="connsiteX300" fmla="*/ 1167 w 1211436"/>
                <a:gd name="connsiteY300" fmla="*/ 876458 h 1314790"/>
                <a:gd name="connsiteX301" fmla="*/ 824 w 1211436"/>
                <a:gd name="connsiteY301" fmla="*/ 872890 h 1314790"/>
                <a:gd name="connsiteX302" fmla="*/ 481 w 1211436"/>
                <a:gd name="connsiteY302" fmla="*/ 869252 h 1314790"/>
                <a:gd name="connsiteX303" fmla="*/ 343 w 1211436"/>
                <a:gd name="connsiteY303" fmla="*/ 865615 h 1314790"/>
                <a:gd name="connsiteX304" fmla="*/ 138 w 1211436"/>
                <a:gd name="connsiteY304" fmla="*/ 862115 h 1314790"/>
                <a:gd name="connsiteX305" fmla="*/ 0 w 1211436"/>
                <a:gd name="connsiteY305" fmla="*/ 858546 h 1314790"/>
                <a:gd name="connsiteX306" fmla="*/ 0 w 1211436"/>
                <a:gd name="connsiteY306" fmla="*/ 855046 h 1314790"/>
                <a:gd name="connsiteX307" fmla="*/ 0 w 1211436"/>
                <a:gd name="connsiteY307" fmla="*/ 459744 h 1314790"/>
                <a:gd name="connsiteX308" fmla="*/ 0 w 1211436"/>
                <a:gd name="connsiteY308" fmla="*/ 456244 h 1314790"/>
                <a:gd name="connsiteX309" fmla="*/ 138 w 1211436"/>
                <a:gd name="connsiteY309" fmla="*/ 452607 h 1314790"/>
                <a:gd name="connsiteX310" fmla="*/ 343 w 1211436"/>
                <a:gd name="connsiteY310" fmla="*/ 448970 h 1314790"/>
                <a:gd name="connsiteX311" fmla="*/ 481 w 1211436"/>
                <a:gd name="connsiteY311" fmla="*/ 445401 h 1314790"/>
                <a:gd name="connsiteX312" fmla="*/ 824 w 1211436"/>
                <a:gd name="connsiteY312" fmla="*/ 441695 h 1314790"/>
                <a:gd name="connsiteX313" fmla="*/ 1167 w 1211436"/>
                <a:gd name="connsiteY313" fmla="*/ 438058 h 1314790"/>
                <a:gd name="connsiteX314" fmla="*/ 1578 w 1211436"/>
                <a:gd name="connsiteY314" fmla="*/ 434352 h 1314790"/>
                <a:gd name="connsiteX315" fmla="*/ 1990 w 1211436"/>
                <a:gd name="connsiteY315" fmla="*/ 430646 h 1314790"/>
                <a:gd name="connsiteX316" fmla="*/ 2539 w 1211436"/>
                <a:gd name="connsiteY316" fmla="*/ 426871 h 1314790"/>
                <a:gd name="connsiteX317" fmla="*/ 3020 w 1211436"/>
                <a:gd name="connsiteY317" fmla="*/ 423165 h 1314790"/>
                <a:gd name="connsiteX318" fmla="*/ 3706 w 1211436"/>
                <a:gd name="connsiteY318" fmla="*/ 419528 h 1314790"/>
                <a:gd name="connsiteX319" fmla="*/ 4392 w 1211436"/>
                <a:gd name="connsiteY319" fmla="*/ 415822 h 1314790"/>
                <a:gd name="connsiteX320" fmla="*/ 5010 w 1211436"/>
                <a:gd name="connsiteY320" fmla="*/ 412185 h 1314790"/>
                <a:gd name="connsiteX321" fmla="*/ 5765 w 1211436"/>
                <a:gd name="connsiteY321" fmla="*/ 408479 h 1314790"/>
                <a:gd name="connsiteX322" fmla="*/ 6588 w 1211436"/>
                <a:gd name="connsiteY322" fmla="*/ 404842 h 1314790"/>
                <a:gd name="connsiteX323" fmla="*/ 7412 w 1211436"/>
                <a:gd name="connsiteY323" fmla="*/ 401273 h 1314790"/>
                <a:gd name="connsiteX324" fmla="*/ 8236 w 1211436"/>
                <a:gd name="connsiteY324" fmla="*/ 397704 h 1314790"/>
                <a:gd name="connsiteX325" fmla="*/ 9128 w 1211436"/>
                <a:gd name="connsiteY325" fmla="*/ 394204 h 1314790"/>
                <a:gd name="connsiteX326" fmla="*/ 10020 w 1211436"/>
                <a:gd name="connsiteY326" fmla="*/ 390635 h 1314790"/>
                <a:gd name="connsiteX327" fmla="*/ 11049 w 1211436"/>
                <a:gd name="connsiteY327" fmla="*/ 387204 h 1314790"/>
                <a:gd name="connsiteX328" fmla="*/ 12010 w 1211436"/>
                <a:gd name="connsiteY328" fmla="*/ 383841 h 1314790"/>
                <a:gd name="connsiteX329" fmla="*/ 12971 w 1211436"/>
                <a:gd name="connsiteY329" fmla="*/ 380547 h 1314790"/>
                <a:gd name="connsiteX330" fmla="*/ 14000 w 1211436"/>
                <a:gd name="connsiteY330" fmla="*/ 377253 h 1314790"/>
                <a:gd name="connsiteX331" fmla="*/ 15030 w 1211436"/>
                <a:gd name="connsiteY331" fmla="*/ 374027 h 1314790"/>
                <a:gd name="connsiteX332" fmla="*/ 16128 w 1211436"/>
                <a:gd name="connsiteY332" fmla="*/ 370939 h 1314790"/>
                <a:gd name="connsiteX333" fmla="*/ 17295 w 1211436"/>
                <a:gd name="connsiteY333" fmla="*/ 367919 h 1314790"/>
                <a:gd name="connsiteX334" fmla="*/ 18324 w 1211436"/>
                <a:gd name="connsiteY334" fmla="*/ 364968 h 1314790"/>
                <a:gd name="connsiteX335" fmla="*/ 19490 w 1211436"/>
                <a:gd name="connsiteY335" fmla="*/ 361948 h 1314790"/>
                <a:gd name="connsiteX336" fmla="*/ 20657 w 1211436"/>
                <a:gd name="connsiteY336" fmla="*/ 359272 h 1314790"/>
                <a:gd name="connsiteX337" fmla="*/ 21824 w 1211436"/>
                <a:gd name="connsiteY337" fmla="*/ 356527 h 1314790"/>
                <a:gd name="connsiteX338" fmla="*/ 22922 w 1211436"/>
                <a:gd name="connsiteY338" fmla="*/ 353919 h 1314790"/>
                <a:gd name="connsiteX339" fmla="*/ 24089 w 1211436"/>
                <a:gd name="connsiteY339" fmla="*/ 351448 h 1314790"/>
                <a:gd name="connsiteX340" fmla="*/ 26903 w 1211436"/>
                <a:gd name="connsiteY340" fmla="*/ 345889 h 1314790"/>
                <a:gd name="connsiteX341" fmla="*/ 29579 w 1211436"/>
                <a:gd name="connsiteY341" fmla="*/ 340262 h 1314790"/>
                <a:gd name="connsiteX342" fmla="*/ 32393 w 1211436"/>
                <a:gd name="connsiteY342" fmla="*/ 334840 h 1314790"/>
                <a:gd name="connsiteX343" fmla="*/ 35344 w 1211436"/>
                <a:gd name="connsiteY343" fmla="*/ 329418 h 1314790"/>
                <a:gd name="connsiteX344" fmla="*/ 36854 w 1211436"/>
                <a:gd name="connsiteY344" fmla="*/ 326810 h 1314790"/>
                <a:gd name="connsiteX345" fmla="*/ 38295 w 1211436"/>
                <a:gd name="connsiteY345" fmla="*/ 324202 h 1314790"/>
                <a:gd name="connsiteX346" fmla="*/ 39873 w 1211436"/>
                <a:gd name="connsiteY346" fmla="*/ 321663 h 1314790"/>
                <a:gd name="connsiteX347" fmla="*/ 41452 w 1211436"/>
                <a:gd name="connsiteY347" fmla="*/ 319055 h 1314790"/>
                <a:gd name="connsiteX348" fmla="*/ 43099 w 1211436"/>
                <a:gd name="connsiteY348" fmla="*/ 316516 h 1314790"/>
                <a:gd name="connsiteX349" fmla="*/ 44746 w 1211436"/>
                <a:gd name="connsiteY349" fmla="*/ 314045 h 1314790"/>
                <a:gd name="connsiteX350" fmla="*/ 46462 w 1211436"/>
                <a:gd name="connsiteY350" fmla="*/ 311575 h 1314790"/>
                <a:gd name="connsiteX351" fmla="*/ 48177 w 1211436"/>
                <a:gd name="connsiteY351" fmla="*/ 309310 h 1314790"/>
                <a:gd name="connsiteX352" fmla="*/ 50031 w 1211436"/>
                <a:gd name="connsiteY352" fmla="*/ 306839 h 1314790"/>
                <a:gd name="connsiteX353" fmla="*/ 51746 w 1211436"/>
                <a:gd name="connsiteY353" fmla="*/ 304437 h 1314790"/>
                <a:gd name="connsiteX354" fmla="*/ 53462 w 1211436"/>
                <a:gd name="connsiteY354" fmla="*/ 301967 h 1314790"/>
                <a:gd name="connsiteX355" fmla="*/ 55246 w 1211436"/>
                <a:gd name="connsiteY355" fmla="*/ 299633 h 1314790"/>
                <a:gd name="connsiteX356" fmla="*/ 56962 w 1211436"/>
                <a:gd name="connsiteY356" fmla="*/ 297231 h 1314790"/>
                <a:gd name="connsiteX357" fmla="*/ 58815 w 1211436"/>
                <a:gd name="connsiteY357" fmla="*/ 294898 h 1314790"/>
                <a:gd name="connsiteX358" fmla="*/ 60668 w 1211436"/>
                <a:gd name="connsiteY358" fmla="*/ 292702 h 1314790"/>
                <a:gd name="connsiteX359" fmla="*/ 62658 w 1211436"/>
                <a:gd name="connsiteY359" fmla="*/ 290574 h 1314790"/>
                <a:gd name="connsiteX360" fmla="*/ 67462 w 1211436"/>
                <a:gd name="connsiteY360" fmla="*/ 285358 h 1314790"/>
                <a:gd name="connsiteX361" fmla="*/ 70482 w 1211436"/>
                <a:gd name="connsiteY361" fmla="*/ 281927 h 1314790"/>
                <a:gd name="connsiteX362" fmla="*/ 72335 w 1211436"/>
                <a:gd name="connsiteY362" fmla="*/ 279525 h 1314790"/>
                <a:gd name="connsiteX363" fmla="*/ 73776 w 1211436"/>
                <a:gd name="connsiteY363" fmla="*/ 277947 h 1314790"/>
                <a:gd name="connsiteX364" fmla="*/ 74531 w 1211436"/>
                <a:gd name="connsiteY364" fmla="*/ 277123 h 1314790"/>
                <a:gd name="connsiteX365" fmla="*/ 75355 w 1211436"/>
                <a:gd name="connsiteY365" fmla="*/ 276368 h 1314790"/>
                <a:gd name="connsiteX366" fmla="*/ 76247 w 1211436"/>
                <a:gd name="connsiteY366" fmla="*/ 275339 h 1314790"/>
                <a:gd name="connsiteX367" fmla="*/ 77482 w 1211436"/>
                <a:gd name="connsiteY367" fmla="*/ 274309 h 1314790"/>
                <a:gd name="connsiteX368" fmla="*/ 80982 w 1211436"/>
                <a:gd name="connsiteY368" fmla="*/ 271290 h 1314790"/>
                <a:gd name="connsiteX369" fmla="*/ 86335 w 1211436"/>
                <a:gd name="connsiteY369" fmla="*/ 266760 h 1314790"/>
                <a:gd name="connsiteX370" fmla="*/ 87570 w 1211436"/>
                <a:gd name="connsiteY370" fmla="*/ 265593 h 1314790"/>
                <a:gd name="connsiteX371" fmla="*/ 88737 w 1211436"/>
                <a:gd name="connsiteY371" fmla="*/ 264633 h 1314790"/>
                <a:gd name="connsiteX372" fmla="*/ 89698 w 1211436"/>
                <a:gd name="connsiteY372" fmla="*/ 263603 h 1314790"/>
                <a:gd name="connsiteX373" fmla="*/ 90590 w 1211436"/>
                <a:gd name="connsiteY373" fmla="*/ 262642 h 1314790"/>
                <a:gd name="connsiteX374" fmla="*/ 92512 w 1211436"/>
                <a:gd name="connsiteY374" fmla="*/ 260652 h 1314790"/>
                <a:gd name="connsiteX375" fmla="*/ 94708 w 1211436"/>
                <a:gd name="connsiteY375" fmla="*/ 258525 h 1314790"/>
                <a:gd name="connsiteX376" fmla="*/ 123120 w 1211436"/>
                <a:gd name="connsiteY376" fmla="*/ 237181 h 1314790"/>
                <a:gd name="connsiteX377" fmla="*/ 129503 w 1211436"/>
                <a:gd name="connsiteY377" fmla="*/ 232995 h 1314790"/>
                <a:gd name="connsiteX378" fmla="*/ 136228 w 1211436"/>
                <a:gd name="connsiteY378" fmla="*/ 228877 h 1314790"/>
                <a:gd name="connsiteX379" fmla="*/ 143160 w 1211436"/>
                <a:gd name="connsiteY379" fmla="*/ 224691 h 1314790"/>
                <a:gd name="connsiteX380" fmla="*/ 150228 w 1211436"/>
                <a:gd name="connsiteY380" fmla="*/ 220504 h 1314790"/>
                <a:gd name="connsiteX381" fmla="*/ 157572 w 1211436"/>
                <a:gd name="connsiteY381" fmla="*/ 216387 h 1314790"/>
                <a:gd name="connsiteX382" fmla="*/ 164846 w 1211436"/>
                <a:gd name="connsiteY382" fmla="*/ 212269 h 1314790"/>
                <a:gd name="connsiteX383" fmla="*/ 172327 w 1211436"/>
                <a:gd name="connsiteY383" fmla="*/ 208151 h 1314790"/>
                <a:gd name="connsiteX384" fmla="*/ 179808 w 1211436"/>
                <a:gd name="connsiteY384" fmla="*/ 204034 h 1314790"/>
                <a:gd name="connsiteX385" fmla="*/ 187425 w 1211436"/>
                <a:gd name="connsiteY385" fmla="*/ 199916 h 1314790"/>
                <a:gd name="connsiteX386" fmla="*/ 194906 w 1211436"/>
                <a:gd name="connsiteY386" fmla="*/ 195798 h 1314790"/>
                <a:gd name="connsiteX387" fmla="*/ 202386 w 1211436"/>
                <a:gd name="connsiteY387" fmla="*/ 191818 h 1314790"/>
                <a:gd name="connsiteX388" fmla="*/ 209798 w 1211436"/>
                <a:gd name="connsiteY388" fmla="*/ 187768 h 1314790"/>
                <a:gd name="connsiteX389" fmla="*/ 217004 w 1211436"/>
                <a:gd name="connsiteY389" fmla="*/ 183720 h 1314790"/>
                <a:gd name="connsiteX390" fmla="*/ 224073 w 1211436"/>
                <a:gd name="connsiteY390" fmla="*/ 179739 h 1314790"/>
                <a:gd name="connsiteX391" fmla="*/ 231073 w 1211436"/>
                <a:gd name="connsiteY391" fmla="*/ 175690 h 1314790"/>
                <a:gd name="connsiteX392" fmla="*/ 237731 w 1211436"/>
                <a:gd name="connsiteY392" fmla="*/ 171778 h 1314790"/>
                <a:gd name="connsiteX393" fmla="*/ 243084 w 1211436"/>
                <a:gd name="connsiteY393" fmla="*/ 168552 h 1314790"/>
                <a:gd name="connsiteX394" fmla="*/ 248368 w 1211436"/>
                <a:gd name="connsiteY394" fmla="*/ 165601 h 1314790"/>
                <a:gd name="connsiteX395" fmla="*/ 253584 w 1211436"/>
                <a:gd name="connsiteY395" fmla="*/ 162650 h 1314790"/>
                <a:gd name="connsiteX396" fmla="*/ 258868 w 1211436"/>
                <a:gd name="connsiteY396" fmla="*/ 159631 h 1314790"/>
                <a:gd name="connsiteX397" fmla="*/ 264015 w 1211436"/>
                <a:gd name="connsiteY397" fmla="*/ 156817 h 1314790"/>
                <a:gd name="connsiteX398" fmla="*/ 269299 w 1211436"/>
                <a:gd name="connsiteY398" fmla="*/ 153797 h 1314790"/>
                <a:gd name="connsiteX399" fmla="*/ 274653 w 1211436"/>
                <a:gd name="connsiteY399" fmla="*/ 150846 h 1314790"/>
                <a:gd name="connsiteX400" fmla="*/ 280006 w 1211436"/>
                <a:gd name="connsiteY400" fmla="*/ 147689 h 1314790"/>
                <a:gd name="connsiteX401" fmla="*/ 289545 w 1211436"/>
                <a:gd name="connsiteY401" fmla="*/ 141925 h 1314790"/>
                <a:gd name="connsiteX402" fmla="*/ 300663 w 1211436"/>
                <a:gd name="connsiteY402" fmla="*/ 135267 h 1314790"/>
                <a:gd name="connsiteX403" fmla="*/ 313085 w 1211436"/>
                <a:gd name="connsiteY403" fmla="*/ 127924 h 1314790"/>
                <a:gd name="connsiteX404" fmla="*/ 326399 w 1211436"/>
                <a:gd name="connsiteY404" fmla="*/ 119963 h 1314790"/>
                <a:gd name="connsiteX405" fmla="*/ 340605 w 1211436"/>
                <a:gd name="connsiteY405" fmla="*/ 111590 h 1314790"/>
                <a:gd name="connsiteX406" fmla="*/ 355429 w 1211436"/>
                <a:gd name="connsiteY406" fmla="*/ 102875 h 1314790"/>
                <a:gd name="connsiteX407" fmla="*/ 370596 w 1211436"/>
                <a:gd name="connsiteY407" fmla="*/ 93953 h 1314790"/>
                <a:gd name="connsiteX408" fmla="*/ 385900 w 1211436"/>
                <a:gd name="connsiteY408" fmla="*/ 84963 h 1314790"/>
                <a:gd name="connsiteX409" fmla="*/ 401204 w 1211436"/>
                <a:gd name="connsiteY409" fmla="*/ 76109 h 1314790"/>
                <a:gd name="connsiteX410" fmla="*/ 416165 w 1211436"/>
                <a:gd name="connsiteY410" fmla="*/ 67462 h 1314790"/>
                <a:gd name="connsiteX411" fmla="*/ 430577 w 1211436"/>
                <a:gd name="connsiteY411" fmla="*/ 59158 h 1314790"/>
                <a:gd name="connsiteX412" fmla="*/ 444303 w 1211436"/>
                <a:gd name="connsiteY412" fmla="*/ 51334 h 1314790"/>
                <a:gd name="connsiteX413" fmla="*/ 457068 w 1211436"/>
                <a:gd name="connsiteY413" fmla="*/ 44197 h 1314790"/>
                <a:gd name="connsiteX414" fmla="*/ 468666 w 1211436"/>
                <a:gd name="connsiteY414" fmla="*/ 37883 h 1314790"/>
                <a:gd name="connsiteX415" fmla="*/ 473882 w 1211436"/>
                <a:gd name="connsiteY415" fmla="*/ 35001 h 1314790"/>
                <a:gd name="connsiteX416" fmla="*/ 478755 w 1211436"/>
                <a:gd name="connsiteY416" fmla="*/ 32393 h 1314790"/>
                <a:gd name="connsiteX417" fmla="*/ 483284 w 1211436"/>
                <a:gd name="connsiteY417" fmla="*/ 29991 h 1314790"/>
                <a:gd name="connsiteX418" fmla="*/ 487333 w 1211436"/>
                <a:gd name="connsiteY418" fmla="*/ 27932 h 1314790"/>
                <a:gd name="connsiteX419" fmla="*/ 494402 w 1211436"/>
                <a:gd name="connsiteY419" fmla="*/ 24501 h 1314790"/>
                <a:gd name="connsiteX420" fmla="*/ 501540 w 1211436"/>
                <a:gd name="connsiteY420" fmla="*/ 21275 h 1314790"/>
                <a:gd name="connsiteX421" fmla="*/ 508746 w 1211436"/>
                <a:gd name="connsiteY421" fmla="*/ 18324 h 1314790"/>
                <a:gd name="connsiteX422" fmla="*/ 516020 w 1211436"/>
                <a:gd name="connsiteY422" fmla="*/ 15648 h 1314790"/>
                <a:gd name="connsiteX423" fmla="*/ 523432 w 1211436"/>
                <a:gd name="connsiteY423" fmla="*/ 13040 h 1314790"/>
                <a:gd name="connsiteX424" fmla="*/ 530707 w 1211436"/>
                <a:gd name="connsiteY424" fmla="*/ 10775 h 1314790"/>
                <a:gd name="connsiteX425" fmla="*/ 538187 w 1211436"/>
                <a:gd name="connsiteY425" fmla="*/ 8716 h 1314790"/>
                <a:gd name="connsiteX426" fmla="*/ 545668 w 1211436"/>
                <a:gd name="connsiteY426" fmla="*/ 6794 h 1314790"/>
                <a:gd name="connsiteX427" fmla="*/ 553149 w 1211436"/>
                <a:gd name="connsiteY427" fmla="*/ 5147 h 1314790"/>
                <a:gd name="connsiteX428" fmla="*/ 560766 w 1211436"/>
                <a:gd name="connsiteY428" fmla="*/ 3775 h 1314790"/>
                <a:gd name="connsiteX429" fmla="*/ 568315 w 1211436"/>
                <a:gd name="connsiteY429" fmla="*/ 2608 h 1314790"/>
                <a:gd name="connsiteX430" fmla="*/ 575865 w 1211436"/>
                <a:gd name="connsiteY430" fmla="*/ 1647 h 1314790"/>
                <a:gd name="connsiteX431" fmla="*/ 583482 w 1211436"/>
                <a:gd name="connsiteY431" fmla="*/ 892 h 1314790"/>
                <a:gd name="connsiteX432" fmla="*/ 591169 w 1211436"/>
                <a:gd name="connsiteY432" fmla="*/ 412 h 1314790"/>
                <a:gd name="connsiteX433" fmla="*/ 598786 w 1211436"/>
                <a:gd name="connsiteY433" fmla="*/ 69 h 1314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</a:cxnLst>
              <a:rect l="l" t="t" r="r" b="b"/>
              <a:pathLst>
                <a:path w="1211436" h="1314790">
                  <a:moveTo>
                    <a:pt x="606473" y="0"/>
                  </a:moveTo>
                  <a:lnTo>
                    <a:pt x="614091" y="138"/>
                  </a:lnTo>
                  <a:lnTo>
                    <a:pt x="621777" y="481"/>
                  </a:lnTo>
                  <a:lnTo>
                    <a:pt x="629395" y="1098"/>
                  </a:lnTo>
                  <a:lnTo>
                    <a:pt x="636944" y="1922"/>
                  </a:lnTo>
                  <a:lnTo>
                    <a:pt x="644631" y="2951"/>
                  </a:lnTo>
                  <a:lnTo>
                    <a:pt x="652180" y="4186"/>
                  </a:lnTo>
                  <a:lnTo>
                    <a:pt x="659660" y="5696"/>
                  </a:lnTo>
                  <a:lnTo>
                    <a:pt x="667210" y="7344"/>
                  </a:lnTo>
                  <a:lnTo>
                    <a:pt x="674690" y="9196"/>
                  </a:lnTo>
                  <a:lnTo>
                    <a:pt x="682102" y="11324"/>
                  </a:lnTo>
                  <a:lnTo>
                    <a:pt x="689514" y="13726"/>
                  </a:lnTo>
                  <a:lnTo>
                    <a:pt x="696857" y="16265"/>
                  </a:lnTo>
                  <a:lnTo>
                    <a:pt x="704063" y="19079"/>
                  </a:lnTo>
                  <a:lnTo>
                    <a:pt x="711269" y="22030"/>
                  </a:lnTo>
                  <a:lnTo>
                    <a:pt x="718475" y="25256"/>
                  </a:lnTo>
                  <a:lnTo>
                    <a:pt x="725475" y="28687"/>
                  </a:lnTo>
                  <a:lnTo>
                    <a:pt x="974941" y="172533"/>
                  </a:lnTo>
                  <a:lnTo>
                    <a:pt x="977618" y="174111"/>
                  </a:lnTo>
                  <a:lnTo>
                    <a:pt x="980294" y="175621"/>
                  </a:lnTo>
                  <a:lnTo>
                    <a:pt x="982971" y="177200"/>
                  </a:lnTo>
                  <a:lnTo>
                    <a:pt x="985716" y="178641"/>
                  </a:lnTo>
                  <a:lnTo>
                    <a:pt x="988324" y="180151"/>
                  </a:lnTo>
                  <a:lnTo>
                    <a:pt x="991069" y="181523"/>
                  </a:lnTo>
                  <a:lnTo>
                    <a:pt x="993608" y="183033"/>
                  </a:lnTo>
                  <a:lnTo>
                    <a:pt x="996147" y="184406"/>
                  </a:lnTo>
                  <a:lnTo>
                    <a:pt x="1100395" y="245760"/>
                  </a:lnTo>
                  <a:lnTo>
                    <a:pt x="1103209" y="247681"/>
                  </a:lnTo>
                  <a:lnTo>
                    <a:pt x="1105679" y="249534"/>
                  </a:lnTo>
                  <a:lnTo>
                    <a:pt x="1107875" y="251319"/>
                  </a:lnTo>
                  <a:lnTo>
                    <a:pt x="1109934" y="252966"/>
                  </a:lnTo>
                  <a:lnTo>
                    <a:pt x="1113503" y="255917"/>
                  </a:lnTo>
                  <a:lnTo>
                    <a:pt x="1116454" y="258662"/>
                  </a:lnTo>
                  <a:lnTo>
                    <a:pt x="1119199" y="261201"/>
                  </a:lnTo>
                  <a:lnTo>
                    <a:pt x="1121738" y="263672"/>
                  </a:lnTo>
                  <a:lnTo>
                    <a:pt x="1123042" y="264838"/>
                  </a:lnTo>
                  <a:lnTo>
                    <a:pt x="1124415" y="266074"/>
                  </a:lnTo>
                  <a:lnTo>
                    <a:pt x="1125856" y="267309"/>
                  </a:lnTo>
                  <a:lnTo>
                    <a:pt x="1127366" y="268545"/>
                  </a:lnTo>
                  <a:lnTo>
                    <a:pt x="1129836" y="270260"/>
                  </a:lnTo>
                  <a:lnTo>
                    <a:pt x="1131483" y="271427"/>
                  </a:lnTo>
                  <a:lnTo>
                    <a:pt x="1132307" y="272113"/>
                  </a:lnTo>
                  <a:lnTo>
                    <a:pt x="1133131" y="272799"/>
                  </a:lnTo>
                  <a:lnTo>
                    <a:pt x="1134160" y="273692"/>
                  </a:lnTo>
                  <a:lnTo>
                    <a:pt x="1135395" y="275064"/>
                  </a:lnTo>
                  <a:lnTo>
                    <a:pt x="1139650" y="279800"/>
                  </a:lnTo>
                  <a:lnTo>
                    <a:pt x="1143837" y="284672"/>
                  </a:lnTo>
                  <a:lnTo>
                    <a:pt x="1147886" y="289476"/>
                  </a:lnTo>
                  <a:lnTo>
                    <a:pt x="1151866" y="294418"/>
                  </a:lnTo>
                  <a:lnTo>
                    <a:pt x="1155778" y="299427"/>
                  </a:lnTo>
                  <a:lnTo>
                    <a:pt x="1159553" y="304506"/>
                  </a:lnTo>
                  <a:lnTo>
                    <a:pt x="1163190" y="309653"/>
                  </a:lnTo>
                  <a:lnTo>
                    <a:pt x="1166690" y="314869"/>
                  </a:lnTo>
                  <a:lnTo>
                    <a:pt x="1170122" y="320153"/>
                  </a:lnTo>
                  <a:lnTo>
                    <a:pt x="1173416" y="325438"/>
                  </a:lnTo>
                  <a:lnTo>
                    <a:pt x="1176641" y="330860"/>
                  </a:lnTo>
                  <a:lnTo>
                    <a:pt x="1179661" y="336281"/>
                  </a:lnTo>
                  <a:lnTo>
                    <a:pt x="1182681" y="341840"/>
                  </a:lnTo>
                  <a:lnTo>
                    <a:pt x="1185426" y="347468"/>
                  </a:lnTo>
                  <a:lnTo>
                    <a:pt x="1188171" y="353095"/>
                  </a:lnTo>
                  <a:lnTo>
                    <a:pt x="1190710" y="358791"/>
                  </a:lnTo>
                  <a:lnTo>
                    <a:pt x="1193112" y="364625"/>
                  </a:lnTo>
                  <a:lnTo>
                    <a:pt x="1195377" y="370458"/>
                  </a:lnTo>
                  <a:lnTo>
                    <a:pt x="1197573" y="376360"/>
                  </a:lnTo>
                  <a:lnTo>
                    <a:pt x="1199495" y="382331"/>
                  </a:lnTo>
                  <a:lnTo>
                    <a:pt x="1201416" y="388439"/>
                  </a:lnTo>
                  <a:lnTo>
                    <a:pt x="1203063" y="394615"/>
                  </a:lnTo>
                  <a:lnTo>
                    <a:pt x="1204642" y="400792"/>
                  </a:lnTo>
                  <a:lnTo>
                    <a:pt x="1206014" y="407038"/>
                  </a:lnTo>
                  <a:lnTo>
                    <a:pt x="1207250" y="413420"/>
                  </a:lnTo>
                  <a:lnTo>
                    <a:pt x="1208416" y="419802"/>
                  </a:lnTo>
                  <a:lnTo>
                    <a:pt x="1209309" y="426322"/>
                  </a:lnTo>
                  <a:lnTo>
                    <a:pt x="1210063" y="432842"/>
                  </a:lnTo>
                  <a:lnTo>
                    <a:pt x="1210681" y="439499"/>
                  </a:lnTo>
                  <a:lnTo>
                    <a:pt x="1211093" y="446156"/>
                  </a:lnTo>
                  <a:lnTo>
                    <a:pt x="1211367" y="452950"/>
                  </a:lnTo>
                  <a:lnTo>
                    <a:pt x="1211436" y="459744"/>
                  </a:lnTo>
                  <a:lnTo>
                    <a:pt x="1211436" y="855046"/>
                  </a:lnTo>
                  <a:lnTo>
                    <a:pt x="1211367" y="860468"/>
                  </a:lnTo>
                  <a:lnTo>
                    <a:pt x="1211093" y="865958"/>
                  </a:lnTo>
                  <a:lnTo>
                    <a:pt x="1210750" y="871517"/>
                  </a:lnTo>
                  <a:lnTo>
                    <a:pt x="1210269" y="877145"/>
                  </a:lnTo>
                  <a:lnTo>
                    <a:pt x="1209652" y="882909"/>
                  </a:lnTo>
                  <a:lnTo>
                    <a:pt x="1208828" y="888537"/>
                  </a:lnTo>
                  <a:lnTo>
                    <a:pt x="1207867" y="894370"/>
                  </a:lnTo>
                  <a:lnTo>
                    <a:pt x="1206838" y="900135"/>
                  </a:lnTo>
                  <a:lnTo>
                    <a:pt x="1205603" y="905968"/>
                  </a:lnTo>
                  <a:lnTo>
                    <a:pt x="1204299" y="911802"/>
                  </a:lnTo>
                  <a:lnTo>
                    <a:pt x="1202857" y="917636"/>
                  </a:lnTo>
                  <a:lnTo>
                    <a:pt x="1201347" y="923469"/>
                  </a:lnTo>
                  <a:lnTo>
                    <a:pt x="1199563" y="929303"/>
                  </a:lnTo>
                  <a:lnTo>
                    <a:pt x="1197779" y="935067"/>
                  </a:lnTo>
                  <a:lnTo>
                    <a:pt x="1195926" y="940832"/>
                  </a:lnTo>
                  <a:lnTo>
                    <a:pt x="1193935" y="946460"/>
                  </a:lnTo>
                  <a:lnTo>
                    <a:pt x="1191808" y="952156"/>
                  </a:lnTo>
                  <a:lnTo>
                    <a:pt x="1189543" y="957715"/>
                  </a:lnTo>
                  <a:lnTo>
                    <a:pt x="1187210" y="963274"/>
                  </a:lnTo>
                  <a:lnTo>
                    <a:pt x="1184808" y="968695"/>
                  </a:lnTo>
                  <a:lnTo>
                    <a:pt x="1182269" y="973980"/>
                  </a:lnTo>
                  <a:lnTo>
                    <a:pt x="1179592" y="979264"/>
                  </a:lnTo>
                  <a:lnTo>
                    <a:pt x="1176916" y="984343"/>
                  </a:lnTo>
                  <a:lnTo>
                    <a:pt x="1174102" y="989353"/>
                  </a:lnTo>
                  <a:lnTo>
                    <a:pt x="1171219" y="994294"/>
                  </a:lnTo>
                  <a:lnTo>
                    <a:pt x="1168268" y="999098"/>
                  </a:lnTo>
                  <a:lnTo>
                    <a:pt x="1165112" y="1003696"/>
                  </a:lnTo>
                  <a:lnTo>
                    <a:pt x="1162023" y="1008088"/>
                  </a:lnTo>
                  <a:lnTo>
                    <a:pt x="1158798" y="1012412"/>
                  </a:lnTo>
                  <a:lnTo>
                    <a:pt x="1155572" y="1016530"/>
                  </a:lnTo>
                  <a:lnTo>
                    <a:pt x="1152210" y="1020441"/>
                  </a:lnTo>
                  <a:lnTo>
                    <a:pt x="1148778" y="1024216"/>
                  </a:lnTo>
                  <a:lnTo>
                    <a:pt x="1146582" y="1026412"/>
                  </a:lnTo>
                  <a:lnTo>
                    <a:pt x="1144660" y="1028334"/>
                  </a:lnTo>
                  <a:lnTo>
                    <a:pt x="1143699" y="1029295"/>
                  </a:lnTo>
                  <a:lnTo>
                    <a:pt x="1142739" y="1030324"/>
                  </a:lnTo>
                  <a:lnTo>
                    <a:pt x="1141778" y="1031354"/>
                  </a:lnTo>
                  <a:lnTo>
                    <a:pt x="1140748" y="1032657"/>
                  </a:lnTo>
                  <a:lnTo>
                    <a:pt x="1137042" y="1037255"/>
                  </a:lnTo>
                  <a:lnTo>
                    <a:pt x="1134641" y="1040138"/>
                  </a:lnTo>
                  <a:lnTo>
                    <a:pt x="1133748" y="1041099"/>
                  </a:lnTo>
                  <a:lnTo>
                    <a:pt x="1133062" y="1041716"/>
                  </a:lnTo>
                  <a:lnTo>
                    <a:pt x="1132513" y="1042197"/>
                  </a:lnTo>
                  <a:lnTo>
                    <a:pt x="1132033" y="1042540"/>
                  </a:lnTo>
                  <a:lnTo>
                    <a:pt x="1131072" y="1043089"/>
                  </a:lnTo>
                  <a:lnTo>
                    <a:pt x="1129836" y="1043844"/>
                  </a:lnTo>
                  <a:lnTo>
                    <a:pt x="1129013" y="1044530"/>
                  </a:lnTo>
                  <a:lnTo>
                    <a:pt x="1127984" y="1045354"/>
                  </a:lnTo>
                  <a:lnTo>
                    <a:pt x="1126542" y="1046520"/>
                  </a:lnTo>
                  <a:lnTo>
                    <a:pt x="1124895" y="1047962"/>
                  </a:lnTo>
                  <a:lnTo>
                    <a:pt x="1121807" y="1050844"/>
                  </a:lnTo>
                  <a:lnTo>
                    <a:pt x="1118650" y="1053658"/>
                  </a:lnTo>
                  <a:lnTo>
                    <a:pt x="1115562" y="1056334"/>
                  </a:lnTo>
                  <a:lnTo>
                    <a:pt x="1112336" y="1059079"/>
                  </a:lnTo>
                  <a:lnTo>
                    <a:pt x="1109110" y="1061687"/>
                  </a:lnTo>
                  <a:lnTo>
                    <a:pt x="1105954" y="1064227"/>
                  </a:lnTo>
                  <a:lnTo>
                    <a:pt x="1102728" y="1066766"/>
                  </a:lnTo>
                  <a:lnTo>
                    <a:pt x="1099434" y="1069236"/>
                  </a:lnTo>
                  <a:lnTo>
                    <a:pt x="1096140" y="1071638"/>
                  </a:lnTo>
                  <a:lnTo>
                    <a:pt x="1092845" y="1074041"/>
                  </a:lnTo>
                  <a:lnTo>
                    <a:pt x="1089551" y="1076374"/>
                  </a:lnTo>
                  <a:lnTo>
                    <a:pt x="1086257" y="1078707"/>
                  </a:lnTo>
                  <a:lnTo>
                    <a:pt x="1079531" y="1083237"/>
                  </a:lnTo>
                  <a:lnTo>
                    <a:pt x="1072737" y="1087560"/>
                  </a:lnTo>
                  <a:lnTo>
                    <a:pt x="1065806" y="1091884"/>
                  </a:lnTo>
                  <a:lnTo>
                    <a:pt x="1058805" y="1095933"/>
                  </a:lnTo>
                  <a:lnTo>
                    <a:pt x="1051737" y="1100051"/>
                  </a:lnTo>
                  <a:lnTo>
                    <a:pt x="1044531" y="1104100"/>
                  </a:lnTo>
                  <a:lnTo>
                    <a:pt x="1037187" y="1108012"/>
                  </a:lnTo>
                  <a:lnTo>
                    <a:pt x="1029775" y="1111992"/>
                  </a:lnTo>
                  <a:lnTo>
                    <a:pt x="1022295" y="1115904"/>
                  </a:lnTo>
                  <a:lnTo>
                    <a:pt x="1014677" y="1119884"/>
                  </a:lnTo>
                  <a:lnTo>
                    <a:pt x="889567" y="1191464"/>
                  </a:lnTo>
                  <a:lnTo>
                    <a:pt x="884351" y="1194553"/>
                  </a:lnTo>
                  <a:lnTo>
                    <a:pt x="879067" y="1197641"/>
                  </a:lnTo>
                  <a:lnTo>
                    <a:pt x="873851" y="1200661"/>
                  </a:lnTo>
                  <a:lnTo>
                    <a:pt x="868704" y="1203612"/>
                  </a:lnTo>
                  <a:lnTo>
                    <a:pt x="863488" y="1206563"/>
                  </a:lnTo>
                  <a:lnTo>
                    <a:pt x="858409" y="1209514"/>
                  </a:lnTo>
                  <a:lnTo>
                    <a:pt x="853331" y="1212465"/>
                  </a:lnTo>
                  <a:lnTo>
                    <a:pt x="848252" y="1215416"/>
                  </a:lnTo>
                  <a:lnTo>
                    <a:pt x="843105" y="1218367"/>
                  </a:lnTo>
                  <a:lnTo>
                    <a:pt x="838027" y="1221387"/>
                  </a:lnTo>
                  <a:lnTo>
                    <a:pt x="832948" y="1224338"/>
                  </a:lnTo>
                  <a:lnTo>
                    <a:pt x="827801" y="1227289"/>
                  </a:lnTo>
                  <a:lnTo>
                    <a:pt x="822723" y="1230308"/>
                  </a:lnTo>
                  <a:lnTo>
                    <a:pt x="817575" y="1233328"/>
                  </a:lnTo>
                  <a:lnTo>
                    <a:pt x="812428" y="1236416"/>
                  </a:lnTo>
                  <a:lnTo>
                    <a:pt x="807281" y="1239505"/>
                  </a:lnTo>
                  <a:lnTo>
                    <a:pt x="801996" y="1242730"/>
                  </a:lnTo>
                  <a:lnTo>
                    <a:pt x="796849" y="1245818"/>
                  </a:lnTo>
                  <a:lnTo>
                    <a:pt x="791702" y="1248907"/>
                  </a:lnTo>
                  <a:lnTo>
                    <a:pt x="786624" y="1251927"/>
                  </a:lnTo>
                  <a:lnTo>
                    <a:pt x="781614" y="1254946"/>
                  </a:lnTo>
                  <a:lnTo>
                    <a:pt x="776604" y="1257897"/>
                  </a:lnTo>
                  <a:lnTo>
                    <a:pt x="771594" y="1260917"/>
                  </a:lnTo>
                  <a:lnTo>
                    <a:pt x="766447" y="1263868"/>
                  </a:lnTo>
                  <a:lnTo>
                    <a:pt x="761437" y="1266750"/>
                  </a:lnTo>
                  <a:lnTo>
                    <a:pt x="756358" y="1269564"/>
                  </a:lnTo>
                  <a:lnTo>
                    <a:pt x="751211" y="1272584"/>
                  </a:lnTo>
                  <a:lnTo>
                    <a:pt x="745927" y="1275329"/>
                  </a:lnTo>
                  <a:lnTo>
                    <a:pt x="740642" y="1278211"/>
                  </a:lnTo>
                  <a:lnTo>
                    <a:pt x="735221" y="1281093"/>
                  </a:lnTo>
                  <a:lnTo>
                    <a:pt x="729730" y="1283976"/>
                  </a:lnTo>
                  <a:lnTo>
                    <a:pt x="724103" y="1286859"/>
                  </a:lnTo>
                  <a:lnTo>
                    <a:pt x="717034" y="1290290"/>
                  </a:lnTo>
                  <a:lnTo>
                    <a:pt x="709897" y="1293515"/>
                  </a:lnTo>
                  <a:lnTo>
                    <a:pt x="702691" y="1296466"/>
                  </a:lnTo>
                  <a:lnTo>
                    <a:pt x="695416" y="1299143"/>
                  </a:lnTo>
                  <a:lnTo>
                    <a:pt x="688004" y="1301751"/>
                  </a:lnTo>
                  <a:lnTo>
                    <a:pt x="680729" y="1304016"/>
                  </a:lnTo>
                  <a:lnTo>
                    <a:pt x="673249" y="1306074"/>
                  </a:lnTo>
                  <a:lnTo>
                    <a:pt x="665768" y="1307996"/>
                  </a:lnTo>
                  <a:lnTo>
                    <a:pt x="658288" y="1309643"/>
                  </a:lnTo>
                  <a:lnTo>
                    <a:pt x="650670" y="1311016"/>
                  </a:lnTo>
                  <a:lnTo>
                    <a:pt x="643121" y="1312183"/>
                  </a:lnTo>
                  <a:lnTo>
                    <a:pt x="635572" y="1313143"/>
                  </a:lnTo>
                  <a:lnTo>
                    <a:pt x="627954" y="1313898"/>
                  </a:lnTo>
                  <a:lnTo>
                    <a:pt x="620267" y="1314379"/>
                  </a:lnTo>
                  <a:lnTo>
                    <a:pt x="612650" y="1314722"/>
                  </a:lnTo>
                  <a:lnTo>
                    <a:pt x="604963" y="1314790"/>
                  </a:lnTo>
                  <a:lnTo>
                    <a:pt x="597345" y="1314653"/>
                  </a:lnTo>
                  <a:lnTo>
                    <a:pt x="589659" y="1314310"/>
                  </a:lnTo>
                  <a:lnTo>
                    <a:pt x="582041" y="1313692"/>
                  </a:lnTo>
                  <a:lnTo>
                    <a:pt x="574492" y="1312869"/>
                  </a:lnTo>
                  <a:lnTo>
                    <a:pt x="566805" y="1311839"/>
                  </a:lnTo>
                  <a:lnTo>
                    <a:pt x="559256" y="1310604"/>
                  </a:lnTo>
                  <a:lnTo>
                    <a:pt x="551776" y="1309094"/>
                  </a:lnTo>
                  <a:lnTo>
                    <a:pt x="544227" y="1307447"/>
                  </a:lnTo>
                  <a:lnTo>
                    <a:pt x="536746" y="1305594"/>
                  </a:lnTo>
                  <a:lnTo>
                    <a:pt x="529334" y="1303466"/>
                  </a:lnTo>
                  <a:lnTo>
                    <a:pt x="521922" y="1301065"/>
                  </a:lnTo>
                  <a:lnTo>
                    <a:pt x="514579" y="1298525"/>
                  </a:lnTo>
                  <a:lnTo>
                    <a:pt x="507373" y="1295711"/>
                  </a:lnTo>
                  <a:lnTo>
                    <a:pt x="500167" y="1292760"/>
                  </a:lnTo>
                  <a:lnTo>
                    <a:pt x="492961" y="1289535"/>
                  </a:lnTo>
                  <a:lnTo>
                    <a:pt x="485961" y="1286103"/>
                  </a:lnTo>
                  <a:lnTo>
                    <a:pt x="478617" y="1282329"/>
                  </a:lnTo>
                  <a:lnTo>
                    <a:pt x="470039" y="1277731"/>
                  </a:lnTo>
                  <a:lnTo>
                    <a:pt x="460431" y="1272446"/>
                  </a:lnTo>
                  <a:lnTo>
                    <a:pt x="450068" y="1266750"/>
                  </a:lnTo>
                  <a:lnTo>
                    <a:pt x="439019" y="1260368"/>
                  </a:lnTo>
                  <a:lnTo>
                    <a:pt x="427420" y="1253848"/>
                  </a:lnTo>
                  <a:lnTo>
                    <a:pt x="415548" y="1246916"/>
                  </a:lnTo>
                  <a:lnTo>
                    <a:pt x="403400" y="1239848"/>
                  </a:lnTo>
                  <a:lnTo>
                    <a:pt x="391322" y="1232710"/>
                  </a:lnTo>
                  <a:lnTo>
                    <a:pt x="379312" y="1225641"/>
                  </a:lnTo>
                  <a:lnTo>
                    <a:pt x="367645" y="1218710"/>
                  </a:lnTo>
                  <a:lnTo>
                    <a:pt x="356389" y="1212053"/>
                  </a:lnTo>
                  <a:lnTo>
                    <a:pt x="345752" y="1205739"/>
                  </a:lnTo>
                  <a:lnTo>
                    <a:pt x="336007" y="1199837"/>
                  </a:lnTo>
                  <a:lnTo>
                    <a:pt x="327085" y="1194553"/>
                  </a:lnTo>
                  <a:lnTo>
                    <a:pt x="319330" y="1189886"/>
                  </a:lnTo>
                  <a:lnTo>
                    <a:pt x="194014" y="1118581"/>
                  </a:lnTo>
                  <a:lnTo>
                    <a:pt x="190994" y="1117002"/>
                  </a:lnTo>
                  <a:lnTo>
                    <a:pt x="188386" y="1115630"/>
                  </a:lnTo>
                  <a:lnTo>
                    <a:pt x="185847" y="1114188"/>
                  </a:lnTo>
                  <a:lnTo>
                    <a:pt x="183376" y="1112816"/>
                  </a:lnTo>
                  <a:lnTo>
                    <a:pt x="180837" y="1111375"/>
                  </a:lnTo>
                  <a:lnTo>
                    <a:pt x="178298" y="1109933"/>
                  </a:lnTo>
                  <a:lnTo>
                    <a:pt x="175552" y="1108424"/>
                  </a:lnTo>
                  <a:lnTo>
                    <a:pt x="172601" y="1106776"/>
                  </a:lnTo>
                  <a:lnTo>
                    <a:pt x="111041" y="1069031"/>
                  </a:lnTo>
                  <a:lnTo>
                    <a:pt x="108228" y="1067109"/>
                  </a:lnTo>
                  <a:lnTo>
                    <a:pt x="105757" y="1065256"/>
                  </a:lnTo>
                  <a:lnTo>
                    <a:pt x="103561" y="1063472"/>
                  </a:lnTo>
                  <a:lnTo>
                    <a:pt x="101502" y="1061825"/>
                  </a:lnTo>
                  <a:lnTo>
                    <a:pt x="97933" y="1058874"/>
                  </a:lnTo>
                  <a:lnTo>
                    <a:pt x="94982" y="1056129"/>
                  </a:lnTo>
                  <a:lnTo>
                    <a:pt x="92237" y="1053589"/>
                  </a:lnTo>
                  <a:lnTo>
                    <a:pt x="89698" y="1051119"/>
                  </a:lnTo>
                  <a:lnTo>
                    <a:pt x="88394" y="1049952"/>
                  </a:lnTo>
                  <a:lnTo>
                    <a:pt x="87022" y="1048717"/>
                  </a:lnTo>
                  <a:lnTo>
                    <a:pt x="85580" y="1047481"/>
                  </a:lnTo>
                  <a:lnTo>
                    <a:pt x="84070" y="1046246"/>
                  </a:lnTo>
                  <a:lnTo>
                    <a:pt x="81874" y="1044599"/>
                  </a:lnTo>
                  <a:lnTo>
                    <a:pt x="79747" y="1042814"/>
                  </a:lnTo>
                  <a:lnTo>
                    <a:pt x="77619" y="1040824"/>
                  </a:lnTo>
                  <a:lnTo>
                    <a:pt x="75492" y="1038765"/>
                  </a:lnTo>
                  <a:lnTo>
                    <a:pt x="73296" y="1036569"/>
                  </a:lnTo>
                  <a:lnTo>
                    <a:pt x="71099" y="1034304"/>
                  </a:lnTo>
                  <a:lnTo>
                    <a:pt x="68903" y="1031834"/>
                  </a:lnTo>
                  <a:lnTo>
                    <a:pt x="66776" y="1029432"/>
                  </a:lnTo>
                  <a:lnTo>
                    <a:pt x="64580" y="1026824"/>
                  </a:lnTo>
                  <a:lnTo>
                    <a:pt x="62384" y="1024216"/>
                  </a:lnTo>
                  <a:lnTo>
                    <a:pt x="60256" y="1021540"/>
                  </a:lnTo>
                  <a:lnTo>
                    <a:pt x="58129" y="1018726"/>
                  </a:lnTo>
                  <a:lnTo>
                    <a:pt x="56001" y="1015912"/>
                  </a:lnTo>
                  <a:lnTo>
                    <a:pt x="53874" y="1013029"/>
                  </a:lnTo>
                  <a:lnTo>
                    <a:pt x="51815" y="1010147"/>
                  </a:lnTo>
                  <a:lnTo>
                    <a:pt x="49756" y="1007196"/>
                  </a:lnTo>
                  <a:lnTo>
                    <a:pt x="45707" y="1001226"/>
                  </a:lnTo>
                  <a:lnTo>
                    <a:pt x="41932" y="995186"/>
                  </a:lnTo>
                  <a:lnTo>
                    <a:pt x="38226" y="989284"/>
                  </a:lnTo>
                  <a:lnTo>
                    <a:pt x="34795" y="983382"/>
                  </a:lnTo>
                  <a:lnTo>
                    <a:pt x="31501" y="977686"/>
                  </a:lnTo>
                  <a:lnTo>
                    <a:pt x="28550" y="972127"/>
                  </a:lnTo>
                  <a:lnTo>
                    <a:pt x="25805" y="966842"/>
                  </a:lnTo>
                  <a:lnTo>
                    <a:pt x="23403" y="961901"/>
                  </a:lnTo>
                  <a:lnTo>
                    <a:pt x="22304" y="959499"/>
                  </a:lnTo>
                  <a:lnTo>
                    <a:pt x="21206" y="956823"/>
                  </a:lnTo>
                  <a:lnTo>
                    <a:pt x="20040" y="954215"/>
                  </a:lnTo>
                  <a:lnTo>
                    <a:pt x="19010" y="951401"/>
                  </a:lnTo>
                  <a:lnTo>
                    <a:pt x="17844" y="948519"/>
                  </a:lnTo>
                  <a:lnTo>
                    <a:pt x="16745" y="945567"/>
                  </a:lnTo>
                  <a:lnTo>
                    <a:pt x="15716" y="942548"/>
                  </a:lnTo>
                  <a:lnTo>
                    <a:pt x="14618" y="939528"/>
                  </a:lnTo>
                  <a:lnTo>
                    <a:pt x="12697" y="933077"/>
                  </a:lnTo>
                  <a:lnTo>
                    <a:pt x="10706" y="926489"/>
                  </a:lnTo>
                  <a:lnTo>
                    <a:pt x="9814" y="923057"/>
                  </a:lnTo>
                  <a:lnTo>
                    <a:pt x="8853" y="919694"/>
                  </a:lnTo>
                  <a:lnTo>
                    <a:pt x="7961" y="916194"/>
                  </a:lnTo>
                  <a:lnTo>
                    <a:pt x="7138" y="912694"/>
                  </a:lnTo>
                  <a:lnTo>
                    <a:pt x="6383" y="909194"/>
                  </a:lnTo>
                  <a:lnTo>
                    <a:pt x="5559" y="905557"/>
                  </a:lnTo>
                  <a:lnTo>
                    <a:pt x="4941" y="901920"/>
                  </a:lnTo>
                  <a:lnTo>
                    <a:pt x="4186" y="898351"/>
                  </a:lnTo>
                  <a:lnTo>
                    <a:pt x="3637" y="894714"/>
                  </a:lnTo>
                  <a:lnTo>
                    <a:pt x="2951" y="891076"/>
                  </a:lnTo>
                  <a:lnTo>
                    <a:pt x="2471" y="887370"/>
                  </a:lnTo>
                  <a:lnTo>
                    <a:pt x="1990" y="883802"/>
                  </a:lnTo>
                  <a:lnTo>
                    <a:pt x="1510" y="880164"/>
                  </a:lnTo>
                  <a:lnTo>
                    <a:pt x="1167" y="876458"/>
                  </a:lnTo>
                  <a:lnTo>
                    <a:pt x="824" y="872890"/>
                  </a:lnTo>
                  <a:lnTo>
                    <a:pt x="481" y="869252"/>
                  </a:lnTo>
                  <a:lnTo>
                    <a:pt x="343" y="865615"/>
                  </a:lnTo>
                  <a:lnTo>
                    <a:pt x="138" y="862115"/>
                  </a:lnTo>
                  <a:lnTo>
                    <a:pt x="0" y="858546"/>
                  </a:lnTo>
                  <a:lnTo>
                    <a:pt x="0" y="855046"/>
                  </a:lnTo>
                  <a:lnTo>
                    <a:pt x="0" y="459744"/>
                  </a:lnTo>
                  <a:lnTo>
                    <a:pt x="0" y="456244"/>
                  </a:lnTo>
                  <a:lnTo>
                    <a:pt x="138" y="452607"/>
                  </a:lnTo>
                  <a:lnTo>
                    <a:pt x="343" y="448970"/>
                  </a:lnTo>
                  <a:lnTo>
                    <a:pt x="481" y="445401"/>
                  </a:lnTo>
                  <a:lnTo>
                    <a:pt x="824" y="441695"/>
                  </a:lnTo>
                  <a:lnTo>
                    <a:pt x="1167" y="438058"/>
                  </a:lnTo>
                  <a:lnTo>
                    <a:pt x="1578" y="434352"/>
                  </a:lnTo>
                  <a:lnTo>
                    <a:pt x="1990" y="430646"/>
                  </a:lnTo>
                  <a:lnTo>
                    <a:pt x="2539" y="426871"/>
                  </a:lnTo>
                  <a:lnTo>
                    <a:pt x="3020" y="423165"/>
                  </a:lnTo>
                  <a:lnTo>
                    <a:pt x="3706" y="419528"/>
                  </a:lnTo>
                  <a:lnTo>
                    <a:pt x="4392" y="415822"/>
                  </a:lnTo>
                  <a:lnTo>
                    <a:pt x="5010" y="412185"/>
                  </a:lnTo>
                  <a:lnTo>
                    <a:pt x="5765" y="408479"/>
                  </a:lnTo>
                  <a:lnTo>
                    <a:pt x="6588" y="404842"/>
                  </a:lnTo>
                  <a:lnTo>
                    <a:pt x="7412" y="401273"/>
                  </a:lnTo>
                  <a:lnTo>
                    <a:pt x="8236" y="397704"/>
                  </a:lnTo>
                  <a:lnTo>
                    <a:pt x="9128" y="394204"/>
                  </a:lnTo>
                  <a:lnTo>
                    <a:pt x="10020" y="390635"/>
                  </a:lnTo>
                  <a:lnTo>
                    <a:pt x="11049" y="387204"/>
                  </a:lnTo>
                  <a:lnTo>
                    <a:pt x="12010" y="383841"/>
                  </a:lnTo>
                  <a:lnTo>
                    <a:pt x="12971" y="380547"/>
                  </a:lnTo>
                  <a:lnTo>
                    <a:pt x="14000" y="377253"/>
                  </a:lnTo>
                  <a:lnTo>
                    <a:pt x="15030" y="374027"/>
                  </a:lnTo>
                  <a:lnTo>
                    <a:pt x="16128" y="370939"/>
                  </a:lnTo>
                  <a:lnTo>
                    <a:pt x="17295" y="367919"/>
                  </a:lnTo>
                  <a:lnTo>
                    <a:pt x="18324" y="364968"/>
                  </a:lnTo>
                  <a:lnTo>
                    <a:pt x="19490" y="361948"/>
                  </a:lnTo>
                  <a:lnTo>
                    <a:pt x="20657" y="359272"/>
                  </a:lnTo>
                  <a:lnTo>
                    <a:pt x="21824" y="356527"/>
                  </a:lnTo>
                  <a:lnTo>
                    <a:pt x="22922" y="353919"/>
                  </a:lnTo>
                  <a:lnTo>
                    <a:pt x="24089" y="351448"/>
                  </a:lnTo>
                  <a:lnTo>
                    <a:pt x="26903" y="345889"/>
                  </a:lnTo>
                  <a:lnTo>
                    <a:pt x="29579" y="340262"/>
                  </a:lnTo>
                  <a:lnTo>
                    <a:pt x="32393" y="334840"/>
                  </a:lnTo>
                  <a:lnTo>
                    <a:pt x="35344" y="329418"/>
                  </a:lnTo>
                  <a:lnTo>
                    <a:pt x="36854" y="326810"/>
                  </a:lnTo>
                  <a:lnTo>
                    <a:pt x="38295" y="324202"/>
                  </a:lnTo>
                  <a:lnTo>
                    <a:pt x="39873" y="321663"/>
                  </a:lnTo>
                  <a:lnTo>
                    <a:pt x="41452" y="319055"/>
                  </a:lnTo>
                  <a:lnTo>
                    <a:pt x="43099" y="316516"/>
                  </a:lnTo>
                  <a:lnTo>
                    <a:pt x="44746" y="314045"/>
                  </a:lnTo>
                  <a:lnTo>
                    <a:pt x="46462" y="311575"/>
                  </a:lnTo>
                  <a:lnTo>
                    <a:pt x="48177" y="309310"/>
                  </a:lnTo>
                  <a:lnTo>
                    <a:pt x="50031" y="306839"/>
                  </a:lnTo>
                  <a:lnTo>
                    <a:pt x="51746" y="304437"/>
                  </a:lnTo>
                  <a:lnTo>
                    <a:pt x="53462" y="301967"/>
                  </a:lnTo>
                  <a:lnTo>
                    <a:pt x="55246" y="299633"/>
                  </a:lnTo>
                  <a:lnTo>
                    <a:pt x="56962" y="297231"/>
                  </a:lnTo>
                  <a:lnTo>
                    <a:pt x="58815" y="294898"/>
                  </a:lnTo>
                  <a:lnTo>
                    <a:pt x="60668" y="292702"/>
                  </a:lnTo>
                  <a:lnTo>
                    <a:pt x="62658" y="290574"/>
                  </a:lnTo>
                  <a:lnTo>
                    <a:pt x="67462" y="285358"/>
                  </a:lnTo>
                  <a:lnTo>
                    <a:pt x="70482" y="281927"/>
                  </a:lnTo>
                  <a:lnTo>
                    <a:pt x="72335" y="279525"/>
                  </a:lnTo>
                  <a:lnTo>
                    <a:pt x="73776" y="277947"/>
                  </a:lnTo>
                  <a:lnTo>
                    <a:pt x="74531" y="277123"/>
                  </a:lnTo>
                  <a:lnTo>
                    <a:pt x="75355" y="276368"/>
                  </a:lnTo>
                  <a:lnTo>
                    <a:pt x="76247" y="275339"/>
                  </a:lnTo>
                  <a:lnTo>
                    <a:pt x="77482" y="274309"/>
                  </a:lnTo>
                  <a:lnTo>
                    <a:pt x="80982" y="271290"/>
                  </a:lnTo>
                  <a:lnTo>
                    <a:pt x="86335" y="266760"/>
                  </a:lnTo>
                  <a:lnTo>
                    <a:pt x="87570" y="265593"/>
                  </a:lnTo>
                  <a:lnTo>
                    <a:pt x="88737" y="264633"/>
                  </a:lnTo>
                  <a:lnTo>
                    <a:pt x="89698" y="263603"/>
                  </a:lnTo>
                  <a:lnTo>
                    <a:pt x="90590" y="262642"/>
                  </a:lnTo>
                  <a:lnTo>
                    <a:pt x="92512" y="260652"/>
                  </a:lnTo>
                  <a:lnTo>
                    <a:pt x="94708" y="258525"/>
                  </a:lnTo>
                  <a:lnTo>
                    <a:pt x="123120" y="237181"/>
                  </a:lnTo>
                  <a:lnTo>
                    <a:pt x="129503" y="232995"/>
                  </a:lnTo>
                  <a:lnTo>
                    <a:pt x="136228" y="228877"/>
                  </a:lnTo>
                  <a:lnTo>
                    <a:pt x="143160" y="224691"/>
                  </a:lnTo>
                  <a:lnTo>
                    <a:pt x="150228" y="220504"/>
                  </a:lnTo>
                  <a:lnTo>
                    <a:pt x="157572" y="216387"/>
                  </a:lnTo>
                  <a:lnTo>
                    <a:pt x="164846" y="212269"/>
                  </a:lnTo>
                  <a:lnTo>
                    <a:pt x="172327" y="208151"/>
                  </a:lnTo>
                  <a:lnTo>
                    <a:pt x="179808" y="204034"/>
                  </a:lnTo>
                  <a:lnTo>
                    <a:pt x="187425" y="199916"/>
                  </a:lnTo>
                  <a:lnTo>
                    <a:pt x="194906" y="195798"/>
                  </a:lnTo>
                  <a:lnTo>
                    <a:pt x="202386" y="191818"/>
                  </a:lnTo>
                  <a:lnTo>
                    <a:pt x="209798" y="187768"/>
                  </a:lnTo>
                  <a:lnTo>
                    <a:pt x="217004" y="183720"/>
                  </a:lnTo>
                  <a:lnTo>
                    <a:pt x="224073" y="179739"/>
                  </a:lnTo>
                  <a:lnTo>
                    <a:pt x="231073" y="175690"/>
                  </a:lnTo>
                  <a:lnTo>
                    <a:pt x="237731" y="171778"/>
                  </a:lnTo>
                  <a:lnTo>
                    <a:pt x="243084" y="168552"/>
                  </a:lnTo>
                  <a:lnTo>
                    <a:pt x="248368" y="165601"/>
                  </a:lnTo>
                  <a:lnTo>
                    <a:pt x="253584" y="162650"/>
                  </a:lnTo>
                  <a:lnTo>
                    <a:pt x="258868" y="159631"/>
                  </a:lnTo>
                  <a:lnTo>
                    <a:pt x="264015" y="156817"/>
                  </a:lnTo>
                  <a:lnTo>
                    <a:pt x="269299" y="153797"/>
                  </a:lnTo>
                  <a:lnTo>
                    <a:pt x="274653" y="150846"/>
                  </a:lnTo>
                  <a:lnTo>
                    <a:pt x="280006" y="147689"/>
                  </a:lnTo>
                  <a:lnTo>
                    <a:pt x="289545" y="141925"/>
                  </a:lnTo>
                  <a:lnTo>
                    <a:pt x="300663" y="135267"/>
                  </a:lnTo>
                  <a:lnTo>
                    <a:pt x="313085" y="127924"/>
                  </a:lnTo>
                  <a:lnTo>
                    <a:pt x="326399" y="119963"/>
                  </a:lnTo>
                  <a:lnTo>
                    <a:pt x="340605" y="111590"/>
                  </a:lnTo>
                  <a:lnTo>
                    <a:pt x="355429" y="102875"/>
                  </a:lnTo>
                  <a:lnTo>
                    <a:pt x="370596" y="93953"/>
                  </a:lnTo>
                  <a:lnTo>
                    <a:pt x="385900" y="84963"/>
                  </a:lnTo>
                  <a:lnTo>
                    <a:pt x="401204" y="76109"/>
                  </a:lnTo>
                  <a:lnTo>
                    <a:pt x="416165" y="67462"/>
                  </a:lnTo>
                  <a:lnTo>
                    <a:pt x="430577" y="59158"/>
                  </a:lnTo>
                  <a:lnTo>
                    <a:pt x="444303" y="51334"/>
                  </a:lnTo>
                  <a:lnTo>
                    <a:pt x="457068" y="44197"/>
                  </a:lnTo>
                  <a:lnTo>
                    <a:pt x="468666" y="37883"/>
                  </a:lnTo>
                  <a:lnTo>
                    <a:pt x="473882" y="35001"/>
                  </a:lnTo>
                  <a:lnTo>
                    <a:pt x="478755" y="32393"/>
                  </a:lnTo>
                  <a:lnTo>
                    <a:pt x="483284" y="29991"/>
                  </a:lnTo>
                  <a:lnTo>
                    <a:pt x="487333" y="27932"/>
                  </a:lnTo>
                  <a:lnTo>
                    <a:pt x="494402" y="24501"/>
                  </a:lnTo>
                  <a:lnTo>
                    <a:pt x="501540" y="21275"/>
                  </a:lnTo>
                  <a:lnTo>
                    <a:pt x="508746" y="18324"/>
                  </a:lnTo>
                  <a:lnTo>
                    <a:pt x="516020" y="15648"/>
                  </a:lnTo>
                  <a:lnTo>
                    <a:pt x="523432" y="13040"/>
                  </a:lnTo>
                  <a:lnTo>
                    <a:pt x="530707" y="10775"/>
                  </a:lnTo>
                  <a:lnTo>
                    <a:pt x="538187" y="8716"/>
                  </a:lnTo>
                  <a:lnTo>
                    <a:pt x="545668" y="6794"/>
                  </a:lnTo>
                  <a:lnTo>
                    <a:pt x="553149" y="5147"/>
                  </a:lnTo>
                  <a:lnTo>
                    <a:pt x="560766" y="3775"/>
                  </a:lnTo>
                  <a:lnTo>
                    <a:pt x="568315" y="2608"/>
                  </a:lnTo>
                  <a:lnTo>
                    <a:pt x="575865" y="1647"/>
                  </a:lnTo>
                  <a:lnTo>
                    <a:pt x="583482" y="892"/>
                  </a:lnTo>
                  <a:lnTo>
                    <a:pt x="591169" y="412"/>
                  </a:lnTo>
                  <a:lnTo>
                    <a:pt x="598786" y="69"/>
                  </a:lnTo>
                  <a:close/>
                </a:path>
              </a:pathLst>
            </a:cu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D9DAA7A-C0D9-CD63-B69F-80FE95CB8323}"/>
                </a:ext>
              </a:extLst>
            </p:cNvPr>
            <p:cNvSpPr txBox="1"/>
            <p:nvPr/>
          </p:nvSpPr>
          <p:spPr>
            <a:xfrm>
              <a:off x="9605325" y="2277696"/>
              <a:ext cx="1451373" cy="4998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宋体 CN Heavy" panose="02020900000000000000" pitchFamily="18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7DD618E-1AA1-EDC7-DF20-078FE7FBB1D0}"/>
                </a:ext>
              </a:extLst>
            </p:cNvPr>
            <p:cNvSpPr txBox="1"/>
            <p:nvPr/>
          </p:nvSpPr>
          <p:spPr>
            <a:xfrm>
              <a:off x="8670098" y="3411542"/>
              <a:ext cx="2505045" cy="16702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宋体 CN Heavy" panose="02020900000000000000" pitchFamily="18" charset="-122"/>
                </a:rPr>
                <a:t>请您单击此处输入文本内容，可根据自己的需要适当地调整文字的颜色或者大小等属性，可复制粘贴您的文本，祝你使用愉快。</a:t>
              </a:r>
            </a:p>
          </p:txBody>
        </p:sp>
        <p:pic>
          <p:nvPicPr>
            <p:cNvPr id="25" name="图形 24">
              <a:extLst>
                <a:ext uri="{FF2B5EF4-FFF2-40B4-BE49-F238E27FC236}">
                  <a16:creationId xmlns:a16="http://schemas.microsoft.com/office/drawing/2014/main" id="{19991A60-7E3D-DCF3-3DAD-3FBAEA2D3B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55817" y="2199454"/>
              <a:ext cx="656300" cy="656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93389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0B9D2-C6B2-4923-D168-54B16D346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902E7F34-E736-E767-B6EC-072C1DEFCD0D}"/>
              </a:ext>
            </a:extLst>
          </p:cNvPr>
          <p:cNvSpPr/>
          <p:nvPr/>
        </p:nvSpPr>
        <p:spPr>
          <a:xfrm>
            <a:off x="-12940" y="0"/>
            <a:ext cx="12217880" cy="4442815"/>
          </a:xfrm>
          <a:custGeom>
            <a:avLst/>
            <a:gdLst>
              <a:gd name="connsiteX0" fmla="*/ 0 w 12217880"/>
              <a:gd name="connsiteY0" fmla="*/ 0 h 4442815"/>
              <a:gd name="connsiteX1" fmla="*/ 12217880 w 12217880"/>
              <a:gd name="connsiteY1" fmla="*/ 0 h 4442815"/>
              <a:gd name="connsiteX2" fmla="*/ 12217880 w 12217880"/>
              <a:gd name="connsiteY2" fmla="*/ 2808090 h 4442815"/>
              <a:gd name="connsiteX3" fmla="*/ 12020483 w 12217880"/>
              <a:gd name="connsiteY3" fmla="*/ 2948109 h 4442815"/>
              <a:gd name="connsiteX4" fmla="*/ 6108941 w 12217880"/>
              <a:gd name="connsiteY4" fmla="*/ 4442815 h 4442815"/>
              <a:gd name="connsiteX5" fmla="*/ 197399 w 12217880"/>
              <a:gd name="connsiteY5" fmla="*/ 2948109 h 4442815"/>
              <a:gd name="connsiteX6" fmla="*/ 0 w 12217880"/>
              <a:gd name="connsiteY6" fmla="*/ 2808089 h 444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4442815">
                <a:moveTo>
                  <a:pt x="0" y="0"/>
                </a:moveTo>
                <a:lnTo>
                  <a:pt x="12217880" y="0"/>
                </a:lnTo>
                <a:lnTo>
                  <a:pt x="12217880" y="2808090"/>
                </a:lnTo>
                <a:lnTo>
                  <a:pt x="12020483" y="2948109"/>
                </a:lnTo>
                <a:cubicBezTo>
                  <a:pt x="10675177" y="3855488"/>
                  <a:pt x="8528037" y="4442815"/>
                  <a:pt x="6108941" y="4442815"/>
                </a:cubicBezTo>
                <a:cubicBezTo>
                  <a:pt x="3689845" y="4442815"/>
                  <a:pt x="1542705" y="3855488"/>
                  <a:pt x="197399" y="2948109"/>
                </a:cubicBezTo>
                <a:lnTo>
                  <a:pt x="0" y="2808089"/>
                </a:lnTo>
                <a:close/>
              </a:path>
            </a:pathLst>
          </a:custGeom>
          <a:solidFill>
            <a:srgbClr val="174677">
              <a:alpha val="9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lIns="80632" tIns="40316" rIns="80632" bIns="40316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4" name="矩形: 圆顶角 3">
            <a:extLst>
              <a:ext uri="{FF2B5EF4-FFF2-40B4-BE49-F238E27FC236}">
                <a16:creationId xmlns:a16="http://schemas.microsoft.com/office/drawing/2014/main" id="{9D6457CA-A51D-5C30-A697-23554270BA2B}"/>
              </a:ext>
            </a:extLst>
          </p:cNvPr>
          <p:cNvSpPr/>
          <p:nvPr/>
        </p:nvSpPr>
        <p:spPr>
          <a:xfrm>
            <a:off x="666750" y="889001"/>
            <a:ext cx="10858500" cy="5410200"/>
          </a:xfrm>
          <a:prstGeom prst="round2SameRect">
            <a:avLst>
              <a:gd name="adj1" fmla="val 5752"/>
              <a:gd name="adj2" fmla="val 0"/>
            </a:avLst>
          </a:prstGeom>
          <a:solidFill>
            <a:schemeClr val="bg1"/>
          </a:solidFill>
          <a:ln>
            <a:noFill/>
          </a:ln>
          <a:effectLst>
            <a:outerShdw blurRad="762000" dist="508000" dir="5400000" algn="ctr" rotWithShape="0">
              <a:srgbClr val="0070C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14B6E010-23FF-1FC7-8EB3-6AE02FB11C2E}"/>
              </a:ext>
            </a:extLst>
          </p:cNvPr>
          <p:cNvSpPr/>
          <p:nvPr/>
        </p:nvSpPr>
        <p:spPr>
          <a:xfrm>
            <a:off x="-12940" y="4759436"/>
            <a:ext cx="12217880" cy="2098564"/>
          </a:xfrm>
          <a:custGeom>
            <a:avLst/>
            <a:gdLst>
              <a:gd name="connsiteX0" fmla="*/ 0 w 12217880"/>
              <a:gd name="connsiteY0" fmla="*/ 0 h 2098564"/>
              <a:gd name="connsiteX1" fmla="*/ 416402 w 12217880"/>
              <a:gd name="connsiteY1" fmla="*/ 280879 h 2098564"/>
              <a:gd name="connsiteX2" fmla="*/ 6108941 w 12217880"/>
              <a:gd name="connsiteY2" fmla="*/ 1635014 h 2098564"/>
              <a:gd name="connsiteX3" fmla="*/ 11801480 w 12217880"/>
              <a:gd name="connsiteY3" fmla="*/ 280879 h 2098564"/>
              <a:gd name="connsiteX4" fmla="*/ 12217880 w 12217880"/>
              <a:gd name="connsiteY4" fmla="*/ 1 h 2098564"/>
              <a:gd name="connsiteX5" fmla="*/ 12217880 w 12217880"/>
              <a:gd name="connsiteY5" fmla="*/ 2098564 h 2098564"/>
              <a:gd name="connsiteX6" fmla="*/ 0 w 12217880"/>
              <a:gd name="connsiteY6" fmla="*/ 2098564 h 2098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2098564">
                <a:moveTo>
                  <a:pt x="0" y="0"/>
                </a:moveTo>
                <a:lnTo>
                  <a:pt x="416402" y="280879"/>
                </a:lnTo>
                <a:cubicBezTo>
                  <a:pt x="1769473" y="1107884"/>
                  <a:pt x="3817166" y="1635014"/>
                  <a:pt x="6108941" y="1635014"/>
                </a:cubicBezTo>
                <a:cubicBezTo>
                  <a:pt x="8400716" y="1635014"/>
                  <a:pt x="10448409" y="1107884"/>
                  <a:pt x="11801480" y="280879"/>
                </a:cubicBezTo>
                <a:lnTo>
                  <a:pt x="12217880" y="1"/>
                </a:lnTo>
                <a:lnTo>
                  <a:pt x="12217880" y="2098564"/>
                </a:lnTo>
                <a:lnTo>
                  <a:pt x="0" y="2098564"/>
                </a:lnTo>
                <a:close/>
              </a:path>
            </a:pathLst>
          </a:custGeom>
          <a:solidFill>
            <a:srgbClr val="1746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D44999-EDB9-CACB-E368-D4FE7E609183}"/>
              </a:ext>
            </a:extLst>
          </p:cNvPr>
          <p:cNvSpPr txBox="1"/>
          <p:nvPr/>
        </p:nvSpPr>
        <p:spPr>
          <a:xfrm>
            <a:off x="5293313" y="1821910"/>
            <a:ext cx="16053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1000">
                      <a:srgbClr val="174677"/>
                    </a:gs>
                    <a:gs pos="91000">
                      <a:srgbClr val="174677">
                        <a:alpha val="0"/>
                      </a:srgbClr>
                    </a:gs>
                  </a:gsLst>
                  <a:lin ang="5400000" scaled="0"/>
                </a:gradFill>
                <a:effectLst/>
                <a:uLnTx/>
                <a:uFillTx/>
                <a:latin typeface="Arial Black" panose="020B0A04020102020204" pitchFamily="34" charset="0"/>
                <a:ea typeface="思源宋体 CN Heavy" panose="02020900000000000000" pitchFamily="18" charset="-122"/>
                <a:cs typeface="+mn-cs"/>
              </a:rPr>
              <a:t>03</a:t>
            </a:r>
            <a:endParaRPr kumimoji="0" lang="zh-CN" altLang="en-US" sz="6600" b="0" i="0" u="none" strike="noStrike" kern="1200" cap="none" spc="0" normalizeH="0" baseline="0" noProof="0" dirty="0">
              <a:ln>
                <a:noFill/>
              </a:ln>
              <a:gradFill>
                <a:gsLst>
                  <a:gs pos="41000">
                    <a:srgbClr val="174677"/>
                  </a:gs>
                  <a:gs pos="91000">
                    <a:srgbClr val="174677">
                      <a:alpha val="0"/>
                    </a:srgbClr>
                  </a:gs>
                </a:gsLst>
                <a:lin ang="5400000" scaled="0"/>
              </a:gradFill>
              <a:effectLst/>
              <a:uLnTx/>
              <a:uFillTx/>
              <a:latin typeface="Arial Black" panose="020B0A04020102020204" pitchFamily="34" charset="0"/>
              <a:ea typeface="思源宋体 CN Heavy" panose="02020900000000000000" pitchFamily="18" charset="-122"/>
              <a:cs typeface="+mn-cs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16A666D5-A257-FA9B-C0A5-F59280EDC8D6}"/>
              </a:ext>
            </a:extLst>
          </p:cNvPr>
          <p:cNvSpPr txBox="1"/>
          <p:nvPr/>
        </p:nvSpPr>
        <p:spPr>
          <a:xfrm>
            <a:off x="4157032" y="3061048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1" algn="ctr" defTabSz="1219170">
              <a:defRPr/>
            </a:pPr>
            <a:r>
              <a:rPr lang="zh-CN" altLang="en-US" sz="4800" b="1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研究成果展示</a:t>
            </a:r>
          </a:p>
        </p:txBody>
      </p:sp>
      <p:sp>
        <p:nvSpPr>
          <p:cNvPr id="10" name="TextBox 36">
            <a:extLst>
              <a:ext uri="{FF2B5EF4-FFF2-40B4-BE49-F238E27FC236}">
                <a16:creationId xmlns:a16="http://schemas.microsoft.com/office/drawing/2014/main" id="{59096E19-65BD-582E-EBAF-162BE1A1E65F}"/>
              </a:ext>
            </a:extLst>
          </p:cNvPr>
          <p:cNvSpPr txBox="1"/>
          <p:nvPr/>
        </p:nvSpPr>
        <p:spPr>
          <a:xfrm>
            <a:off x="3297214" y="3804117"/>
            <a:ext cx="5597621" cy="6065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A designer can use default text to simulate what text would look like. It looks even better with you using this text. </a:t>
            </a:r>
          </a:p>
        </p:txBody>
      </p:sp>
    </p:spTree>
    <p:extLst>
      <p:ext uri="{BB962C8B-B14F-4D97-AF65-F5344CB8AC3E}">
        <p14:creationId xmlns:p14="http://schemas.microsoft.com/office/powerpoint/2010/main" val="13969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A406-45D8-714C-0D78-C731A0DF8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2221BCC-3941-8C8B-9ED4-D9BDA3753420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0B8AEFBC-78DE-4AC2-DB76-3BB0CEBF8813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56E2B96-7384-636B-AC99-98A5F7697362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研究成果展示</a:t>
              </a:r>
            </a:p>
          </p:txBody>
        </p:sp>
      </p:grpSp>
      <p:pic>
        <p:nvPicPr>
          <p:cNvPr id="5" name="图片占位符 10">
            <a:extLst>
              <a:ext uri="{FF2B5EF4-FFF2-40B4-BE49-F238E27FC236}">
                <a16:creationId xmlns:a16="http://schemas.microsoft.com/office/drawing/2014/main" id="{4B5D7F5D-C3AD-D570-932D-CA1EDCA6096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13710" y="1480540"/>
            <a:ext cx="2714625" cy="3860589"/>
          </a:xfrm>
          <a:prstGeom prst="roundRect">
            <a:avLst>
              <a:gd name="adj" fmla="val 7193"/>
            </a:avLst>
          </a:prstGeom>
          <a:solidFill>
            <a:srgbClr val="FFFFFF">
              <a:lumMod val="95000"/>
              <a:alpha val="65000"/>
            </a:srgbClr>
          </a:solidFill>
          <a:ln w="38100">
            <a:noFill/>
          </a:ln>
          <a:effectLst/>
        </p:spPr>
      </p:pic>
      <p:pic>
        <p:nvPicPr>
          <p:cNvPr id="6" name="图片占位符 7">
            <a:extLst>
              <a:ext uri="{FF2B5EF4-FFF2-40B4-BE49-F238E27FC236}">
                <a16:creationId xmlns:a16="http://schemas.microsoft.com/office/drawing/2014/main" id="{1394C1AF-F229-A65E-60BA-8593F0A5B3D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48616" y="1480540"/>
            <a:ext cx="2714625" cy="3860589"/>
          </a:xfrm>
          <a:prstGeom prst="roundRect">
            <a:avLst>
              <a:gd name="adj" fmla="val 6141"/>
            </a:avLst>
          </a:prstGeom>
          <a:solidFill>
            <a:srgbClr val="FFFFFF">
              <a:lumMod val="95000"/>
              <a:alpha val="65000"/>
            </a:srgbClr>
          </a:solidFill>
          <a:ln w="38100">
            <a:noFill/>
          </a:ln>
          <a:effectLst/>
        </p:spPr>
      </p:pic>
      <p:grpSp>
        <p:nvGrpSpPr>
          <p:cNvPr id="7" name="Group 1">
            <a:extLst>
              <a:ext uri="{FF2B5EF4-FFF2-40B4-BE49-F238E27FC236}">
                <a16:creationId xmlns:a16="http://schemas.microsoft.com/office/drawing/2014/main" id="{0ACD1AA4-9421-2624-C29D-EAD31B106F8A}"/>
              </a:ext>
            </a:extLst>
          </p:cNvPr>
          <p:cNvGrpSpPr/>
          <p:nvPr/>
        </p:nvGrpSpPr>
        <p:grpSpPr>
          <a:xfrm>
            <a:off x="5921829" y="3156404"/>
            <a:ext cx="2073240" cy="2583005"/>
            <a:chOff x="5921829" y="2975429"/>
            <a:chExt cx="2073240" cy="2583005"/>
          </a:xfrm>
        </p:grpSpPr>
        <p:sp>
          <p:nvSpPr>
            <p:cNvPr id="8" name="Rectangle: Rounded Corners 11">
              <a:extLst>
                <a:ext uri="{FF2B5EF4-FFF2-40B4-BE49-F238E27FC236}">
                  <a16:creationId xmlns:a16="http://schemas.microsoft.com/office/drawing/2014/main" id="{CF9CD49F-24B2-DFE4-C2DB-D2C9D87AA66A}"/>
                </a:ext>
              </a:extLst>
            </p:cNvPr>
            <p:cNvSpPr/>
            <p:nvPr/>
          </p:nvSpPr>
          <p:spPr>
            <a:xfrm>
              <a:off x="5921829" y="2975429"/>
              <a:ext cx="2073240" cy="2583005"/>
            </a:xfrm>
            <a:prstGeom prst="roundRect">
              <a:avLst/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>
              <a:outerShdw blurRad="647700" dist="279400" dir="5400000" sx="99000" sy="99000" algn="t" rotWithShape="0">
                <a:srgbClr val="221B43">
                  <a:alpha val="12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grpSp>
          <p:nvGrpSpPr>
            <p:cNvPr id="9" name="Group 21">
              <a:extLst>
                <a:ext uri="{FF2B5EF4-FFF2-40B4-BE49-F238E27FC236}">
                  <a16:creationId xmlns:a16="http://schemas.microsoft.com/office/drawing/2014/main" id="{9855456D-968D-ED4D-D65A-BD2AC019FCD2}"/>
                </a:ext>
              </a:extLst>
            </p:cNvPr>
            <p:cNvGrpSpPr/>
            <p:nvPr/>
          </p:nvGrpSpPr>
          <p:grpSpPr>
            <a:xfrm>
              <a:off x="6044783" y="3208336"/>
              <a:ext cx="1827332" cy="2128781"/>
              <a:chOff x="6053040" y="3064330"/>
              <a:chExt cx="1827332" cy="2128781"/>
            </a:xfrm>
          </p:grpSpPr>
          <p:sp>
            <p:nvSpPr>
              <p:cNvPr id="10" name="Rectangle 14">
                <a:extLst>
                  <a:ext uri="{FF2B5EF4-FFF2-40B4-BE49-F238E27FC236}">
                    <a16:creationId xmlns:a16="http://schemas.microsoft.com/office/drawing/2014/main" id="{25AF0E54-D771-C151-A64A-E08266C5C382}"/>
                  </a:ext>
                </a:extLst>
              </p:cNvPr>
              <p:cNvSpPr/>
              <p:nvPr/>
            </p:nvSpPr>
            <p:spPr>
              <a:xfrm>
                <a:off x="6096000" y="3064330"/>
                <a:ext cx="1741412" cy="529376"/>
              </a:xfrm>
              <a:prstGeom prst="rect">
                <a:avLst/>
              </a:prstGeom>
            </p:spPr>
            <p:txBody>
              <a:bodyPr wrap="square" anchor="t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id-ID" sz="24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01.</a:t>
                </a:r>
                <a:endParaRPr kumimoji="0" lang="en-US" sz="2400" b="1" i="0" u="none" strike="noStrike" kern="0" cap="none" spc="0" normalizeH="0" baseline="30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11" name="Rectangle 15">
                <a:extLst>
                  <a:ext uri="{FF2B5EF4-FFF2-40B4-BE49-F238E27FC236}">
                    <a16:creationId xmlns:a16="http://schemas.microsoft.com/office/drawing/2014/main" id="{BEA4AD4F-FE8E-C25D-FD45-9D3374FC99F8}"/>
                  </a:ext>
                </a:extLst>
              </p:cNvPr>
              <p:cNvSpPr/>
              <p:nvPr/>
            </p:nvSpPr>
            <p:spPr>
              <a:xfrm>
                <a:off x="6053040" y="4007594"/>
                <a:ext cx="1827332" cy="11855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ea"/>
                    <a:sym typeface="+mn-lt"/>
                  </a:rPr>
                  <a:t>单击此处输入文本内容，可根据自己的需要适当地调整文字的颜色或者大小等属性。</a:t>
                </a:r>
              </a:p>
            </p:txBody>
          </p:sp>
          <p:sp>
            <p:nvSpPr>
              <p:cNvPr id="12" name="Rectangle 16">
                <a:extLst>
                  <a:ext uri="{FF2B5EF4-FFF2-40B4-BE49-F238E27FC236}">
                    <a16:creationId xmlns:a16="http://schemas.microsoft.com/office/drawing/2014/main" id="{02C33739-4456-E18B-BE3C-2B7616742035}"/>
                  </a:ext>
                </a:extLst>
              </p:cNvPr>
              <p:cNvSpPr/>
              <p:nvPr/>
            </p:nvSpPr>
            <p:spPr>
              <a:xfrm>
                <a:off x="6096202" y="3439816"/>
                <a:ext cx="1741210" cy="499817"/>
              </a:xfrm>
              <a:prstGeom prst="rect">
                <a:avLst/>
              </a:prstGeom>
            </p:spPr>
            <p:txBody>
              <a:bodyPr wrap="square" anchor="b">
                <a:spAutoFit/>
              </a:bodyPr>
              <a:lstStyle/>
              <a:p>
                <a:pPr marL="0" marR="0" lvl="0" indent="0" algn="just" defTabSz="457200" rtl="0" eaLnBrk="1" fontAlgn="auto" latinLnBrk="0" hangingPunct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ea"/>
                    <a:sym typeface="+mn-lt"/>
                  </a:rPr>
                  <a:t>添加标题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13" name="Group 2">
            <a:extLst>
              <a:ext uri="{FF2B5EF4-FFF2-40B4-BE49-F238E27FC236}">
                <a16:creationId xmlns:a16="http://schemas.microsoft.com/office/drawing/2014/main" id="{31821AEC-C4BA-37FE-99FF-84D5266C6CD8}"/>
              </a:ext>
            </a:extLst>
          </p:cNvPr>
          <p:cNvGrpSpPr/>
          <p:nvPr/>
        </p:nvGrpSpPr>
        <p:grpSpPr>
          <a:xfrm>
            <a:off x="9386923" y="3156404"/>
            <a:ext cx="2073240" cy="2583005"/>
            <a:chOff x="9386923" y="2975429"/>
            <a:chExt cx="2073240" cy="2583005"/>
          </a:xfrm>
        </p:grpSpPr>
        <p:sp>
          <p:nvSpPr>
            <p:cNvPr id="14" name="Rectangle: Rounded Corners 12">
              <a:extLst>
                <a:ext uri="{FF2B5EF4-FFF2-40B4-BE49-F238E27FC236}">
                  <a16:creationId xmlns:a16="http://schemas.microsoft.com/office/drawing/2014/main" id="{E1B67FF2-2C65-347E-EB47-7208FC383CDD}"/>
                </a:ext>
              </a:extLst>
            </p:cNvPr>
            <p:cNvSpPr/>
            <p:nvPr/>
          </p:nvSpPr>
          <p:spPr>
            <a:xfrm>
              <a:off x="9386923" y="2975429"/>
              <a:ext cx="2073240" cy="2583005"/>
            </a:xfrm>
            <a:prstGeom prst="roundRect">
              <a:avLst/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>
              <a:outerShdw blurRad="647700" dist="279400" dir="5400000" sx="99000" sy="99000" algn="t" rotWithShape="0">
                <a:srgbClr val="221B43">
                  <a:alpha val="12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grpSp>
          <p:nvGrpSpPr>
            <p:cNvPr id="15" name="Group 22">
              <a:extLst>
                <a:ext uri="{FF2B5EF4-FFF2-40B4-BE49-F238E27FC236}">
                  <a16:creationId xmlns:a16="http://schemas.microsoft.com/office/drawing/2014/main" id="{C55F5CC3-F30B-F8E9-5248-F1F8A2C6B129}"/>
                </a:ext>
              </a:extLst>
            </p:cNvPr>
            <p:cNvGrpSpPr/>
            <p:nvPr/>
          </p:nvGrpSpPr>
          <p:grpSpPr>
            <a:xfrm>
              <a:off x="9518399" y="3208336"/>
              <a:ext cx="1810288" cy="2128781"/>
              <a:chOff x="6061562" y="3064330"/>
              <a:chExt cx="1810288" cy="2128781"/>
            </a:xfrm>
          </p:grpSpPr>
          <p:sp>
            <p:nvSpPr>
              <p:cNvPr id="16" name="Rectangle 23">
                <a:extLst>
                  <a:ext uri="{FF2B5EF4-FFF2-40B4-BE49-F238E27FC236}">
                    <a16:creationId xmlns:a16="http://schemas.microsoft.com/office/drawing/2014/main" id="{CFC703EA-138F-FA47-288C-78BE6664301E}"/>
                  </a:ext>
                </a:extLst>
              </p:cNvPr>
              <p:cNvSpPr/>
              <p:nvPr/>
            </p:nvSpPr>
            <p:spPr>
              <a:xfrm>
                <a:off x="6096000" y="3064330"/>
                <a:ext cx="1741412" cy="529376"/>
              </a:xfrm>
              <a:prstGeom prst="rect">
                <a:avLst/>
              </a:prstGeom>
            </p:spPr>
            <p:txBody>
              <a:bodyPr wrap="square" anchor="t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id-ID" sz="24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02.</a:t>
                </a:r>
                <a:endParaRPr kumimoji="0" lang="en-US" sz="2400" b="1" i="0" u="none" strike="noStrike" kern="0" cap="none" spc="0" normalizeH="0" baseline="30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</p:txBody>
          </p:sp>
          <p:sp>
            <p:nvSpPr>
              <p:cNvPr id="17" name="Rectangle 24">
                <a:extLst>
                  <a:ext uri="{FF2B5EF4-FFF2-40B4-BE49-F238E27FC236}">
                    <a16:creationId xmlns:a16="http://schemas.microsoft.com/office/drawing/2014/main" id="{8FEBBDCE-D87B-4199-66BB-14F1BFB6AE0F}"/>
                  </a:ext>
                </a:extLst>
              </p:cNvPr>
              <p:cNvSpPr/>
              <p:nvPr/>
            </p:nvSpPr>
            <p:spPr>
              <a:xfrm>
                <a:off x="6061562" y="4007594"/>
                <a:ext cx="1810288" cy="11855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ea"/>
                    <a:sym typeface="+mn-lt"/>
                  </a:rPr>
                  <a:t>单击此处输入文本内容，可根据自己的需要适当地调整文字的颜色或者大小等属性。</a:t>
                </a:r>
              </a:p>
            </p:txBody>
          </p:sp>
          <p:sp>
            <p:nvSpPr>
              <p:cNvPr id="18" name="Rectangle 25">
                <a:extLst>
                  <a:ext uri="{FF2B5EF4-FFF2-40B4-BE49-F238E27FC236}">
                    <a16:creationId xmlns:a16="http://schemas.microsoft.com/office/drawing/2014/main" id="{DF9D3B9E-4750-3ABD-7D89-3FA5AF6CFAB2}"/>
                  </a:ext>
                </a:extLst>
              </p:cNvPr>
              <p:cNvSpPr/>
              <p:nvPr/>
            </p:nvSpPr>
            <p:spPr>
              <a:xfrm>
                <a:off x="6096202" y="3439816"/>
                <a:ext cx="1741210" cy="499817"/>
              </a:xfrm>
              <a:prstGeom prst="rect">
                <a:avLst/>
              </a:prstGeom>
            </p:spPr>
            <p:txBody>
              <a:bodyPr wrap="square" anchor="b">
                <a:spAutoFit/>
              </a:bodyPr>
              <a:lstStyle/>
              <a:p>
                <a:pPr marL="0" marR="0" lvl="0" indent="0" algn="just" defTabSz="457200" rtl="0" eaLnBrk="1" fontAlgn="auto" latinLnBrk="0" hangingPunct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ea"/>
                    <a:sym typeface="+mn-lt"/>
                  </a:rPr>
                  <a:t>添加标题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F7156CB-05CC-7B3B-DC44-5F85A5796383}"/>
              </a:ext>
            </a:extLst>
          </p:cNvPr>
          <p:cNvGrpSpPr/>
          <p:nvPr/>
        </p:nvGrpSpPr>
        <p:grpSpPr>
          <a:xfrm>
            <a:off x="606797" y="1681245"/>
            <a:ext cx="4162439" cy="1531832"/>
            <a:chOff x="832814" y="1469589"/>
            <a:chExt cx="4162439" cy="1531832"/>
          </a:xfrm>
        </p:grpSpPr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343A42E7-B471-3582-5C19-60AE0ACB8074}"/>
                </a:ext>
              </a:extLst>
            </p:cNvPr>
            <p:cNvSpPr txBox="1"/>
            <p:nvPr/>
          </p:nvSpPr>
          <p:spPr>
            <a:xfrm>
              <a:off x="832814" y="1977486"/>
              <a:ext cx="4162439" cy="10239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请您单击此处输入文本内容，可根据自己的需要适当地调整文字的颜色或者大小等属性，可复制粘贴您的文本，祝你使用愉快。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9924BB4-123A-681D-53BF-3FC4403FEF4B}"/>
                </a:ext>
              </a:extLst>
            </p:cNvPr>
            <p:cNvSpPr txBox="1"/>
            <p:nvPr/>
          </p:nvSpPr>
          <p:spPr>
            <a:xfrm>
              <a:off x="832814" y="1469589"/>
              <a:ext cx="1565076" cy="468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rgbClr val="D5AF6E"/>
            </a:solidFill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1FE752F7-E8BA-E322-21E6-084EC4D8FD7D}"/>
              </a:ext>
            </a:extLst>
          </p:cNvPr>
          <p:cNvGrpSpPr/>
          <p:nvPr/>
        </p:nvGrpSpPr>
        <p:grpSpPr>
          <a:xfrm>
            <a:off x="606797" y="3796514"/>
            <a:ext cx="4162439" cy="1531832"/>
            <a:chOff x="832814" y="1469589"/>
            <a:chExt cx="4162439" cy="15318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CF1375-8E22-9F0D-5D09-674C09E8EC0F}"/>
                </a:ext>
              </a:extLst>
            </p:cNvPr>
            <p:cNvSpPr txBox="1"/>
            <p:nvPr/>
          </p:nvSpPr>
          <p:spPr>
            <a:xfrm>
              <a:off x="832814" y="1977486"/>
              <a:ext cx="4162439" cy="10239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请您单击此处输入文本内容，可根据自己的需要适当地调整文字的颜色或者大小等属性，可复制粘贴您的文本，祝你使用愉快。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A490BCA5-D561-F823-358E-70E2B83E45A5}"/>
                </a:ext>
              </a:extLst>
            </p:cNvPr>
            <p:cNvSpPr txBox="1"/>
            <p:nvPr/>
          </p:nvSpPr>
          <p:spPr>
            <a:xfrm>
              <a:off x="832814" y="1469589"/>
              <a:ext cx="1565076" cy="468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rgbClr val="174677"/>
            </a:solidFill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rPr>
                <a:t>添加标题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8691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8" presetClass="entr" presetSubtype="1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" presetClass="emph" presetSubtype="0" accel="52000" decel="4800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18" presetClass="entr" presetSubtype="1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" presetClass="emph" presetSubtype="0" accel="52000" decel="48000" autoRev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50"/>
                            </p:stCondLst>
                            <p:childTnLst>
                              <p:par>
                                <p:cTn id="24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0A720-BA3A-1FFD-229E-A7641316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F0B529E-5C81-E7D3-F6F0-84BB7995645C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27679D24-BD63-EA48-E2A6-950CC6EE95E4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96555B80-44E1-501B-1DF0-EF0EF32B2C32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研究成果展示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628A8C28-31C4-62DF-14F5-33008D6FFC2D}"/>
              </a:ext>
            </a:extLst>
          </p:cNvPr>
          <p:cNvGrpSpPr/>
          <p:nvPr/>
        </p:nvGrpSpPr>
        <p:grpSpPr>
          <a:xfrm>
            <a:off x="998346" y="1871086"/>
            <a:ext cx="3015839" cy="3498374"/>
            <a:chOff x="1422803" y="2512066"/>
            <a:chExt cx="2528499" cy="2933059"/>
          </a:xfrm>
        </p:grpSpPr>
        <p:sp>
          <p:nvSpPr>
            <p:cNvPr id="6" name="六边形 5">
              <a:extLst>
                <a:ext uri="{FF2B5EF4-FFF2-40B4-BE49-F238E27FC236}">
                  <a16:creationId xmlns:a16="http://schemas.microsoft.com/office/drawing/2014/main" id="{90E575B3-3E29-A527-F665-A2FBABAA6867}"/>
                </a:ext>
              </a:extLst>
            </p:cNvPr>
            <p:cNvSpPr/>
            <p:nvPr/>
          </p:nvSpPr>
          <p:spPr>
            <a:xfrm rot="5400000">
              <a:off x="1220523" y="2714346"/>
              <a:ext cx="2933059" cy="2528499"/>
            </a:xfrm>
            <a:prstGeom prst="hexagon">
              <a:avLst/>
            </a:prstGeom>
            <a:solidFill>
              <a:schemeClr val="bg1"/>
            </a:solidFill>
            <a:ln>
              <a:noFill/>
            </a:ln>
            <a:effectLst>
              <a:outerShdw blurRad="762000" sx="95000" sy="9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A7CBD546-346C-D9ED-BDD5-84C6EC508A45}"/>
                </a:ext>
              </a:extLst>
            </p:cNvPr>
            <p:cNvSpPr/>
            <p:nvPr/>
          </p:nvSpPr>
          <p:spPr>
            <a:xfrm rot="5400000">
              <a:off x="2092937" y="1841933"/>
              <a:ext cx="1188230" cy="2528497"/>
            </a:xfrm>
            <a:custGeom>
              <a:avLst/>
              <a:gdLst>
                <a:gd name="connsiteX0" fmla="*/ 0 w 1188230"/>
                <a:gd name="connsiteY0" fmla="*/ 1264249 h 2528497"/>
                <a:gd name="connsiteX1" fmla="*/ 632125 w 1188230"/>
                <a:gd name="connsiteY1" fmla="*/ 0 h 2528497"/>
                <a:gd name="connsiteX2" fmla="*/ 1188230 w 1188230"/>
                <a:gd name="connsiteY2" fmla="*/ 0 h 2528497"/>
                <a:gd name="connsiteX3" fmla="*/ 1188230 w 1188230"/>
                <a:gd name="connsiteY3" fmla="*/ 2528497 h 2528497"/>
                <a:gd name="connsiteX4" fmla="*/ 632125 w 1188230"/>
                <a:gd name="connsiteY4" fmla="*/ 2528497 h 2528497"/>
                <a:gd name="connsiteX5" fmla="*/ 0 w 1188230"/>
                <a:gd name="connsiteY5" fmla="*/ 1264249 h 2528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88230" h="2528497">
                  <a:moveTo>
                    <a:pt x="0" y="1264249"/>
                  </a:moveTo>
                  <a:lnTo>
                    <a:pt x="632125" y="0"/>
                  </a:lnTo>
                  <a:lnTo>
                    <a:pt x="1188230" y="0"/>
                  </a:lnTo>
                  <a:lnTo>
                    <a:pt x="1188230" y="2528497"/>
                  </a:lnTo>
                  <a:lnTo>
                    <a:pt x="632125" y="2528497"/>
                  </a:lnTo>
                  <a:lnTo>
                    <a:pt x="0" y="1264249"/>
                  </a:lnTo>
                  <a:close/>
                </a:path>
              </a:pathLst>
            </a:cu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3620CE3A-83DA-8896-6A19-1F6E95D022CC}"/>
                </a:ext>
              </a:extLst>
            </p:cNvPr>
            <p:cNvGrpSpPr/>
            <p:nvPr/>
          </p:nvGrpSpPr>
          <p:grpSpPr>
            <a:xfrm>
              <a:off x="1649852" y="3850609"/>
              <a:ext cx="2123196" cy="1167308"/>
              <a:chOff x="4144254" y="4462566"/>
              <a:chExt cx="2123196" cy="1167308"/>
            </a:xfrm>
          </p:grpSpPr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8BECD4EF-946E-A692-A92E-300D87ECB377}"/>
                  </a:ext>
                </a:extLst>
              </p:cNvPr>
              <p:cNvSpPr/>
              <p:nvPr/>
            </p:nvSpPr>
            <p:spPr bwMode="auto">
              <a:xfrm>
                <a:off x="4144254" y="4771400"/>
                <a:ext cx="2123196" cy="858474"/>
              </a:xfrm>
              <a:prstGeom prst="rect">
                <a:avLst/>
              </a:prstGeom>
              <a:effectLst/>
            </p:spPr>
            <p:txBody>
              <a:bodyPr wrap="squar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单击此处输入文本内容，可根据自己的需要适当地调整文字的颜色或者大小等属性。</a:t>
                </a:r>
              </a:p>
            </p:txBody>
          </p:sp>
          <p:sp>
            <p:nvSpPr>
              <p:cNvPr id="11" name="PA-文本框 8">
                <a:extLst>
                  <a:ext uri="{FF2B5EF4-FFF2-40B4-BE49-F238E27FC236}">
                    <a16:creationId xmlns:a16="http://schemas.microsoft.com/office/drawing/2014/main" id="{4D5A9C40-C3FA-7A46-8F53-7FBBD84A19D8}"/>
                  </a:ext>
                </a:extLst>
              </p:cNvPr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4698368" y="4462566"/>
                <a:ext cx="1014966" cy="335455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  <a:sym typeface="思源黑体 CN Regular" panose="020B0500000000000000" pitchFamily="34" charset="-122"/>
                  </a:rPr>
                  <a:t>添加标题</a:t>
                </a:r>
              </a:p>
            </p:txBody>
          </p:sp>
        </p:grpSp>
        <p:sp>
          <p:nvSpPr>
            <p:cNvPr id="9" name="椭圆 24">
              <a:extLst>
                <a:ext uri="{FF2B5EF4-FFF2-40B4-BE49-F238E27FC236}">
                  <a16:creationId xmlns:a16="http://schemas.microsoft.com/office/drawing/2014/main" id="{E05A38F2-AE2C-48B0-F249-EFCA40D36C7A}"/>
                </a:ext>
              </a:extLst>
            </p:cNvPr>
            <p:cNvSpPr/>
            <p:nvPr/>
          </p:nvSpPr>
          <p:spPr>
            <a:xfrm>
              <a:off x="2439423" y="2967030"/>
              <a:ext cx="495258" cy="539016"/>
            </a:xfrm>
            <a:custGeom>
              <a:avLst/>
              <a:gdLst>
                <a:gd name="connsiteX0" fmla="*/ 80136 w 557453"/>
                <a:gd name="connsiteY0" fmla="*/ 382183 h 606706"/>
                <a:gd name="connsiteX1" fmla="*/ 117421 w 557453"/>
                <a:gd name="connsiteY1" fmla="*/ 448650 h 606706"/>
                <a:gd name="connsiteX2" fmla="*/ 201069 w 557453"/>
                <a:gd name="connsiteY2" fmla="*/ 461268 h 606706"/>
                <a:gd name="connsiteX3" fmla="*/ 226074 w 557453"/>
                <a:gd name="connsiteY3" fmla="*/ 485082 h 606706"/>
                <a:gd name="connsiteX4" fmla="*/ 155863 w 557453"/>
                <a:gd name="connsiteY4" fmla="*/ 597400 h 606706"/>
                <a:gd name="connsiteX5" fmla="*/ 121248 w 557453"/>
                <a:gd name="connsiteY5" fmla="*/ 595711 h 606706"/>
                <a:gd name="connsiteX6" fmla="*/ 86988 w 557453"/>
                <a:gd name="connsiteY6" fmla="*/ 527379 h 606706"/>
                <a:gd name="connsiteX7" fmla="*/ 19892 w 557453"/>
                <a:gd name="connsiteY7" fmla="*/ 527379 h 606706"/>
                <a:gd name="connsiteX8" fmla="*/ 3340 w 557453"/>
                <a:gd name="connsiteY8" fmla="*/ 496545 h 606706"/>
                <a:gd name="connsiteX9" fmla="*/ 472991 w 557453"/>
                <a:gd name="connsiteY9" fmla="*/ 375691 h 606706"/>
                <a:gd name="connsiteX10" fmla="*/ 554072 w 557453"/>
                <a:gd name="connsiteY10" fmla="*/ 496542 h 606706"/>
                <a:gd name="connsiteX11" fmla="*/ 537607 w 557453"/>
                <a:gd name="connsiteY11" fmla="*/ 527377 h 606706"/>
                <a:gd name="connsiteX12" fmla="*/ 470410 w 557453"/>
                <a:gd name="connsiteY12" fmla="*/ 527377 h 606706"/>
                <a:gd name="connsiteX13" fmla="*/ 436234 w 557453"/>
                <a:gd name="connsiteY13" fmla="*/ 595711 h 606706"/>
                <a:gd name="connsiteX14" fmla="*/ 401612 w 557453"/>
                <a:gd name="connsiteY14" fmla="*/ 597399 h 606706"/>
                <a:gd name="connsiteX15" fmla="*/ 329876 w 557453"/>
                <a:gd name="connsiteY15" fmla="*/ 482769 h 606706"/>
                <a:gd name="connsiteX16" fmla="*/ 351504 w 557453"/>
                <a:gd name="connsiteY16" fmla="*/ 461264 h 606706"/>
                <a:gd name="connsiteX17" fmla="*/ 435166 w 557453"/>
                <a:gd name="connsiteY17" fmla="*/ 448646 h 606706"/>
                <a:gd name="connsiteX18" fmla="*/ 472991 w 557453"/>
                <a:gd name="connsiteY18" fmla="*/ 375691 h 606706"/>
                <a:gd name="connsiteX19" fmla="*/ 276353 w 557453"/>
                <a:gd name="connsiteY19" fmla="*/ 150940 h 606706"/>
                <a:gd name="connsiteX20" fmla="*/ 355775 w 557453"/>
                <a:gd name="connsiteY20" fmla="*/ 230256 h 606706"/>
                <a:gd name="connsiteX21" fmla="*/ 276353 w 557453"/>
                <a:gd name="connsiteY21" fmla="*/ 309572 h 606706"/>
                <a:gd name="connsiteX22" fmla="*/ 196931 w 557453"/>
                <a:gd name="connsiteY22" fmla="*/ 230256 h 606706"/>
                <a:gd name="connsiteX23" fmla="*/ 276353 w 557453"/>
                <a:gd name="connsiteY23" fmla="*/ 150940 h 606706"/>
                <a:gd name="connsiteX24" fmla="*/ 276326 w 557453"/>
                <a:gd name="connsiteY24" fmla="*/ 111262 h 606706"/>
                <a:gd name="connsiteX25" fmla="*/ 157153 w 557453"/>
                <a:gd name="connsiteY25" fmla="*/ 230255 h 606706"/>
                <a:gd name="connsiteX26" fmla="*/ 276326 w 557453"/>
                <a:gd name="connsiteY26" fmla="*/ 349248 h 606706"/>
                <a:gd name="connsiteX27" fmla="*/ 395499 w 557453"/>
                <a:gd name="connsiteY27" fmla="*/ 230255 h 606706"/>
                <a:gd name="connsiteX28" fmla="*/ 276326 w 557453"/>
                <a:gd name="connsiteY28" fmla="*/ 111262 h 606706"/>
                <a:gd name="connsiteX29" fmla="*/ 276326 w 557453"/>
                <a:gd name="connsiteY29" fmla="*/ 0 h 606706"/>
                <a:gd name="connsiteX30" fmla="*/ 331952 w 557453"/>
                <a:gd name="connsiteY30" fmla="*/ 38124 h 606706"/>
                <a:gd name="connsiteX31" fmla="*/ 344412 w 557453"/>
                <a:gd name="connsiteY31" fmla="*/ 42212 h 606706"/>
                <a:gd name="connsiteX32" fmla="*/ 411875 w 557453"/>
                <a:gd name="connsiteY32" fmla="*/ 43989 h 606706"/>
                <a:gd name="connsiteX33" fmla="*/ 434392 w 557453"/>
                <a:gd name="connsiteY33" fmla="*/ 107529 h 606706"/>
                <a:gd name="connsiteX34" fmla="*/ 442135 w 557453"/>
                <a:gd name="connsiteY34" fmla="*/ 118105 h 606706"/>
                <a:gd name="connsiteX35" fmla="*/ 495625 w 557453"/>
                <a:gd name="connsiteY35" fmla="*/ 159072 h 606706"/>
                <a:gd name="connsiteX36" fmla="*/ 477558 w 557453"/>
                <a:gd name="connsiteY36" fmla="*/ 222079 h 606706"/>
                <a:gd name="connsiteX37" fmla="*/ 477558 w 557453"/>
                <a:gd name="connsiteY37" fmla="*/ 238431 h 606706"/>
                <a:gd name="connsiteX38" fmla="*/ 495625 w 557453"/>
                <a:gd name="connsiteY38" fmla="*/ 301438 h 606706"/>
                <a:gd name="connsiteX39" fmla="*/ 442135 w 557453"/>
                <a:gd name="connsiteY39" fmla="*/ 342405 h 606706"/>
                <a:gd name="connsiteX40" fmla="*/ 434392 w 557453"/>
                <a:gd name="connsiteY40" fmla="*/ 353070 h 606706"/>
                <a:gd name="connsiteX41" fmla="*/ 411875 w 557453"/>
                <a:gd name="connsiteY41" fmla="*/ 416521 h 606706"/>
                <a:gd name="connsiteX42" fmla="*/ 344412 w 557453"/>
                <a:gd name="connsiteY42" fmla="*/ 418298 h 606706"/>
                <a:gd name="connsiteX43" fmla="*/ 331952 w 557453"/>
                <a:gd name="connsiteY43" fmla="*/ 422386 h 606706"/>
                <a:gd name="connsiteX44" fmla="*/ 276326 w 557453"/>
                <a:gd name="connsiteY44" fmla="*/ 460510 h 606706"/>
                <a:gd name="connsiteX45" fmla="*/ 220701 w 557453"/>
                <a:gd name="connsiteY45" fmla="*/ 422386 h 606706"/>
                <a:gd name="connsiteX46" fmla="*/ 208240 w 557453"/>
                <a:gd name="connsiteY46" fmla="*/ 418298 h 606706"/>
                <a:gd name="connsiteX47" fmla="*/ 140777 w 557453"/>
                <a:gd name="connsiteY47" fmla="*/ 416521 h 606706"/>
                <a:gd name="connsiteX48" fmla="*/ 118260 w 557453"/>
                <a:gd name="connsiteY48" fmla="*/ 352981 h 606706"/>
                <a:gd name="connsiteX49" fmla="*/ 110606 w 557453"/>
                <a:gd name="connsiteY49" fmla="*/ 342405 h 606706"/>
                <a:gd name="connsiteX50" fmla="*/ 57027 w 557453"/>
                <a:gd name="connsiteY50" fmla="*/ 301438 h 606706"/>
                <a:gd name="connsiteX51" fmla="*/ 76162 w 557453"/>
                <a:gd name="connsiteY51" fmla="*/ 236831 h 606706"/>
                <a:gd name="connsiteX52" fmla="*/ 76162 w 557453"/>
                <a:gd name="connsiteY52" fmla="*/ 223679 h 606706"/>
                <a:gd name="connsiteX53" fmla="*/ 57027 w 557453"/>
                <a:gd name="connsiteY53" fmla="*/ 159072 h 606706"/>
                <a:gd name="connsiteX54" fmla="*/ 110606 w 557453"/>
                <a:gd name="connsiteY54" fmla="*/ 118105 h 606706"/>
                <a:gd name="connsiteX55" fmla="*/ 118260 w 557453"/>
                <a:gd name="connsiteY55" fmla="*/ 107529 h 606706"/>
                <a:gd name="connsiteX56" fmla="*/ 140777 w 557453"/>
                <a:gd name="connsiteY56" fmla="*/ 43989 h 606706"/>
                <a:gd name="connsiteX57" fmla="*/ 208240 w 557453"/>
                <a:gd name="connsiteY57" fmla="*/ 42212 h 606706"/>
                <a:gd name="connsiteX58" fmla="*/ 220701 w 557453"/>
                <a:gd name="connsiteY58" fmla="*/ 38213 h 606706"/>
                <a:gd name="connsiteX59" fmla="*/ 276326 w 557453"/>
                <a:gd name="connsiteY59" fmla="*/ 0 h 606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57453" h="606706">
                  <a:moveTo>
                    <a:pt x="80136" y="382183"/>
                  </a:moveTo>
                  <a:cubicBezTo>
                    <a:pt x="82271" y="408752"/>
                    <a:pt x="95708" y="432922"/>
                    <a:pt x="117421" y="448650"/>
                  </a:cubicBezTo>
                  <a:cubicBezTo>
                    <a:pt x="143850" y="467843"/>
                    <a:pt x="171258" y="469354"/>
                    <a:pt x="201069" y="461268"/>
                  </a:cubicBezTo>
                  <a:cubicBezTo>
                    <a:pt x="208989" y="471042"/>
                    <a:pt x="214150" y="477262"/>
                    <a:pt x="226074" y="485082"/>
                  </a:cubicBezTo>
                  <a:lnTo>
                    <a:pt x="155863" y="597400"/>
                  </a:lnTo>
                  <a:cubicBezTo>
                    <a:pt x="147677" y="610462"/>
                    <a:pt x="128189" y="609662"/>
                    <a:pt x="121248" y="595711"/>
                  </a:cubicBezTo>
                  <a:lnTo>
                    <a:pt x="86988" y="527379"/>
                  </a:lnTo>
                  <a:lnTo>
                    <a:pt x="19892" y="527379"/>
                  </a:lnTo>
                  <a:cubicBezTo>
                    <a:pt x="3963" y="527379"/>
                    <a:pt x="-5380" y="509696"/>
                    <a:pt x="3340" y="496545"/>
                  </a:cubicBezTo>
                  <a:close/>
                  <a:moveTo>
                    <a:pt x="472991" y="375691"/>
                  </a:moveTo>
                  <a:lnTo>
                    <a:pt x="554072" y="496542"/>
                  </a:lnTo>
                  <a:cubicBezTo>
                    <a:pt x="562883" y="509605"/>
                    <a:pt x="553449" y="527377"/>
                    <a:pt x="537607" y="527377"/>
                  </a:cubicBezTo>
                  <a:lnTo>
                    <a:pt x="470410" y="527377"/>
                  </a:lnTo>
                  <a:lnTo>
                    <a:pt x="436234" y="595711"/>
                  </a:lnTo>
                  <a:cubicBezTo>
                    <a:pt x="429291" y="609573"/>
                    <a:pt x="409800" y="610462"/>
                    <a:pt x="401612" y="597399"/>
                  </a:cubicBezTo>
                  <a:lnTo>
                    <a:pt x="329876" y="482769"/>
                  </a:lnTo>
                  <a:cubicBezTo>
                    <a:pt x="340378" y="475215"/>
                    <a:pt x="344473" y="469973"/>
                    <a:pt x="351504" y="461264"/>
                  </a:cubicBezTo>
                  <a:cubicBezTo>
                    <a:pt x="380963" y="469173"/>
                    <a:pt x="408465" y="468107"/>
                    <a:pt x="435166" y="448646"/>
                  </a:cubicBezTo>
                  <a:cubicBezTo>
                    <a:pt x="457327" y="432651"/>
                    <a:pt x="471300" y="408747"/>
                    <a:pt x="472991" y="375691"/>
                  </a:cubicBezTo>
                  <a:close/>
                  <a:moveTo>
                    <a:pt x="276353" y="150940"/>
                  </a:moveTo>
                  <a:cubicBezTo>
                    <a:pt x="320217" y="150940"/>
                    <a:pt x="355775" y="186451"/>
                    <a:pt x="355775" y="230256"/>
                  </a:cubicBezTo>
                  <a:cubicBezTo>
                    <a:pt x="355775" y="274061"/>
                    <a:pt x="320217" y="309572"/>
                    <a:pt x="276353" y="309572"/>
                  </a:cubicBezTo>
                  <a:cubicBezTo>
                    <a:pt x="232489" y="309572"/>
                    <a:pt x="196931" y="274061"/>
                    <a:pt x="196931" y="230256"/>
                  </a:cubicBezTo>
                  <a:cubicBezTo>
                    <a:pt x="196931" y="186451"/>
                    <a:pt x="232489" y="150940"/>
                    <a:pt x="276353" y="150940"/>
                  </a:cubicBezTo>
                  <a:close/>
                  <a:moveTo>
                    <a:pt x="276326" y="111262"/>
                  </a:moveTo>
                  <a:cubicBezTo>
                    <a:pt x="210643" y="111262"/>
                    <a:pt x="157153" y="164671"/>
                    <a:pt x="157153" y="230255"/>
                  </a:cubicBezTo>
                  <a:cubicBezTo>
                    <a:pt x="157153" y="295839"/>
                    <a:pt x="210643" y="349248"/>
                    <a:pt x="276326" y="349248"/>
                  </a:cubicBezTo>
                  <a:cubicBezTo>
                    <a:pt x="342009" y="349248"/>
                    <a:pt x="395499" y="295839"/>
                    <a:pt x="395499" y="230255"/>
                  </a:cubicBezTo>
                  <a:cubicBezTo>
                    <a:pt x="395499" y="164671"/>
                    <a:pt x="342009" y="111262"/>
                    <a:pt x="276326" y="111262"/>
                  </a:cubicBezTo>
                  <a:close/>
                  <a:moveTo>
                    <a:pt x="276326" y="0"/>
                  </a:moveTo>
                  <a:cubicBezTo>
                    <a:pt x="305341" y="0"/>
                    <a:pt x="317000" y="19640"/>
                    <a:pt x="331952" y="38124"/>
                  </a:cubicBezTo>
                  <a:cubicBezTo>
                    <a:pt x="334978" y="41856"/>
                    <a:pt x="339873" y="43456"/>
                    <a:pt x="344412" y="42212"/>
                  </a:cubicBezTo>
                  <a:cubicBezTo>
                    <a:pt x="368086" y="35902"/>
                    <a:pt x="388646" y="27105"/>
                    <a:pt x="411875" y="43989"/>
                  </a:cubicBezTo>
                  <a:cubicBezTo>
                    <a:pt x="435371" y="60963"/>
                    <a:pt x="433146" y="83713"/>
                    <a:pt x="434392" y="107529"/>
                  </a:cubicBezTo>
                  <a:cubicBezTo>
                    <a:pt x="434659" y="112239"/>
                    <a:pt x="437685" y="116416"/>
                    <a:pt x="442135" y="118105"/>
                  </a:cubicBezTo>
                  <a:cubicBezTo>
                    <a:pt x="465009" y="126814"/>
                    <a:pt x="486814" y="131790"/>
                    <a:pt x="495625" y="159072"/>
                  </a:cubicBezTo>
                  <a:cubicBezTo>
                    <a:pt x="504525" y="186532"/>
                    <a:pt x="489662" y="203506"/>
                    <a:pt x="477558" y="222079"/>
                  </a:cubicBezTo>
                  <a:cubicBezTo>
                    <a:pt x="474265" y="227056"/>
                    <a:pt x="474265" y="233454"/>
                    <a:pt x="477558" y="238431"/>
                  </a:cubicBezTo>
                  <a:cubicBezTo>
                    <a:pt x="490196" y="257804"/>
                    <a:pt x="504436" y="274511"/>
                    <a:pt x="495625" y="301438"/>
                  </a:cubicBezTo>
                  <a:cubicBezTo>
                    <a:pt x="486725" y="328987"/>
                    <a:pt x="464297" y="333963"/>
                    <a:pt x="442135" y="342405"/>
                  </a:cubicBezTo>
                  <a:cubicBezTo>
                    <a:pt x="437685" y="344094"/>
                    <a:pt x="434659" y="348271"/>
                    <a:pt x="434392" y="353070"/>
                  </a:cubicBezTo>
                  <a:cubicBezTo>
                    <a:pt x="433146" y="377419"/>
                    <a:pt x="435104" y="399725"/>
                    <a:pt x="411875" y="416521"/>
                  </a:cubicBezTo>
                  <a:cubicBezTo>
                    <a:pt x="388468" y="433583"/>
                    <a:pt x="367552" y="424519"/>
                    <a:pt x="344412" y="418298"/>
                  </a:cubicBezTo>
                  <a:cubicBezTo>
                    <a:pt x="339962" y="417054"/>
                    <a:pt x="334978" y="418654"/>
                    <a:pt x="331952" y="422386"/>
                  </a:cubicBezTo>
                  <a:cubicBezTo>
                    <a:pt x="316555" y="441404"/>
                    <a:pt x="305074" y="460510"/>
                    <a:pt x="276326" y="460510"/>
                  </a:cubicBezTo>
                  <a:cubicBezTo>
                    <a:pt x="247312" y="460510"/>
                    <a:pt x="235653" y="440870"/>
                    <a:pt x="220701" y="422386"/>
                  </a:cubicBezTo>
                  <a:cubicBezTo>
                    <a:pt x="217763" y="418654"/>
                    <a:pt x="212868" y="417054"/>
                    <a:pt x="208240" y="418298"/>
                  </a:cubicBezTo>
                  <a:cubicBezTo>
                    <a:pt x="184655" y="424608"/>
                    <a:pt x="164006" y="433405"/>
                    <a:pt x="140777" y="416521"/>
                  </a:cubicBezTo>
                  <a:cubicBezTo>
                    <a:pt x="117281" y="399547"/>
                    <a:pt x="119506" y="376708"/>
                    <a:pt x="118260" y="352981"/>
                  </a:cubicBezTo>
                  <a:cubicBezTo>
                    <a:pt x="117993" y="348271"/>
                    <a:pt x="114967" y="344094"/>
                    <a:pt x="110606" y="342405"/>
                  </a:cubicBezTo>
                  <a:cubicBezTo>
                    <a:pt x="87643" y="333696"/>
                    <a:pt x="65927" y="328720"/>
                    <a:pt x="57027" y="301438"/>
                  </a:cubicBezTo>
                  <a:cubicBezTo>
                    <a:pt x="48038" y="273711"/>
                    <a:pt x="63346" y="256560"/>
                    <a:pt x="76162" y="236831"/>
                  </a:cubicBezTo>
                  <a:cubicBezTo>
                    <a:pt x="78743" y="232832"/>
                    <a:pt x="78743" y="227678"/>
                    <a:pt x="76162" y="223679"/>
                  </a:cubicBezTo>
                  <a:cubicBezTo>
                    <a:pt x="62812" y="203151"/>
                    <a:pt x="48127" y="186355"/>
                    <a:pt x="57027" y="159072"/>
                  </a:cubicBezTo>
                  <a:cubicBezTo>
                    <a:pt x="66016" y="131523"/>
                    <a:pt x="88355" y="126547"/>
                    <a:pt x="110606" y="118105"/>
                  </a:cubicBezTo>
                  <a:cubicBezTo>
                    <a:pt x="114967" y="116416"/>
                    <a:pt x="117993" y="112239"/>
                    <a:pt x="118260" y="107529"/>
                  </a:cubicBezTo>
                  <a:cubicBezTo>
                    <a:pt x="119506" y="83091"/>
                    <a:pt x="117548" y="60785"/>
                    <a:pt x="140777" y="43989"/>
                  </a:cubicBezTo>
                  <a:cubicBezTo>
                    <a:pt x="164273" y="26927"/>
                    <a:pt x="185278" y="36080"/>
                    <a:pt x="208240" y="42212"/>
                  </a:cubicBezTo>
                  <a:cubicBezTo>
                    <a:pt x="212868" y="43456"/>
                    <a:pt x="217763" y="41856"/>
                    <a:pt x="220701" y="38213"/>
                  </a:cubicBezTo>
                  <a:cubicBezTo>
                    <a:pt x="236187" y="19018"/>
                    <a:pt x="247668" y="0"/>
                    <a:pt x="27632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13893610-7575-9F3C-F9D5-350915F9E99E}"/>
              </a:ext>
            </a:extLst>
          </p:cNvPr>
          <p:cNvGrpSpPr/>
          <p:nvPr/>
        </p:nvGrpSpPr>
        <p:grpSpPr>
          <a:xfrm>
            <a:off x="4592844" y="1871086"/>
            <a:ext cx="3015839" cy="3498374"/>
            <a:chOff x="4831750" y="2512066"/>
            <a:chExt cx="2528499" cy="2933059"/>
          </a:xfrm>
        </p:grpSpPr>
        <p:sp>
          <p:nvSpPr>
            <p:cNvPr id="13" name="六边形 12">
              <a:extLst>
                <a:ext uri="{FF2B5EF4-FFF2-40B4-BE49-F238E27FC236}">
                  <a16:creationId xmlns:a16="http://schemas.microsoft.com/office/drawing/2014/main" id="{AD2083AA-0E3B-0FDB-98D7-EEA3674EBC53}"/>
                </a:ext>
              </a:extLst>
            </p:cNvPr>
            <p:cNvSpPr/>
            <p:nvPr/>
          </p:nvSpPr>
          <p:spPr>
            <a:xfrm rot="5400000">
              <a:off x="4629470" y="2714346"/>
              <a:ext cx="2933059" cy="2528499"/>
            </a:xfrm>
            <a:prstGeom prst="hexagon">
              <a:avLst/>
            </a:prstGeom>
            <a:solidFill>
              <a:schemeClr val="bg1"/>
            </a:solidFill>
            <a:ln>
              <a:noFill/>
            </a:ln>
            <a:effectLst>
              <a:outerShdw blurRad="762000" sx="95000" sy="9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017D59CD-1337-7F0E-0FA9-8222143E9549}"/>
                </a:ext>
              </a:extLst>
            </p:cNvPr>
            <p:cNvSpPr/>
            <p:nvPr/>
          </p:nvSpPr>
          <p:spPr>
            <a:xfrm rot="5400000">
              <a:off x="5501884" y="1841933"/>
              <a:ext cx="1188230" cy="2528497"/>
            </a:xfrm>
            <a:custGeom>
              <a:avLst/>
              <a:gdLst>
                <a:gd name="connsiteX0" fmla="*/ 0 w 1188230"/>
                <a:gd name="connsiteY0" fmla="*/ 1264249 h 2528497"/>
                <a:gd name="connsiteX1" fmla="*/ 632125 w 1188230"/>
                <a:gd name="connsiteY1" fmla="*/ 0 h 2528497"/>
                <a:gd name="connsiteX2" fmla="*/ 1188230 w 1188230"/>
                <a:gd name="connsiteY2" fmla="*/ 0 h 2528497"/>
                <a:gd name="connsiteX3" fmla="*/ 1188230 w 1188230"/>
                <a:gd name="connsiteY3" fmla="*/ 2528497 h 2528497"/>
                <a:gd name="connsiteX4" fmla="*/ 632125 w 1188230"/>
                <a:gd name="connsiteY4" fmla="*/ 2528497 h 2528497"/>
                <a:gd name="connsiteX5" fmla="*/ 0 w 1188230"/>
                <a:gd name="connsiteY5" fmla="*/ 1264249 h 2528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88230" h="2528497">
                  <a:moveTo>
                    <a:pt x="0" y="1264249"/>
                  </a:moveTo>
                  <a:lnTo>
                    <a:pt x="632125" y="0"/>
                  </a:lnTo>
                  <a:lnTo>
                    <a:pt x="1188230" y="0"/>
                  </a:lnTo>
                  <a:lnTo>
                    <a:pt x="1188230" y="2528497"/>
                  </a:lnTo>
                  <a:lnTo>
                    <a:pt x="632125" y="2528497"/>
                  </a:lnTo>
                  <a:lnTo>
                    <a:pt x="0" y="1264249"/>
                  </a:lnTo>
                  <a:close/>
                </a:path>
              </a:pathLst>
            </a:cu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32E4B582-9E9D-BF63-E485-5998AA32E2AA}"/>
                </a:ext>
              </a:extLst>
            </p:cNvPr>
            <p:cNvGrpSpPr/>
            <p:nvPr/>
          </p:nvGrpSpPr>
          <p:grpSpPr>
            <a:xfrm>
              <a:off x="5034402" y="3850609"/>
              <a:ext cx="2123196" cy="1167308"/>
              <a:chOff x="4144254" y="4462566"/>
              <a:chExt cx="2123196" cy="1167308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1C276927-28AA-63D6-C686-936320DC5147}"/>
                  </a:ext>
                </a:extLst>
              </p:cNvPr>
              <p:cNvSpPr/>
              <p:nvPr/>
            </p:nvSpPr>
            <p:spPr bwMode="auto">
              <a:xfrm>
                <a:off x="4144254" y="4771400"/>
                <a:ext cx="2123196" cy="858474"/>
              </a:xfrm>
              <a:prstGeom prst="rect">
                <a:avLst/>
              </a:prstGeom>
            </p:spPr>
            <p:txBody>
              <a:bodyPr wrap="squar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单击此处输入文本内容，可根据自己的需要适当地调整文字的颜色或者大小等属性。</a:t>
                </a:r>
              </a:p>
            </p:txBody>
          </p:sp>
          <p:sp>
            <p:nvSpPr>
              <p:cNvPr id="18" name="PA-文本框 8">
                <a:extLst>
                  <a:ext uri="{FF2B5EF4-FFF2-40B4-BE49-F238E27FC236}">
                    <a16:creationId xmlns:a16="http://schemas.microsoft.com/office/drawing/2014/main" id="{7444AF89-EB6E-5D64-FF53-8A4058A03FE7}"/>
                  </a:ext>
                </a:extLst>
              </p:cNvPr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4698368" y="4462566"/>
                <a:ext cx="1014965" cy="335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  <a:sym typeface="思源黑体 CN Regular" panose="020B0500000000000000" pitchFamily="34" charset="-122"/>
                  </a:rPr>
                  <a:t>添加标题</a:t>
                </a:r>
              </a:p>
            </p:txBody>
          </p:sp>
        </p:grpSp>
        <p:sp>
          <p:nvSpPr>
            <p:cNvPr id="16" name="椭圆 25">
              <a:extLst>
                <a:ext uri="{FF2B5EF4-FFF2-40B4-BE49-F238E27FC236}">
                  <a16:creationId xmlns:a16="http://schemas.microsoft.com/office/drawing/2014/main" id="{1BFFB486-912C-C731-86D1-5304A31B8C8A}"/>
                </a:ext>
              </a:extLst>
            </p:cNvPr>
            <p:cNvSpPr/>
            <p:nvPr/>
          </p:nvSpPr>
          <p:spPr>
            <a:xfrm>
              <a:off x="5826492" y="2999304"/>
              <a:ext cx="539016" cy="474467"/>
            </a:xfrm>
            <a:custGeom>
              <a:avLst/>
              <a:gdLst>
                <a:gd name="connsiteX0" fmla="*/ 18335 w 604256"/>
                <a:gd name="connsiteY0" fmla="*/ 334272 h 531895"/>
                <a:gd name="connsiteX1" fmla="*/ 37988 w 604256"/>
                <a:gd name="connsiteY1" fmla="*/ 336249 h 531895"/>
                <a:gd name="connsiteX2" fmla="*/ 302130 w 604256"/>
                <a:gd name="connsiteY2" fmla="*/ 476833 h 531895"/>
                <a:gd name="connsiteX3" fmla="*/ 566126 w 604256"/>
                <a:gd name="connsiteY3" fmla="*/ 336249 h 531895"/>
                <a:gd name="connsiteX4" fmla="*/ 601178 w 604256"/>
                <a:gd name="connsiteY4" fmla="*/ 346793 h 531895"/>
                <a:gd name="connsiteX5" fmla="*/ 590619 w 604256"/>
                <a:gd name="connsiteY5" fmla="*/ 381793 h 531895"/>
                <a:gd name="connsiteX6" fmla="*/ 314303 w 604256"/>
                <a:gd name="connsiteY6" fmla="*/ 528820 h 531895"/>
                <a:gd name="connsiteX7" fmla="*/ 302130 w 604256"/>
                <a:gd name="connsiteY7" fmla="*/ 531895 h 531895"/>
                <a:gd name="connsiteX8" fmla="*/ 289957 w 604256"/>
                <a:gd name="connsiteY8" fmla="*/ 528820 h 531895"/>
                <a:gd name="connsiteX9" fmla="*/ 13641 w 604256"/>
                <a:gd name="connsiteY9" fmla="*/ 381793 h 531895"/>
                <a:gd name="connsiteX10" fmla="*/ 3082 w 604256"/>
                <a:gd name="connsiteY10" fmla="*/ 346793 h 531895"/>
                <a:gd name="connsiteX11" fmla="*/ 18335 w 604256"/>
                <a:gd name="connsiteY11" fmla="*/ 334272 h 531895"/>
                <a:gd name="connsiteX12" fmla="*/ 18335 w 604256"/>
                <a:gd name="connsiteY12" fmla="*/ 233364 h 531895"/>
                <a:gd name="connsiteX13" fmla="*/ 37988 w 604256"/>
                <a:gd name="connsiteY13" fmla="*/ 235341 h 531895"/>
                <a:gd name="connsiteX14" fmla="*/ 302130 w 604256"/>
                <a:gd name="connsiteY14" fmla="*/ 375925 h 531895"/>
                <a:gd name="connsiteX15" fmla="*/ 566126 w 604256"/>
                <a:gd name="connsiteY15" fmla="*/ 235341 h 531895"/>
                <a:gd name="connsiteX16" fmla="*/ 601178 w 604256"/>
                <a:gd name="connsiteY16" fmla="*/ 245885 h 531895"/>
                <a:gd name="connsiteX17" fmla="*/ 590619 w 604256"/>
                <a:gd name="connsiteY17" fmla="*/ 280885 h 531895"/>
                <a:gd name="connsiteX18" fmla="*/ 314303 w 604256"/>
                <a:gd name="connsiteY18" fmla="*/ 428058 h 531895"/>
                <a:gd name="connsiteX19" fmla="*/ 302130 w 604256"/>
                <a:gd name="connsiteY19" fmla="*/ 430987 h 531895"/>
                <a:gd name="connsiteX20" fmla="*/ 289957 w 604256"/>
                <a:gd name="connsiteY20" fmla="*/ 428058 h 531895"/>
                <a:gd name="connsiteX21" fmla="*/ 13641 w 604256"/>
                <a:gd name="connsiteY21" fmla="*/ 280885 h 531895"/>
                <a:gd name="connsiteX22" fmla="*/ 3082 w 604256"/>
                <a:gd name="connsiteY22" fmla="*/ 245885 h 531895"/>
                <a:gd name="connsiteX23" fmla="*/ 18335 w 604256"/>
                <a:gd name="connsiteY23" fmla="*/ 233364 h 531895"/>
                <a:gd name="connsiteX24" fmla="*/ 291571 w 604256"/>
                <a:gd name="connsiteY24" fmla="*/ 2196 h 531895"/>
                <a:gd name="connsiteX25" fmla="*/ 312689 w 604256"/>
                <a:gd name="connsiteY25" fmla="*/ 2196 h 531895"/>
                <a:gd name="connsiteX26" fmla="*/ 588846 w 604256"/>
                <a:gd name="connsiteY26" fmla="*/ 125214 h 531895"/>
                <a:gd name="connsiteX27" fmla="*/ 604245 w 604256"/>
                <a:gd name="connsiteY27" fmla="*/ 147914 h 531895"/>
                <a:gd name="connsiteX28" fmla="*/ 590605 w 604256"/>
                <a:gd name="connsiteY28" fmla="*/ 171639 h 531895"/>
                <a:gd name="connsiteX29" fmla="*/ 314303 w 604256"/>
                <a:gd name="connsiteY29" fmla="*/ 318676 h 531895"/>
                <a:gd name="connsiteX30" fmla="*/ 302130 w 604256"/>
                <a:gd name="connsiteY30" fmla="*/ 321751 h 531895"/>
                <a:gd name="connsiteX31" fmla="*/ 289957 w 604256"/>
                <a:gd name="connsiteY31" fmla="*/ 318676 h 531895"/>
                <a:gd name="connsiteX32" fmla="*/ 13654 w 604256"/>
                <a:gd name="connsiteY32" fmla="*/ 171639 h 531895"/>
                <a:gd name="connsiteX33" fmla="*/ 15 w 604256"/>
                <a:gd name="connsiteY33" fmla="*/ 147914 h 531895"/>
                <a:gd name="connsiteX34" fmla="*/ 15414 w 604256"/>
                <a:gd name="connsiteY34" fmla="*/ 125214 h 531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604256" h="531895">
                  <a:moveTo>
                    <a:pt x="18335" y="334272"/>
                  </a:moveTo>
                  <a:cubicBezTo>
                    <a:pt x="24642" y="332369"/>
                    <a:pt x="31682" y="332881"/>
                    <a:pt x="37988" y="336249"/>
                  </a:cubicBezTo>
                  <a:lnTo>
                    <a:pt x="302130" y="476833"/>
                  </a:lnTo>
                  <a:lnTo>
                    <a:pt x="566126" y="336249"/>
                  </a:lnTo>
                  <a:cubicBezTo>
                    <a:pt x="578739" y="329513"/>
                    <a:pt x="594432" y="334199"/>
                    <a:pt x="601178" y="346793"/>
                  </a:cubicBezTo>
                  <a:cubicBezTo>
                    <a:pt x="607925" y="359387"/>
                    <a:pt x="603085" y="375056"/>
                    <a:pt x="590619" y="381793"/>
                  </a:cubicBezTo>
                  <a:lnTo>
                    <a:pt x="314303" y="528820"/>
                  </a:lnTo>
                  <a:cubicBezTo>
                    <a:pt x="310490" y="530870"/>
                    <a:pt x="306383" y="531895"/>
                    <a:pt x="302130" y="531895"/>
                  </a:cubicBezTo>
                  <a:cubicBezTo>
                    <a:pt x="297877" y="531895"/>
                    <a:pt x="293770" y="530870"/>
                    <a:pt x="289957" y="528820"/>
                  </a:cubicBezTo>
                  <a:lnTo>
                    <a:pt x="13641" y="381793"/>
                  </a:lnTo>
                  <a:cubicBezTo>
                    <a:pt x="1028" y="375056"/>
                    <a:pt x="-3665" y="359387"/>
                    <a:pt x="3082" y="346793"/>
                  </a:cubicBezTo>
                  <a:cubicBezTo>
                    <a:pt x="6455" y="340496"/>
                    <a:pt x="12028" y="336176"/>
                    <a:pt x="18335" y="334272"/>
                  </a:cubicBezTo>
                  <a:close/>
                  <a:moveTo>
                    <a:pt x="18335" y="233364"/>
                  </a:moveTo>
                  <a:cubicBezTo>
                    <a:pt x="24642" y="231461"/>
                    <a:pt x="31682" y="231973"/>
                    <a:pt x="37988" y="235341"/>
                  </a:cubicBezTo>
                  <a:lnTo>
                    <a:pt x="302130" y="375925"/>
                  </a:lnTo>
                  <a:lnTo>
                    <a:pt x="566126" y="235341"/>
                  </a:lnTo>
                  <a:cubicBezTo>
                    <a:pt x="578739" y="228605"/>
                    <a:pt x="594432" y="233291"/>
                    <a:pt x="601178" y="245885"/>
                  </a:cubicBezTo>
                  <a:cubicBezTo>
                    <a:pt x="607925" y="258479"/>
                    <a:pt x="603085" y="274148"/>
                    <a:pt x="590619" y="280885"/>
                  </a:cubicBezTo>
                  <a:lnTo>
                    <a:pt x="314303" y="428058"/>
                  </a:lnTo>
                  <a:cubicBezTo>
                    <a:pt x="310490" y="430108"/>
                    <a:pt x="306383" y="430987"/>
                    <a:pt x="302130" y="430987"/>
                  </a:cubicBezTo>
                  <a:cubicBezTo>
                    <a:pt x="297877" y="430987"/>
                    <a:pt x="293770" y="430108"/>
                    <a:pt x="289957" y="428058"/>
                  </a:cubicBezTo>
                  <a:lnTo>
                    <a:pt x="13641" y="280885"/>
                  </a:lnTo>
                  <a:cubicBezTo>
                    <a:pt x="1028" y="274148"/>
                    <a:pt x="-3665" y="258479"/>
                    <a:pt x="3082" y="245885"/>
                  </a:cubicBezTo>
                  <a:cubicBezTo>
                    <a:pt x="6455" y="239588"/>
                    <a:pt x="12028" y="235268"/>
                    <a:pt x="18335" y="233364"/>
                  </a:cubicBezTo>
                  <a:close/>
                  <a:moveTo>
                    <a:pt x="291571" y="2196"/>
                  </a:moveTo>
                  <a:cubicBezTo>
                    <a:pt x="298317" y="-733"/>
                    <a:pt x="305943" y="-733"/>
                    <a:pt x="312689" y="2196"/>
                  </a:cubicBezTo>
                  <a:lnTo>
                    <a:pt x="588846" y="125214"/>
                  </a:lnTo>
                  <a:cubicBezTo>
                    <a:pt x="597938" y="129315"/>
                    <a:pt x="603805" y="138102"/>
                    <a:pt x="604245" y="147914"/>
                  </a:cubicBezTo>
                  <a:cubicBezTo>
                    <a:pt x="604538" y="157726"/>
                    <a:pt x="599258" y="166953"/>
                    <a:pt x="590605" y="171639"/>
                  </a:cubicBezTo>
                  <a:lnTo>
                    <a:pt x="314303" y="318676"/>
                  </a:lnTo>
                  <a:cubicBezTo>
                    <a:pt x="310489" y="320726"/>
                    <a:pt x="306383" y="321751"/>
                    <a:pt x="302130" y="321751"/>
                  </a:cubicBezTo>
                  <a:cubicBezTo>
                    <a:pt x="297877" y="321751"/>
                    <a:pt x="293771" y="320726"/>
                    <a:pt x="289957" y="318676"/>
                  </a:cubicBezTo>
                  <a:lnTo>
                    <a:pt x="13654" y="171639"/>
                  </a:lnTo>
                  <a:cubicBezTo>
                    <a:pt x="5002" y="166953"/>
                    <a:pt x="-278" y="157726"/>
                    <a:pt x="15" y="147914"/>
                  </a:cubicBezTo>
                  <a:cubicBezTo>
                    <a:pt x="309" y="138102"/>
                    <a:pt x="6322" y="129315"/>
                    <a:pt x="15414" y="12521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3663F071-AD29-F388-E9B1-03A25C14C466}"/>
              </a:ext>
            </a:extLst>
          </p:cNvPr>
          <p:cNvGrpSpPr/>
          <p:nvPr/>
        </p:nvGrpSpPr>
        <p:grpSpPr>
          <a:xfrm>
            <a:off x="8187341" y="1871086"/>
            <a:ext cx="3015839" cy="3498374"/>
            <a:chOff x="8240698" y="2512066"/>
            <a:chExt cx="2528499" cy="2933059"/>
          </a:xfrm>
        </p:grpSpPr>
        <p:sp>
          <p:nvSpPr>
            <p:cNvPr id="20" name="六边形 19">
              <a:extLst>
                <a:ext uri="{FF2B5EF4-FFF2-40B4-BE49-F238E27FC236}">
                  <a16:creationId xmlns:a16="http://schemas.microsoft.com/office/drawing/2014/main" id="{65EA86E8-1867-A18E-08C8-39F903EBAEE9}"/>
                </a:ext>
              </a:extLst>
            </p:cNvPr>
            <p:cNvSpPr/>
            <p:nvPr/>
          </p:nvSpPr>
          <p:spPr>
            <a:xfrm rot="5400000">
              <a:off x="8038418" y="2714346"/>
              <a:ext cx="2933059" cy="2528499"/>
            </a:xfrm>
            <a:prstGeom prst="hexagon">
              <a:avLst/>
            </a:prstGeom>
            <a:solidFill>
              <a:schemeClr val="bg1"/>
            </a:solidFill>
            <a:ln>
              <a:noFill/>
            </a:ln>
            <a:effectLst>
              <a:outerShdw blurRad="762000" sx="95000" sy="9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D233932E-CD67-0DB3-9832-136CF646FC16}"/>
                </a:ext>
              </a:extLst>
            </p:cNvPr>
            <p:cNvSpPr/>
            <p:nvPr/>
          </p:nvSpPr>
          <p:spPr>
            <a:xfrm rot="5400000">
              <a:off x="8910832" y="1841933"/>
              <a:ext cx="1188230" cy="2528497"/>
            </a:xfrm>
            <a:custGeom>
              <a:avLst/>
              <a:gdLst>
                <a:gd name="connsiteX0" fmla="*/ 0 w 1188230"/>
                <a:gd name="connsiteY0" fmla="*/ 1264249 h 2528497"/>
                <a:gd name="connsiteX1" fmla="*/ 632125 w 1188230"/>
                <a:gd name="connsiteY1" fmla="*/ 0 h 2528497"/>
                <a:gd name="connsiteX2" fmla="*/ 1188230 w 1188230"/>
                <a:gd name="connsiteY2" fmla="*/ 0 h 2528497"/>
                <a:gd name="connsiteX3" fmla="*/ 1188230 w 1188230"/>
                <a:gd name="connsiteY3" fmla="*/ 2528497 h 2528497"/>
                <a:gd name="connsiteX4" fmla="*/ 632125 w 1188230"/>
                <a:gd name="connsiteY4" fmla="*/ 2528497 h 2528497"/>
                <a:gd name="connsiteX5" fmla="*/ 0 w 1188230"/>
                <a:gd name="connsiteY5" fmla="*/ 1264249 h 2528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88230" h="2528497">
                  <a:moveTo>
                    <a:pt x="0" y="1264249"/>
                  </a:moveTo>
                  <a:lnTo>
                    <a:pt x="632125" y="0"/>
                  </a:lnTo>
                  <a:lnTo>
                    <a:pt x="1188230" y="0"/>
                  </a:lnTo>
                  <a:lnTo>
                    <a:pt x="1188230" y="2528497"/>
                  </a:lnTo>
                  <a:lnTo>
                    <a:pt x="632125" y="2528497"/>
                  </a:lnTo>
                  <a:lnTo>
                    <a:pt x="0" y="1264249"/>
                  </a:lnTo>
                  <a:close/>
                </a:path>
              </a:pathLst>
            </a:cu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EE05B15-D280-EAED-0E49-2EBFBAB2EBB2}"/>
                </a:ext>
              </a:extLst>
            </p:cNvPr>
            <p:cNvGrpSpPr/>
            <p:nvPr/>
          </p:nvGrpSpPr>
          <p:grpSpPr>
            <a:xfrm>
              <a:off x="8443349" y="3850609"/>
              <a:ext cx="2123196" cy="1167308"/>
              <a:chOff x="4144254" y="4462566"/>
              <a:chExt cx="2123196" cy="1167308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00D81919-1358-FBBB-3A72-49F08A22AF12}"/>
                  </a:ext>
                </a:extLst>
              </p:cNvPr>
              <p:cNvSpPr/>
              <p:nvPr/>
            </p:nvSpPr>
            <p:spPr bwMode="auto">
              <a:xfrm>
                <a:off x="4144254" y="4771400"/>
                <a:ext cx="2123196" cy="858474"/>
              </a:xfrm>
              <a:prstGeom prst="rect">
                <a:avLst/>
              </a:prstGeom>
            </p:spPr>
            <p:txBody>
              <a:bodyPr wrap="squar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单击此处输入文本内容，可根据自己的需要适当地调整文字的颜色或者大小等属性。</a:t>
                </a:r>
              </a:p>
            </p:txBody>
          </p:sp>
          <p:sp>
            <p:nvSpPr>
              <p:cNvPr id="25" name="PA-文本框 8">
                <a:extLst>
                  <a:ext uri="{FF2B5EF4-FFF2-40B4-BE49-F238E27FC236}">
                    <a16:creationId xmlns:a16="http://schemas.microsoft.com/office/drawing/2014/main" id="{4B2093DB-5683-5977-3728-1FEED21044E3}"/>
                  </a:ext>
                </a:extLst>
              </p:cNvPr>
              <p:cNvSpPr txBox="1"/>
              <p:nvPr>
                <p:custDataLst>
                  <p:tags r:id="rId1"/>
                </p:custDataLst>
              </p:nvPr>
            </p:nvSpPr>
            <p:spPr>
              <a:xfrm>
                <a:off x="4698368" y="4462566"/>
                <a:ext cx="1014965" cy="335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  <a:sym typeface="思源黑体 CN Regular" panose="020B0500000000000000" pitchFamily="34" charset="-122"/>
                  </a:rPr>
                  <a:t>添加标题</a:t>
                </a:r>
              </a:p>
            </p:txBody>
          </p:sp>
        </p:grpSp>
        <p:sp>
          <p:nvSpPr>
            <p:cNvPr id="23" name="椭圆 26">
              <a:extLst>
                <a:ext uri="{FF2B5EF4-FFF2-40B4-BE49-F238E27FC236}">
                  <a16:creationId xmlns:a16="http://schemas.microsoft.com/office/drawing/2014/main" id="{35DDDEDA-91D8-D973-F710-0A8D74C60C9E}"/>
                </a:ext>
              </a:extLst>
            </p:cNvPr>
            <p:cNvSpPr/>
            <p:nvPr/>
          </p:nvSpPr>
          <p:spPr>
            <a:xfrm>
              <a:off x="9243588" y="2967030"/>
              <a:ext cx="522720" cy="539016"/>
            </a:xfrm>
            <a:custGeom>
              <a:avLst/>
              <a:gdLst>
                <a:gd name="connsiteX0" fmla="*/ 378299 w 559975"/>
                <a:gd name="connsiteY0" fmla="*/ 109628 h 577432"/>
                <a:gd name="connsiteX1" fmla="*/ 378299 w 559975"/>
                <a:gd name="connsiteY1" fmla="*/ 209082 h 577432"/>
                <a:gd name="connsiteX2" fmla="*/ 441010 w 559975"/>
                <a:gd name="connsiteY2" fmla="*/ 245917 h 577432"/>
                <a:gd name="connsiteX3" fmla="*/ 504642 w 559975"/>
                <a:gd name="connsiteY3" fmla="*/ 209082 h 577432"/>
                <a:gd name="connsiteX4" fmla="*/ 504642 w 559975"/>
                <a:gd name="connsiteY4" fmla="*/ 109628 h 577432"/>
                <a:gd name="connsiteX5" fmla="*/ 559975 w 559975"/>
                <a:gd name="connsiteY5" fmla="*/ 210003 h 577432"/>
                <a:gd name="connsiteX6" fmla="*/ 488043 w 559975"/>
                <a:gd name="connsiteY6" fmla="*/ 318666 h 577432"/>
                <a:gd name="connsiteX7" fmla="*/ 488043 w 559975"/>
                <a:gd name="connsiteY7" fmla="*/ 530467 h 577432"/>
                <a:gd name="connsiteX8" fmla="*/ 441010 w 559975"/>
                <a:gd name="connsiteY8" fmla="*/ 577432 h 577432"/>
                <a:gd name="connsiteX9" fmla="*/ 393977 w 559975"/>
                <a:gd name="connsiteY9" fmla="*/ 530467 h 577432"/>
                <a:gd name="connsiteX10" fmla="*/ 393977 w 559975"/>
                <a:gd name="connsiteY10" fmla="*/ 318666 h 577432"/>
                <a:gd name="connsiteX11" fmla="*/ 322966 w 559975"/>
                <a:gd name="connsiteY11" fmla="*/ 210003 h 577432"/>
                <a:gd name="connsiteX12" fmla="*/ 378299 w 559975"/>
                <a:gd name="connsiteY12" fmla="*/ 109628 h 577432"/>
                <a:gd name="connsiteX13" fmla="*/ 235212 w 559975"/>
                <a:gd name="connsiteY13" fmla="*/ 0 h 577432"/>
                <a:gd name="connsiteX14" fmla="*/ 372650 w 559975"/>
                <a:gd name="connsiteY14" fmla="*/ 74596 h 577432"/>
                <a:gd name="connsiteX15" fmla="*/ 360659 w 559975"/>
                <a:gd name="connsiteY15" fmla="*/ 81964 h 577432"/>
                <a:gd name="connsiteX16" fmla="*/ 310849 w 559975"/>
                <a:gd name="connsiteY16" fmla="*/ 133537 h 577432"/>
                <a:gd name="connsiteX17" fmla="*/ 235212 w 559975"/>
                <a:gd name="connsiteY17" fmla="*/ 81964 h 577432"/>
                <a:gd name="connsiteX18" fmla="*/ 152196 w 559975"/>
                <a:gd name="connsiteY18" fmla="*/ 164849 h 577432"/>
                <a:gd name="connsiteX19" fmla="*/ 152196 w 559975"/>
                <a:gd name="connsiteY19" fmla="*/ 244971 h 577432"/>
                <a:gd name="connsiteX20" fmla="*/ 294246 w 559975"/>
                <a:gd name="connsiteY20" fmla="*/ 244971 h 577432"/>
                <a:gd name="connsiteX21" fmla="*/ 361581 w 559975"/>
                <a:gd name="connsiteY21" fmla="*/ 337986 h 577432"/>
                <a:gd name="connsiteX22" fmla="*/ 361581 w 559975"/>
                <a:gd name="connsiteY22" fmla="*/ 530464 h 577432"/>
                <a:gd name="connsiteX23" fmla="*/ 377262 w 559975"/>
                <a:gd name="connsiteY23" fmla="*/ 577432 h 577432"/>
                <a:gd name="connsiteX24" fmla="*/ 61801 w 559975"/>
                <a:gd name="connsiteY24" fmla="*/ 577432 h 577432"/>
                <a:gd name="connsiteX25" fmla="*/ 0 w 559975"/>
                <a:gd name="connsiteY25" fmla="*/ 515729 h 577432"/>
                <a:gd name="connsiteX26" fmla="*/ 0 w 559975"/>
                <a:gd name="connsiteY26" fmla="*/ 306674 h 577432"/>
                <a:gd name="connsiteX27" fmla="*/ 61801 w 559975"/>
                <a:gd name="connsiteY27" fmla="*/ 244971 h 577432"/>
                <a:gd name="connsiteX28" fmla="*/ 70102 w 559975"/>
                <a:gd name="connsiteY28" fmla="*/ 244971 h 577432"/>
                <a:gd name="connsiteX29" fmla="*/ 70102 w 559975"/>
                <a:gd name="connsiteY29" fmla="*/ 164849 h 577432"/>
                <a:gd name="connsiteX30" fmla="*/ 235212 w 559975"/>
                <a:gd name="connsiteY30" fmla="*/ 0 h 577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59975" h="577432">
                  <a:moveTo>
                    <a:pt x="378299" y="109628"/>
                  </a:moveTo>
                  <a:lnTo>
                    <a:pt x="378299" y="209082"/>
                  </a:lnTo>
                  <a:cubicBezTo>
                    <a:pt x="378299" y="209082"/>
                    <a:pt x="406888" y="245917"/>
                    <a:pt x="441010" y="245917"/>
                  </a:cubicBezTo>
                  <a:cubicBezTo>
                    <a:pt x="475132" y="245917"/>
                    <a:pt x="504642" y="209082"/>
                    <a:pt x="504642" y="209082"/>
                  </a:cubicBezTo>
                  <a:lnTo>
                    <a:pt x="504642" y="109628"/>
                  </a:lnTo>
                  <a:cubicBezTo>
                    <a:pt x="537842" y="130808"/>
                    <a:pt x="559975" y="167643"/>
                    <a:pt x="559975" y="210003"/>
                  </a:cubicBezTo>
                  <a:cubicBezTo>
                    <a:pt x="559975" y="258810"/>
                    <a:pt x="530464" y="300249"/>
                    <a:pt x="488043" y="318666"/>
                  </a:cubicBezTo>
                  <a:lnTo>
                    <a:pt x="488043" y="530467"/>
                  </a:lnTo>
                  <a:cubicBezTo>
                    <a:pt x="488043" y="556252"/>
                    <a:pt x="466832" y="577432"/>
                    <a:pt x="441010" y="577432"/>
                  </a:cubicBezTo>
                  <a:cubicBezTo>
                    <a:pt x="415188" y="577432"/>
                    <a:pt x="393977" y="556252"/>
                    <a:pt x="393977" y="530467"/>
                  </a:cubicBezTo>
                  <a:lnTo>
                    <a:pt x="393977" y="318666"/>
                  </a:lnTo>
                  <a:cubicBezTo>
                    <a:pt x="352477" y="300249"/>
                    <a:pt x="322966" y="258810"/>
                    <a:pt x="322966" y="210003"/>
                  </a:cubicBezTo>
                  <a:cubicBezTo>
                    <a:pt x="322966" y="167643"/>
                    <a:pt x="345099" y="130808"/>
                    <a:pt x="378299" y="109628"/>
                  </a:cubicBezTo>
                  <a:close/>
                  <a:moveTo>
                    <a:pt x="235212" y="0"/>
                  </a:moveTo>
                  <a:cubicBezTo>
                    <a:pt x="292401" y="0"/>
                    <a:pt x="343133" y="29470"/>
                    <a:pt x="372650" y="74596"/>
                  </a:cubicBezTo>
                  <a:lnTo>
                    <a:pt x="360659" y="81964"/>
                  </a:lnTo>
                  <a:cubicBezTo>
                    <a:pt x="339444" y="94857"/>
                    <a:pt x="322840" y="113276"/>
                    <a:pt x="310849" y="133537"/>
                  </a:cubicBezTo>
                  <a:cubicBezTo>
                    <a:pt x="298858" y="103146"/>
                    <a:pt x="269341" y="81964"/>
                    <a:pt x="235212" y="81964"/>
                  </a:cubicBezTo>
                  <a:cubicBezTo>
                    <a:pt x="189092" y="81964"/>
                    <a:pt x="152196" y="119723"/>
                    <a:pt x="152196" y="164849"/>
                  </a:cubicBezTo>
                  <a:lnTo>
                    <a:pt x="152196" y="244971"/>
                  </a:lnTo>
                  <a:lnTo>
                    <a:pt x="294246" y="244971"/>
                  </a:lnTo>
                  <a:cubicBezTo>
                    <a:pt x="303470" y="283651"/>
                    <a:pt x="327453" y="316805"/>
                    <a:pt x="361581" y="337986"/>
                  </a:cubicBezTo>
                  <a:lnTo>
                    <a:pt x="361581" y="530464"/>
                  </a:lnTo>
                  <a:cubicBezTo>
                    <a:pt x="361581" y="547962"/>
                    <a:pt x="367116" y="563618"/>
                    <a:pt x="377262" y="577432"/>
                  </a:cubicBezTo>
                  <a:lnTo>
                    <a:pt x="61801" y="577432"/>
                  </a:lnTo>
                  <a:cubicBezTo>
                    <a:pt x="27672" y="577432"/>
                    <a:pt x="0" y="548883"/>
                    <a:pt x="0" y="515729"/>
                  </a:cubicBezTo>
                  <a:lnTo>
                    <a:pt x="0" y="306674"/>
                  </a:lnTo>
                  <a:cubicBezTo>
                    <a:pt x="0" y="272599"/>
                    <a:pt x="27672" y="244971"/>
                    <a:pt x="61801" y="244971"/>
                  </a:cubicBezTo>
                  <a:lnTo>
                    <a:pt x="70102" y="244971"/>
                  </a:lnTo>
                  <a:lnTo>
                    <a:pt x="70102" y="164849"/>
                  </a:lnTo>
                  <a:cubicBezTo>
                    <a:pt x="70102" y="73676"/>
                    <a:pt x="143894" y="0"/>
                    <a:pt x="23521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 CN Regular" panose="020B0500000000000000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1801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27F3F-F7F8-1033-D30E-C87DD786B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39EB3CA-88B9-113E-1286-D51A57BA5C70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5FBA36BF-438F-6418-EF97-D63D9EB03E9A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187BBF34-0564-E673-5778-6132D2BBFBC9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研究成果展示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862D4AB5-8446-8BD7-1D69-1D8A8A2A487D}"/>
              </a:ext>
            </a:extLst>
          </p:cNvPr>
          <p:cNvGrpSpPr/>
          <p:nvPr/>
        </p:nvGrpSpPr>
        <p:grpSpPr>
          <a:xfrm>
            <a:off x="822177" y="1687265"/>
            <a:ext cx="4083198" cy="3704673"/>
            <a:chOff x="1193800" y="1138238"/>
            <a:chExt cx="5068888" cy="4598987"/>
          </a:xfrm>
        </p:grpSpPr>
        <p:sp>
          <p:nvSpPr>
            <p:cNvPr id="6" name="Freeform 19">
              <a:extLst>
                <a:ext uri="{FF2B5EF4-FFF2-40B4-BE49-F238E27FC236}">
                  <a16:creationId xmlns:a16="http://schemas.microsoft.com/office/drawing/2014/main" id="{83998063-FC88-E049-69E9-D081BBD086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3075" y="1138238"/>
              <a:ext cx="3219450" cy="2640012"/>
            </a:xfrm>
            <a:custGeom>
              <a:avLst/>
              <a:gdLst>
                <a:gd name="T0" fmla="*/ 2147483646 w 755"/>
                <a:gd name="T1" fmla="*/ 2147483646 h 619"/>
                <a:gd name="T2" fmla="*/ 2147483646 w 755"/>
                <a:gd name="T3" fmla="*/ 2147483646 h 619"/>
                <a:gd name="T4" fmla="*/ 2147483646 w 755"/>
                <a:gd name="T5" fmla="*/ 0 h 619"/>
                <a:gd name="T6" fmla="*/ 2147483646 w 755"/>
                <a:gd name="T7" fmla="*/ 2147483646 h 619"/>
                <a:gd name="T8" fmla="*/ 0 w 755"/>
                <a:gd name="T9" fmla="*/ 2147483646 h 619"/>
                <a:gd name="T10" fmla="*/ 2147483646 w 755"/>
                <a:gd name="T11" fmla="*/ 2147483646 h 619"/>
                <a:gd name="T12" fmla="*/ 2147483646 w 755"/>
                <a:gd name="T13" fmla="*/ 2147483646 h 619"/>
                <a:gd name="T14" fmla="*/ 2147483646 w 755"/>
                <a:gd name="T15" fmla="*/ 2147483646 h 619"/>
                <a:gd name="T16" fmla="*/ 2147483646 w 755"/>
                <a:gd name="T17" fmla="*/ 2147483646 h 619"/>
                <a:gd name="T18" fmla="*/ 2147483646 w 755"/>
                <a:gd name="T19" fmla="*/ 2147483646 h 619"/>
                <a:gd name="T20" fmla="*/ 2147483646 w 755"/>
                <a:gd name="T21" fmla="*/ 2147483646 h 61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755" h="619">
                  <a:moveTo>
                    <a:pt x="748" y="415"/>
                  </a:moveTo>
                  <a:cubicBezTo>
                    <a:pt x="729" y="184"/>
                    <a:pt x="615" y="71"/>
                    <a:pt x="601" y="58"/>
                  </a:cubicBezTo>
                  <a:cubicBezTo>
                    <a:pt x="559" y="20"/>
                    <a:pt x="511" y="0"/>
                    <a:pt x="463" y="0"/>
                  </a:cubicBezTo>
                  <a:cubicBezTo>
                    <a:pt x="382" y="0"/>
                    <a:pt x="305" y="55"/>
                    <a:pt x="248" y="155"/>
                  </a:cubicBezTo>
                  <a:cubicBezTo>
                    <a:pt x="0" y="583"/>
                    <a:pt x="0" y="583"/>
                    <a:pt x="0" y="583"/>
                  </a:cubicBezTo>
                  <a:cubicBezTo>
                    <a:pt x="29" y="554"/>
                    <a:pt x="64" y="524"/>
                    <a:pt x="106" y="494"/>
                  </a:cubicBezTo>
                  <a:cubicBezTo>
                    <a:pt x="264" y="385"/>
                    <a:pt x="394" y="369"/>
                    <a:pt x="457" y="369"/>
                  </a:cubicBezTo>
                  <a:cubicBezTo>
                    <a:pt x="482" y="369"/>
                    <a:pt x="497" y="372"/>
                    <a:pt x="501" y="372"/>
                  </a:cubicBezTo>
                  <a:cubicBezTo>
                    <a:pt x="566" y="381"/>
                    <a:pt x="626" y="414"/>
                    <a:pt x="670" y="464"/>
                  </a:cubicBezTo>
                  <a:cubicBezTo>
                    <a:pt x="709" y="507"/>
                    <a:pt x="732" y="562"/>
                    <a:pt x="738" y="619"/>
                  </a:cubicBezTo>
                  <a:cubicBezTo>
                    <a:pt x="749" y="565"/>
                    <a:pt x="755" y="497"/>
                    <a:pt x="748" y="415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/>
            <a:lstStyle/>
            <a:p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7" name="Freeform 20">
              <a:extLst>
                <a:ext uri="{FF2B5EF4-FFF2-40B4-BE49-F238E27FC236}">
                  <a16:creationId xmlns:a16="http://schemas.microsoft.com/office/drawing/2014/main" id="{B59A98DD-F8D1-4DE3-3624-45BE522459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93800" y="2933700"/>
              <a:ext cx="3282950" cy="2803525"/>
            </a:xfrm>
            <a:custGeom>
              <a:avLst/>
              <a:gdLst>
                <a:gd name="T0" fmla="*/ 2147483646 w 770"/>
                <a:gd name="T1" fmla="*/ 2147483646 h 657"/>
                <a:gd name="T2" fmla="*/ 2147483646 w 770"/>
                <a:gd name="T3" fmla="*/ 2147483646 h 657"/>
                <a:gd name="T4" fmla="*/ 2147483646 w 770"/>
                <a:gd name="T5" fmla="*/ 0 h 657"/>
                <a:gd name="T6" fmla="*/ 2147483646 w 770"/>
                <a:gd name="T7" fmla="*/ 2147483646 h 657"/>
                <a:gd name="T8" fmla="*/ 2147483646 w 770"/>
                <a:gd name="T9" fmla="*/ 2147483646 h 657"/>
                <a:gd name="T10" fmla="*/ 2147483646 w 770"/>
                <a:gd name="T11" fmla="*/ 2147483646 h 657"/>
                <a:gd name="T12" fmla="*/ 2147483646 w 770"/>
                <a:gd name="T13" fmla="*/ 2147483646 h 657"/>
                <a:gd name="T14" fmla="*/ 2147483646 w 770"/>
                <a:gd name="T15" fmla="*/ 2147483646 h 657"/>
                <a:gd name="T16" fmla="*/ 2147483646 w 770"/>
                <a:gd name="T17" fmla="*/ 2147483646 h 657"/>
                <a:gd name="T18" fmla="*/ 2147483646 w 770"/>
                <a:gd name="T19" fmla="*/ 2147483646 h 657"/>
                <a:gd name="T20" fmla="*/ 2147483646 w 770"/>
                <a:gd name="T21" fmla="*/ 2147483646 h 657"/>
                <a:gd name="T22" fmla="*/ 2147483646 w 770"/>
                <a:gd name="T23" fmla="*/ 2147483646 h 657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770" h="657">
                  <a:moveTo>
                    <a:pt x="337" y="333"/>
                  </a:moveTo>
                  <a:cubicBezTo>
                    <a:pt x="323" y="299"/>
                    <a:pt x="315" y="262"/>
                    <a:pt x="315" y="225"/>
                  </a:cubicBezTo>
                  <a:cubicBezTo>
                    <a:pt x="315" y="132"/>
                    <a:pt x="361" y="50"/>
                    <a:pt x="431" y="0"/>
                  </a:cubicBezTo>
                  <a:cubicBezTo>
                    <a:pt x="378" y="18"/>
                    <a:pt x="316" y="47"/>
                    <a:pt x="249" y="93"/>
                  </a:cubicBezTo>
                  <a:cubicBezTo>
                    <a:pt x="145" y="165"/>
                    <a:pt x="87" y="245"/>
                    <a:pt x="56" y="299"/>
                  </a:cubicBezTo>
                  <a:cubicBezTo>
                    <a:pt x="22" y="357"/>
                    <a:pt x="13" y="400"/>
                    <a:pt x="13" y="400"/>
                  </a:cubicBezTo>
                  <a:cubicBezTo>
                    <a:pt x="12" y="408"/>
                    <a:pt x="12" y="408"/>
                    <a:pt x="12" y="408"/>
                  </a:cubicBezTo>
                  <a:cubicBezTo>
                    <a:pt x="0" y="472"/>
                    <a:pt x="13" y="528"/>
                    <a:pt x="48" y="572"/>
                  </a:cubicBezTo>
                  <a:cubicBezTo>
                    <a:pt x="93" y="627"/>
                    <a:pt x="173" y="657"/>
                    <a:pt x="274" y="657"/>
                  </a:cubicBezTo>
                  <a:cubicBezTo>
                    <a:pt x="770" y="657"/>
                    <a:pt x="770" y="657"/>
                    <a:pt x="770" y="657"/>
                  </a:cubicBezTo>
                  <a:cubicBezTo>
                    <a:pt x="726" y="646"/>
                    <a:pt x="682" y="630"/>
                    <a:pt x="639" y="610"/>
                  </a:cubicBezTo>
                  <a:cubicBezTo>
                    <a:pt x="415" y="504"/>
                    <a:pt x="348" y="361"/>
                    <a:pt x="337" y="333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/>
            <a:lstStyle/>
            <a:p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8" name="Freeform 21">
              <a:extLst>
                <a:ext uri="{FF2B5EF4-FFF2-40B4-BE49-F238E27FC236}">
                  <a16:creationId xmlns:a16="http://schemas.microsoft.com/office/drawing/2014/main" id="{0D33606C-ED1F-C740-0AB0-36DC363F5782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7388" y="2319338"/>
              <a:ext cx="3035300" cy="3395662"/>
            </a:xfrm>
            <a:custGeom>
              <a:avLst/>
              <a:gdLst>
                <a:gd name="T0" fmla="*/ 0 w 712"/>
                <a:gd name="T1" fmla="*/ 2147483646 h 796"/>
                <a:gd name="T2" fmla="*/ 2147483646 w 712"/>
                <a:gd name="T3" fmla="*/ 2147483646 h 796"/>
                <a:gd name="T4" fmla="*/ 2147483646 w 712"/>
                <a:gd name="T5" fmla="*/ 2147483646 h 796"/>
                <a:gd name="T6" fmla="*/ 2147483646 w 712"/>
                <a:gd name="T7" fmla="*/ 2147483646 h 796"/>
                <a:gd name="T8" fmla="*/ 2147483646 w 712"/>
                <a:gd name="T9" fmla="*/ 2147483646 h 796"/>
                <a:gd name="T10" fmla="*/ 2147483646 w 712"/>
                <a:gd name="T11" fmla="*/ 2147483646 h 796"/>
                <a:gd name="T12" fmla="*/ 2147483646 w 712"/>
                <a:gd name="T13" fmla="*/ 2147483646 h 796"/>
                <a:gd name="T14" fmla="*/ 2147483646 w 712"/>
                <a:gd name="T15" fmla="*/ 0 h 796"/>
                <a:gd name="T16" fmla="*/ 2147483646 w 712"/>
                <a:gd name="T17" fmla="*/ 2147483646 h 796"/>
                <a:gd name="T18" fmla="*/ 2147483646 w 712"/>
                <a:gd name="T19" fmla="*/ 2147483646 h 796"/>
                <a:gd name="T20" fmla="*/ 2147483646 w 712"/>
                <a:gd name="T21" fmla="*/ 2147483646 h 796"/>
                <a:gd name="T22" fmla="*/ 0 w 712"/>
                <a:gd name="T23" fmla="*/ 2147483646 h 79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712" h="796">
                  <a:moveTo>
                    <a:pt x="0" y="621"/>
                  </a:moveTo>
                  <a:cubicBezTo>
                    <a:pt x="42" y="658"/>
                    <a:pt x="98" y="697"/>
                    <a:pt x="172" y="731"/>
                  </a:cubicBezTo>
                  <a:cubicBezTo>
                    <a:pt x="285" y="785"/>
                    <a:pt x="383" y="796"/>
                    <a:pt x="444" y="796"/>
                  </a:cubicBezTo>
                  <a:cubicBezTo>
                    <a:pt x="513" y="796"/>
                    <a:pt x="555" y="783"/>
                    <a:pt x="555" y="783"/>
                  </a:cubicBezTo>
                  <a:cubicBezTo>
                    <a:pt x="570" y="778"/>
                    <a:pt x="570" y="778"/>
                    <a:pt x="570" y="778"/>
                  </a:cubicBezTo>
                  <a:cubicBezTo>
                    <a:pt x="627" y="755"/>
                    <a:pt x="667" y="717"/>
                    <a:pt x="687" y="667"/>
                  </a:cubicBezTo>
                  <a:cubicBezTo>
                    <a:pt x="712" y="600"/>
                    <a:pt x="698" y="516"/>
                    <a:pt x="648" y="429"/>
                  </a:cubicBezTo>
                  <a:cubicBezTo>
                    <a:pt x="400" y="0"/>
                    <a:pt x="400" y="0"/>
                    <a:pt x="400" y="0"/>
                  </a:cubicBezTo>
                  <a:cubicBezTo>
                    <a:pt x="412" y="40"/>
                    <a:pt x="420" y="86"/>
                    <a:pt x="424" y="136"/>
                  </a:cubicBezTo>
                  <a:cubicBezTo>
                    <a:pt x="446" y="402"/>
                    <a:pt x="340" y="531"/>
                    <a:pt x="333" y="539"/>
                  </a:cubicBezTo>
                  <a:cubicBezTo>
                    <a:pt x="280" y="607"/>
                    <a:pt x="200" y="645"/>
                    <a:pt x="115" y="645"/>
                  </a:cubicBezTo>
                  <a:cubicBezTo>
                    <a:pt x="74" y="645"/>
                    <a:pt x="35" y="637"/>
                    <a:pt x="0" y="621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/>
            <a:lstStyle/>
            <a:p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9" name="Freeform 22">
              <a:extLst>
                <a:ext uri="{FF2B5EF4-FFF2-40B4-BE49-F238E27FC236}">
                  <a16:creationId xmlns:a16="http://schemas.microsoft.com/office/drawing/2014/main" id="{2CEBF9E1-02E7-9315-0E68-B37F9698942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62113" y="4508500"/>
              <a:ext cx="768350" cy="690563"/>
            </a:xfrm>
            <a:custGeom>
              <a:avLst/>
              <a:gdLst>
                <a:gd name="T0" fmla="*/ 2147483646 w 180"/>
                <a:gd name="T1" fmla="*/ 2147483646 h 162"/>
                <a:gd name="T2" fmla="*/ 2147483646 w 180"/>
                <a:gd name="T3" fmla="*/ 2147483646 h 162"/>
                <a:gd name="T4" fmla="*/ 2147483646 w 180"/>
                <a:gd name="T5" fmla="*/ 2147483646 h 162"/>
                <a:gd name="T6" fmla="*/ 2147483646 w 180"/>
                <a:gd name="T7" fmla="*/ 0 h 162"/>
                <a:gd name="T8" fmla="*/ 2147483646 w 180"/>
                <a:gd name="T9" fmla="*/ 2147483646 h 162"/>
                <a:gd name="T10" fmla="*/ 2147483646 w 180"/>
                <a:gd name="T11" fmla="*/ 2147483646 h 162"/>
                <a:gd name="T12" fmla="*/ 2147483646 w 180"/>
                <a:gd name="T13" fmla="*/ 2147483646 h 162"/>
                <a:gd name="T14" fmla="*/ 2147483646 w 180"/>
                <a:gd name="T15" fmla="*/ 2147483646 h 162"/>
                <a:gd name="T16" fmla="*/ 2147483646 w 180"/>
                <a:gd name="T17" fmla="*/ 2147483646 h 162"/>
                <a:gd name="T18" fmla="*/ 2147483646 w 180"/>
                <a:gd name="T19" fmla="*/ 2147483646 h 162"/>
                <a:gd name="T20" fmla="*/ 2147483646 w 180"/>
                <a:gd name="T21" fmla="*/ 2147483646 h 162"/>
                <a:gd name="T22" fmla="*/ 2147483646 w 180"/>
                <a:gd name="T23" fmla="*/ 2147483646 h 162"/>
                <a:gd name="T24" fmla="*/ 2147483646 w 180"/>
                <a:gd name="T25" fmla="*/ 2147483646 h 162"/>
                <a:gd name="T26" fmla="*/ 2147483646 w 180"/>
                <a:gd name="T27" fmla="*/ 2147483646 h 162"/>
                <a:gd name="T28" fmla="*/ 2147483646 w 180"/>
                <a:gd name="T29" fmla="*/ 2147483646 h 162"/>
                <a:gd name="T30" fmla="*/ 2147483646 w 180"/>
                <a:gd name="T31" fmla="*/ 2147483646 h 162"/>
                <a:gd name="T32" fmla="*/ 0 w 180"/>
                <a:gd name="T33" fmla="*/ 2147483646 h 162"/>
                <a:gd name="T34" fmla="*/ 2147483646 w 180"/>
                <a:gd name="T35" fmla="*/ 2147483646 h 162"/>
                <a:gd name="T36" fmla="*/ 2147483646 w 180"/>
                <a:gd name="T37" fmla="*/ 2147483646 h 162"/>
                <a:gd name="T38" fmla="*/ 2147483646 w 180"/>
                <a:gd name="T39" fmla="*/ 2147483646 h 162"/>
                <a:gd name="T40" fmla="*/ 2147483646 w 180"/>
                <a:gd name="T41" fmla="*/ 2147483646 h 162"/>
                <a:gd name="T42" fmla="*/ 0 w 180"/>
                <a:gd name="T43" fmla="*/ 2147483646 h 162"/>
                <a:gd name="T44" fmla="*/ 2147483646 w 180"/>
                <a:gd name="T45" fmla="*/ 2147483646 h 162"/>
                <a:gd name="T46" fmla="*/ 2147483646 w 180"/>
                <a:gd name="T47" fmla="*/ 2147483646 h 162"/>
                <a:gd name="T48" fmla="*/ 2147483646 w 180"/>
                <a:gd name="T49" fmla="*/ 2147483646 h 162"/>
                <a:gd name="T50" fmla="*/ 2147483646 w 180"/>
                <a:gd name="T51" fmla="*/ 2147483646 h 162"/>
                <a:gd name="T52" fmla="*/ 2147483646 w 180"/>
                <a:gd name="T53" fmla="*/ 2147483646 h 162"/>
                <a:gd name="T54" fmla="*/ 2147483646 w 180"/>
                <a:gd name="T55" fmla="*/ 2147483646 h 162"/>
                <a:gd name="T56" fmla="*/ 2147483646 w 180"/>
                <a:gd name="T57" fmla="*/ 2147483646 h 162"/>
                <a:gd name="T58" fmla="*/ 2147483646 w 180"/>
                <a:gd name="T59" fmla="*/ 2147483646 h 162"/>
                <a:gd name="T60" fmla="*/ 2147483646 w 180"/>
                <a:gd name="T61" fmla="*/ 2147483646 h 162"/>
                <a:gd name="T62" fmla="*/ 2147483646 w 180"/>
                <a:gd name="T63" fmla="*/ 2147483646 h 162"/>
                <a:gd name="T64" fmla="*/ 2147483646 w 180"/>
                <a:gd name="T65" fmla="*/ 2147483646 h 162"/>
                <a:gd name="T66" fmla="*/ 2147483646 w 180"/>
                <a:gd name="T67" fmla="*/ 2147483646 h 162"/>
                <a:gd name="T68" fmla="*/ 2147483646 w 180"/>
                <a:gd name="T69" fmla="*/ 2147483646 h 162"/>
                <a:gd name="T70" fmla="*/ 2147483646 w 180"/>
                <a:gd name="T71" fmla="*/ 2147483646 h 1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180" h="162">
                  <a:moveTo>
                    <a:pt x="123" y="22"/>
                  </a:moveTo>
                  <a:cubicBezTo>
                    <a:pt x="112" y="22"/>
                    <a:pt x="112" y="22"/>
                    <a:pt x="112" y="22"/>
                  </a:cubicBezTo>
                  <a:cubicBezTo>
                    <a:pt x="111" y="16"/>
                    <a:pt x="106" y="11"/>
                    <a:pt x="100" y="11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74" y="11"/>
                    <a:pt x="69" y="16"/>
                    <a:pt x="68" y="22"/>
                  </a:cubicBezTo>
                  <a:cubicBezTo>
                    <a:pt x="58" y="22"/>
                    <a:pt x="58" y="22"/>
                    <a:pt x="58" y="22"/>
                  </a:cubicBezTo>
                  <a:cubicBezTo>
                    <a:pt x="58" y="10"/>
                    <a:pt x="67" y="0"/>
                    <a:pt x="77" y="0"/>
                  </a:cubicBezTo>
                  <a:cubicBezTo>
                    <a:pt x="103" y="0"/>
                    <a:pt x="103" y="0"/>
                    <a:pt x="103" y="0"/>
                  </a:cubicBezTo>
                  <a:cubicBezTo>
                    <a:pt x="114" y="0"/>
                    <a:pt x="122" y="10"/>
                    <a:pt x="123" y="22"/>
                  </a:cubicBezTo>
                  <a:close/>
                  <a:moveTo>
                    <a:pt x="27" y="91"/>
                  </a:moveTo>
                  <a:cubicBezTo>
                    <a:pt x="73" y="91"/>
                    <a:pt x="73" y="91"/>
                    <a:pt x="73" y="91"/>
                  </a:cubicBezTo>
                  <a:cubicBezTo>
                    <a:pt x="73" y="84"/>
                    <a:pt x="73" y="84"/>
                    <a:pt x="73" y="84"/>
                  </a:cubicBezTo>
                  <a:cubicBezTo>
                    <a:pt x="73" y="79"/>
                    <a:pt x="77" y="75"/>
                    <a:pt x="81" y="75"/>
                  </a:cubicBezTo>
                  <a:cubicBezTo>
                    <a:pt x="99" y="75"/>
                    <a:pt x="99" y="75"/>
                    <a:pt x="99" y="75"/>
                  </a:cubicBezTo>
                  <a:cubicBezTo>
                    <a:pt x="104" y="75"/>
                    <a:pt x="108" y="79"/>
                    <a:pt x="108" y="84"/>
                  </a:cubicBezTo>
                  <a:cubicBezTo>
                    <a:pt x="108" y="91"/>
                    <a:pt x="108" y="91"/>
                    <a:pt x="108" y="91"/>
                  </a:cubicBezTo>
                  <a:cubicBezTo>
                    <a:pt x="153" y="91"/>
                    <a:pt x="153" y="91"/>
                    <a:pt x="153" y="91"/>
                  </a:cubicBezTo>
                  <a:cubicBezTo>
                    <a:pt x="167" y="91"/>
                    <a:pt x="178" y="79"/>
                    <a:pt x="180" y="65"/>
                  </a:cubicBezTo>
                  <a:cubicBezTo>
                    <a:pt x="180" y="51"/>
                    <a:pt x="180" y="51"/>
                    <a:pt x="180" y="51"/>
                  </a:cubicBezTo>
                  <a:cubicBezTo>
                    <a:pt x="180" y="37"/>
                    <a:pt x="171" y="27"/>
                    <a:pt x="159" y="27"/>
                  </a:cubicBezTo>
                  <a:cubicBezTo>
                    <a:pt x="149" y="27"/>
                    <a:pt x="149" y="27"/>
                    <a:pt x="149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37" y="27"/>
                    <a:pt x="137" y="27"/>
                    <a:pt x="137" y="27"/>
                  </a:cubicBezTo>
                  <a:cubicBezTo>
                    <a:pt x="129" y="27"/>
                    <a:pt x="129" y="27"/>
                    <a:pt x="129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69" y="27"/>
                    <a:pt x="69" y="27"/>
                    <a:pt x="69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42" y="27"/>
                    <a:pt x="42" y="27"/>
                    <a:pt x="42" y="27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1" y="27"/>
                    <a:pt x="21" y="27"/>
                    <a:pt x="21" y="27"/>
                  </a:cubicBezTo>
                  <a:cubicBezTo>
                    <a:pt x="9" y="27"/>
                    <a:pt x="0" y="37"/>
                    <a:pt x="0" y="51"/>
                  </a:cubicBezTo>
                  <a:cubicBezTo>
                    <a:pt x="0" y="65"/>
                    <a:pt x="0" y="65"/>
                    <a:pt x="0" y="65"/>
                  </a:cubicBezTo>
                  <a:cubicBezTo>
                    <a:pt x="2" y="79"/>
                    <a:pt x="14" y="91"/>
                    <a:pt x="27" y="91"/>
                  </a:cubicBezTo>
                  <a:close/>
                  <a:moveTo>
                    <a:pt x="153" y="98"/>
                  </a:moveTo>
                  <a:cubicBezTo>
                    <a:pt x="108" y="98"/>
                    <a:pt x="108" y="98"/>
                    <a:pt x="108" y="98"/>
                  </a:cubicBezTo>
                  <a:cubicBezTo>
                    <a:pt x="108" y="105"/>
                    <a:pt x="108" y="105"/>
                    <a:pt x="108" y="105"/>
                  </a:cubicBezTo>
                  <a:cubicBezTo>
                    <a:pt x="108" y="109"/>
                    <a:pt x="104" y="113"/>
                    <a:pt x="99" y="113"/>
                  </a:cubicBezTo>
                  <a:cubicBezTo>
                    <a:pt x="81" y="113"/>
                    <a:pt x="81" y="113"/>
                    <a:pt x="81" y="113"/>
                  </a:cubicBezTo>
                  <a:cubicBezTo>
                    <a:pt x="77" y="113"/>
                    <a:pt x="73" y="109"/>
                    <a:pt x="73" y="105"/>
                  </a:cubicBezTo>
                  <a:cubicBezTo>
                    <a:pt x="73" y="98"/>
                    <a:pt x="73" y="98"/>
                    <a:pt x="73" y="98"/>
                  </a:cubicBezTo>
                  <a:cubicBezTo>
                    <a:pt x="27" y="98"/>
                    <a:pt x="27" y="98"/>
                    <a:pt x="27" y="98"/>
                  </a:cubicBezTo>
                  <a:cubicBezTo>
                    <a:pt x="16" y="98"/>
                    <a:pt x="6" y="92"/>
                    <a:pt x="0" y="82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52"/>
                    <a:pt x="9" y="162"/>
                    <a:pt x="21" y="162"/>
                  </a:cubicBezTo>
                  <a:cubicBezTo>
                    <a:pt x="28" y="162"/>
                    <a:pt x="28" y="162"/>
                    <a:pt x="28" y="162"/>
                  </a:cubicBezTo>
                  <a:cubicBezTo>
                    <a:pt x="34" y="162"/>
                    <a:pt x="34" y="162"/>
                    <a:pt x="34" y="162"/>
                  </a:cubicBezTo>
                  <a:cubicBezTo>
                    <a:pt x="42" y="162"/>
                    <a:pt x="42" y="162"/>
                    <a:pt x="42" y="162"/>
                  </a:cubicBezTo>
                  <a:cubicBezTo>
                    <a:pt x="137" y="162"/>
                    <a:pt x="137" y="162"/>
                    <a:pt x="137" y="162"/>
                  </a:cubicBezTo>
                  <a:cubicBezTo>
                    <a:pt x="145" y="162"/>
                    <a:pt x="145" y="162"/>
                    <a:pt x="145" y="162"/>
                  </a:cubicBezTo>
                  <a:cubicBezTo>
                    <a:pt x="149" y="162"/>
                    <a:pt x="149" y="162"/>
                    <a:pt x="149" y="162"/>
                  </a:cubicBezTo>
                  <a:cubicBezTo>
                    <a:pt x="159" y="162"/>
                    <a:pt x="159" y="162"/>
                    <a:pt x="159" y="162"/>
                  </a:cubicBezTo>
                  <a:cubicBezTo>
                    <a:pt x="171" y="162"/>
                    <a:pt x="180" y="152"/>
                    <a:pt x="180" y="138"/>
                  </a:cubicBezTo>
                  <a:cubicBezTo>
                    <a:pt x="180" y="82"/>
                    <a:pt x="180" y="82"/>
                    <a:pt x="180" y="82"/>
                  </a:cubicBezTo>
                  <a:cubicBezTo>
                    <a:pt x="174" y="92"/>
                    <a:pt x="164" y="98"/>
                    <a:pt x="153" y="98"/>
                  </a:cubicBezTo>
                  <a:close/>
                  <a:moveTo>
                    <a:pt x="99" y="82"/>
                  </a:moveTo>
                  <a:cubicBezTo>
                    <a:pt x="82" y="82"/>
                    <a:pt x="82" y="82"/>
                    <a:pt x="82" y="82"/>
                  </a:cubicBezTo>
                  <a:cubicBezTo>
                    <a:pt x="80" y="82"/>
                    <a:pt x="79" y="83"/>
                    <a:pt x="79" y="85"/>
                  </a:cubicBezTo>
                  <a:cubicBezTo>
                    <a:pt x="79" y="89"/>
                    <a:pt x="79" y="89"/>
                    <a:pt x="79" y="89"/>
                  </a:cubicBezTo>
                  <a:cubicBezTo>
                    <a:pt x="79" y="92"/>
                    <a:pt x="79" y="92"/>
                    <a:pt x="79" y="92"/>
                  </a:cubicBezTo>
                  <a:cubicBezTo>
                    <a:pt x="79" y="97"/>
                    <a:pt x="79" y="97"/>
                    <a:pt x="79" y="97"/>
                  </a:cubicBezTo>
                  <a:cubicBezTo>
                    <a:pt x="79" y="99"/>
                    <a:pt x="79" y="99"/>
                    <a:pt x="79" y="99"/>
                  </a:cubicBezTo>
                  <a:cubicBezTo>
                    <a:pt x="79" y="104"/>
                    <a:pt x="79" y="104"/>
                    <a:pt x="79" y="104"/>
                  </a:cubicBezTo>
                  <a:cubicBezTo>
                    <a:pt x="79" y="106"/>
                    <a:pt x="80" y="107"/>
                    <a:pt x="82" y="107"/>
                  </a:cubicBezTo>
                  <a:cubicBezTo>
                    <a:pt x="99" y="107"/>
                    <a:pt x="99" y="107"/>
                    <a:pt x="99" y="107"/>
                  </a:cubicBezTo>
                  <a:cubicBezTo>
                    <a:pt x="100" y="107"/>
                    <a:pt x="101" y="106"/>
                    <a:pt x="101" y="104"/>
                  </a:cubicBezTo>
                  <a:cubicBezTo>
                    <a:pt x="101" y="99"/>
                    <a:pt x="101" y="99"/>
                    <a:pt x="101" y="99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101" y="92"/>
                    <a:pt x="101" y="92"/>
                    <a:pt x="101" y="92"/>
                  </a:cubicBezTo>
                  <a:cubicBezTo>
                    <a:pt x="101" y="89"/>
                    <a:pt x="101" y="89"/>
                    <a:pt x="101" y="89"/>
                  </a:cubicBezTo>
                  <a:cubicBezTo>
                    <a:pt x="101" y="85"/>
                    <a:pt x="101" y="85"/>
                    <a:pt x="101" y="85"/>
                  </a:cubicBezTo>
                  <a:cubicBezTo>
                    <a:pt x="101" y="83"/>
                    <a:pt x="100" y="82"/>
                    <a:pt x="99" y="8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84159E5C-7AFA-73D3-0F69-410277064BB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55975" y="1603375"/>
              <a:ext cx="693738" cy="700088"/>
            </a:xfrm>
            <a:custGeom>
              <a:avLst/>
              <a:gdLst>
                <a:gd name="T0" fmla="*/ 2147483646 w 163"/>
                <a:gd name="T1" fmla="*/ 2147483646 h 164"/>
                <a:gd name="T2" fmla="*/ 2147483646 w 163"/>
                <a:gd name="T3" fmla="*/ 2147483646 h 164"/>
                <a:gd name="T4" fmla="*/ 2147483646 w 163"/>
                <a:gd name="T5" fmla="*/ 2147483646 h 164"/>
                <a:gd name="T6" fmla="*/ 0 w 163"/>
                <a:gd name="T7" fmla="*/ 2147483646 h 164"/>
                <a:gd name="T8" fmla="*/ 2147483646 w 163"/>
                <a:gd name="T9" fmla="*/ 2147483646 h 164"/>
                <a:gd name="T10" fmla="*/ 2147483646 w 163"/>
                <a:gd name="T11" fmla="*/ 2147483646 h 164"/>
                <a:gd name="T12" fmla="*/ 2147483646 w 163"/>
                <a:gd name="T13" fmla="*/ 0 h 164"/>
                <a:gd name="T14" fmla="*/ 2147483646 w 163"/>
                <a:gd name="T15" fmla="*/ 2147483646 h 164"/>
                <a:gd name="T16" fmla="*/ 2147483646 w 163"/>
                <a:gd name="T17" fmla="*/ 2147483646 h 164"/>
                <a:gd name="T18" fmla="*/ 2147483646 w 163"/>
                <a:gd name="T19" fmla="*/ 0 h 164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0" t="0" r="r" b="b"/>
              <a:pathLst>
                <a:path w="163" h="164">
                  <a:moveTo>
                    <a:pt x="77" y="87"/>
                  </a:moveTo>
                  <a:cubicBezTo>
                    <a:pt x="154" y="87"/>
                    <a:pt x="154" y="87"/>
                    <a:pt x="154" y="87"/>
                  </a:cubicBezTo>
                  <a:cubicBezTo>
                    <a:pt x="154" y="129"/>
                    <a:pt x="119" y="164"/>
                    <a:pt x="77" y="164"/>
                  </a:cubicBezTo>
                  <a:cubicBezTo>
                    <a:pt x="34" y="164"/>
                    <a:pt x="0" y="129"/>
                    <a:pt x="0" y="87"/>
                  </a:cubicBezTo>
                  <a:cubicBezTo>
                    <a:pt x="0" y="44"/>
                    <a:pt x="34" y="10"/>
                    <a:pt x="77" y="10"/>
                  </a:cubicBezTo>
                  <a:lnTo>
                    <a:pt x="77" y="87"/>
                  </a:lnTo>
                  <a:close/>
                  <a:moveTo>
                    <a:pt x="86" y="0"/>
                  </a:moveTo>
                  <a:cubicBezTo>
                    <a:pt x="86" y="77"/>
                    <a:pt x="86" y="77"/>
                    <a:pt x="86" y="77"/>
                  </a:cubicBezTo>
                  <a:cubicBezTo>
                    <a:pt x="163" y="77"/>
                    <a:pt x="163" y="77"/>
                    <a:pt x="163" y="77"/>
                  </a:cubicBezTo>
                  <a:cubicBezTo>
                    <a:pt x="163" y="35"/>
                    <a:pt x="129" y="0"/>
                    <a:pt x="8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472A4F55-9F53-46DC-CE31-A193D45DF5E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68888" y="4457700"/>
              <a:ext cx="728662" cy="733425"/>
            </a:xfrm>
            <a:custGeom>
              <a:avLst/>
              <a:gdLst>
                <a:gd name="T0" fmla="*/ 2147483646 w 171"/>
                <a:gd name="T1" fmla="*/ 2147483646 h 172"/>
                <a:gd name="T2" fmla="*/ 2147483646 w 171"/>
                <a:gd name="T3" fmla="*/ 2147483646 h 172"/>
                <a:gd name="T4" fmla="*/ 2147483646 w 171"/>
                <a:gd name="T5" fmla="*/ 2147483646 h 172"/>
                <a:gd name="T6" fmla="*/ 2147483646 w 171"/>
                <a:gd name="T7" fmla="*/ 2147483646 h 172"/>
                <a:gd name="T8" fmla="*/ 2147483646 w 171"/>
                <a:gd name="T9" fmla="*/ 2147483646 h 172"/>
                <a:gd name="T10" fmla="*/ 2147483646 w 171"/>
                <a:gd name="T11" fmla="*/ 2147483646 h 172"/>
                <a:gd name="T12" fmla="*/ 2147483646 w 171"/>
                <a:gd name="T13" fmla="*/ 2147483646 h 172"/>
                <a:gd name="T14" fmla="*/ 2147483646 w 171"/>
                <a:gd name="T15" fmla="*/ 2147483646 h 172"/>
                <a:gd name="T16" fmla="*/ 2147483646 w 171"/>
                <a:gd name="T17" fmla="*/ 2147483646 h 172"/>
                <a:gd name="T18" fmla="*/ 2147483646 w 171"/>
                <a:gd name="T19" fmla="*/ 2147483646 h 172"/>
                <a:gd name="T20" fmla="*/ 2147483646 w 171"/>
                <a:gd name="T21" fmla="*/ 0 h 172"/>
                <a:gd name="T22" fmla="*/ 2147483646 w 171"/>
                <a:gd name="T23" fmla="*/ 0 h 172"/>
                <a:gd name="T24" fmla="*/ 2147483646 w 171"/>
                <a:gd name="T25" fmla="*/ 2147483646 h 172"/>
                <a:gd name="T26" fmla="*/ 2147483646 w 171"/>
                <a:gd name="T27" fmla="*/ 2147483646 h 172"/>
                <a:gd name="T28" fmla="*/ 2147483646 w 171"/>
                <a:gd name="T29" fmla="*/ 2147483646 h 172"/>
                <a:gd name="T30" fmla="*/ 2147483646 w 171"/>
                <a:gd name="T31" fmla="*/ 2147483646 h 172"/>
                <a:gd name="T32" fmla="*/ 2147483646 w 171"/>
                <a:gd name="T33" fmla="*/ 2147483646 h 172"/>
                <a:gd name="T34" fmla="*/ 2147483646 w 171"/>
                <a:gd name="T35" fmla="*/ 2147483646 h 172"/>
                <a:gd name="T36" fmla="*/ 2147483646 w 171"/>
                <a:gd name="T37" fmla="*/ 2147483646 h 172"/>
                <a:gd name="T38" fmla="*/ 2147483646 w 171"/>
                <a:gd name="T39" fmla="*/ 2147483646 h 172"/>
                <a:gd name="T40" fmla="*/ 2147483646 w 171"/>
                <a:gd name="T41" fmla="*/ 2147483646 h 172"/>
                <a:gd name="T42" fmla="*/ 2147483646 w 171"/>
                <a:gd name="T43" fmla="*/ 2147483646 h 172"/>
                <a:gd name="T44" fmla="*/ 0 w 171"/>
                <a:gd name="T45" fmla="*/ 2147483646 h 172"/>
                <a:gd name="T46" fmla="*/ 0 w 171"/>
                <a:gd name="T47" fmla="*/ 2147483646 h 172"/>
                <a:gd name="T48" fmla="*/ 2147483646 w 171"/>
                <a:gd name="T49" fmla="*/ 2147483646 h 172"/>
                <a:gd name="T50" fmla="*/ 2147483646 w 171"/>
                <a:gd name="T51" fmla="*/ 2147483646 h 172"/>
                <a:gd name="T52" fmla="*/ 2147483646 w 171"/>
                <a:gd name="T53" fmla="*/ 2147483646 h 172"/>
                <a:gd name="T54" fmla="*/ 2147483646 w 171"/>
                <a:gd name="T55" fmla="*/ 2147483646 h 172"/>
                <a:gd name="T56" fmla="*/ 2147483646 w 171"/>
                <a:gd name="T57" fmla="*/ 2147483646 h 172"/>
                <a:gd name="T58" fmla="*/ 2147483646 w 171"/>
                <a:gd name="T59" fmla="*/ 2147483646 h 172"/>
                <a:gd name="T60" fmla="*/ 2147483646 w 171"/>
                <a:gd name="T61" fmla="*/ 2147483646 h 172"/>
                <a:gd name="T62" fmla="*/ 2147483646 w 171"/>
                <a:gd name="T63" fmla="*/ 2147483646 h 172"/>
                <a:gd name="T64" fmla="*/ 2147483646 w 171"/>
                <a:gd name="T65" fmla="*/ 2147483646 h 172"/>
                <a:gd name="T66" fmla="*/ 2147483646 w 171"/>
                <a:gd name="T67" fmla="*/ 2147483646 h 172"/>
                <a:gd name="T68" fmla="*/ 2147483646 w 171"/>
                <a:gd name="T69" fmla="*/ 2147483646 h 172"/>
                <a:gd name="T70" fmla="*/ 2147483646 w 171"/>
                <a:gd name="T71" fmla="*/ 2147483646 h 172"/>
                <a:gd name="T72" fmla="*/ 2147483646 w 171"/>
                <a:gd name="T73" fmla="*/ 2147483646 h 172"/>
                <a:gd name="T74" fmla="*/ 2147483646 w 171"/>
                <a:gd name="T75" fmla="*/ 2147483646 h 172"/>
                <a:gd name="T76" fmla="*/ 2147483646 w 171"/>
                <a:gd name="T77" fmla="*/ 2147483646 h 172"/>
                <a:gd name="T78" fmla="*/ 2147483646 w 171"/>
                <a:gd name="T79" fmla="*/ 2147483646 h 172"/>
                <a:gd name="T80" fmla="*/ 2147483646 w 171"/>
                <a:gd name="T81" fmla="*/ 2147483646 h 172"/>
                <a:gd name="T82" fmla="*/ 2147483646 w 171"/>
                <a:gd name="T83" fmla="*/ 2147483646 h 172"/>
                <a:gd name="T84" fmla="*/ 2147483646 w 171"/>
                <a:gd name="T85" fmla="*/ 2147483646 h 172"/>
                <a:gd name="T86" fmla="*/ 2147483646 w 171"/>
                <a:gd name="T87" fmla="*/ 2147483646 h 172"/>
                <a:gd name="T88" fmla="*/ 2147483646 w 171"/>
                <a:gd name="T89" fmla="*/ 2147483646 h 172"/>
                <a:gd name="T90" fmla="*/ 2147483646 w 171"/>
                <a:gd name="T91" fmla="*/ 2147483646 h 172"/>
                <a:gd name="T92" fmla="*/ 2147483646 w 171"/>
                <a:gd name="T93" fmla="*/ 2147483646 h 172"/>
                <a:gd name="T94" fmla="*/ 2147483646 w 171"/>
                <a:gd name="T95" fmla="*/ 2147483646 h 172"/>
                <a:gd name="T96" fmla="*/ 2147483646 w 171"/>
                <a:gd name="T97" fmla="*/ 2147483646 h 172"/>
                <a:gd name="T98" fmla="*/ 2147483646 w 171"/>
                <a:gd name="T99" fmla="*/ 2147483646 h 172"/>
                <a:gd name="T100" fmla="*/ 2147483646 w 171"/>
                <a:gd name="T101" fmla="*/ 2147483646 h 172"/>
                <a:gd name="T102" fmla="*/ 2147483646 w 171"/>
                <a:gd name="T103" fmla="*/ 2147483646 h 172"/>
                <a:gd name="T104" fmla="*/ 2147483646 w 171"/>
                <a:gd name="T105" fmla="*/ 2147483646 h 172"/>
                <a:gd name="T106" fmla="*/ 2147483646 w 171"/>
                <a:gd name="T107" fmla="*/ 2147483646 h 1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171" h="172">
                  <a:moveTo>
                    <a:pt x="168" y="74"/>
                  </a:moveTo>
                  <a:cubicBezTo>
                    <a:pt x="147" y="70"/>
                    <a:pt x="147" y="70"/>
                    <a:pt x="147" y="70"/>
                  </a:cubicBezTo>
                  <a:cubicBezTo>
                    <a:pt x="145" y="64"/>
                    <a:pt x="143" y="59"/>
                    <a:pt x="140" y="54"/>
                  </a:cubicBezTo>
                  <a:cubicBezTo>
                    <a:pt x="152" y="36"/>
                    <a:pt x="152" y="36"/>
                    <a:pt x="152" y="36"/>
                  </a:cubicBezTo>
                  <a:cubicBezTo>
                    <a:pt x="153" y="35"/>
                    <a:pt x="153" y="33"/>
                    <a:pt x="152" y="32"/>
                  </a:cubicBezTo>
                  <a:cubicBezTo>
                    <a:pt x="140" y="19"/>
                    <a:pt x="140" y="19"/>
                    <a:pt x="140" y="19"/>
                  </a:cubicBezTo>
                  <a:cubicBezTo>
                    <a:pt x="138" y="18"/>
                    <a:pt x="136" y="18"/>
                    <a:pt x="135" y="19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2" y="29"/>
                    <a:pt x="107" y="26"/>
                    <a:pt x="101" y="25"/>
                  </a:cubicBezTo>
                  <a:cubicBezTo>
                    <a:pt x="98" y="3"/>
                    <a:pt x="98" y="3"/>
                    <a:pt x="98" y="3"/>
                  </a:cubicBezTo>
                  <a:cubicBezTo>
                    <a:pt x="97" y="2"/>
                    <a:pt x="96" y="0"/>
                    <a:pt x="94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5" y="0"/>
                    <a:pt x="73" y="2"/>
                    <a:pt x="73" y="3"/>
                  </a:cubicBezTo>
                  <a:cubicBezTo>
                    <a:pt x="70" y="25"/>
                    <a:pt x="70" y="25"/>
                    <a:pt x="70" y="25"/>
                  </a:cubicBezTo>
                  <a:cubicBezTo>
                    <a:pt x="64" y="26"/>
                    <a:pt x="58" y="29"/>
                    <a:pt x="53" y="32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4" y="18"/>
                    <a:pt x="32" y="18"/>
                    <a:pt x="31" y="19"/>
                  </a:cubicBezTo>
                  <a:cubicBezTo>
                    <a:pt x="18" y="32"/>
                    <a:pt x="18" y="32"/>
                    <a:pt x="18" y="32"/>
                  </a:cubicBezTo>
                  <a:cubicBezTo>
                    <a:pt x="17" y="33"/>
                    <a:pt x="17" y="35"/>
                    <a:pt x="18" y="36"/>
                  </a:cubicBezTo>
                  <a:cubicBezTo>
                    <a:pt x="31" y="54"/>
                    <a:pt x="31" y="54"/>
                    <a:pt x="31" y="54"/>
                  </a:cubicBezTo>
                  <a:cubicBezTo>
                    <a:pt x="28" y="59"/>
                    <a:pt x="26" y="64"/>
                    <a:pt x="24" y="70"/>
                  </a:cubicBezTo>
                  <a:cubicBezTo>
                    <a:pt x="3" y="74"/>
                    <a:pt x="3" y="74"/>
                    <a:pt x="3" y="74"/>
                  </a:cubicBezTo>
                  <a:cubicBezTo>
                    <a:pt x="1" y="74"/>
                    <a:pt x="0" y="76"/>
                    <a:pt x="0" y="77"/>
                  </a:cubicBezTo>
                  <a:cubicBezTo>
                    <a:pt x="0" y="95"/>
                    <a:pt x="0" y="95"/>
                    <a:pt x="0" y="95"/>
                  </a:cubicBezTo>
                  <a:cubicBezTo>
                    <a:pt x="0" y="97"/>
                    <a:pt x="1" y="98"/>
                    <a:pt x="3" y="98"/>
                  </a:cubicBezTo>
                  <a:cubicBezTo>
                    <a:pt x="24" y="102"/>
                    <a:pt x="24" y="102"/>
                    <a:pt x="24" y="102"/>
                  </a:cubicBezTo>
                  <a:cubicBezTo>
                    <a:pt x="26" y="108"/>
                    <a:pt x="28" y="113"/>
                    <a:pt x="31" y="118"/>
                  </a:cubicBezTo>
                  <a:cubicBezTo>
                    <a:pt x="18" y="136"/>
                    <a:pt x="18" y="136"/>
                    <a:pt x="18" y="136"/>
                  </a:cubicBezTo>
                  <a:cubicBezTo>
                    <a:pt x="17" y="137"/>
                    <a:pt x="17" y="139"/>
                    <a:pt x="18" y="140"/>
                  </a:cubicBezTo>
                  <a:cubicBezTo>
                    <a:pt x="31" y="153"/>
                    <a:pt x="31" y="153"/>
                    <a:pt x="31" y="153"/>
                  </a:cubicBezTo>
                  <a:cubicBezTo>
                    <a:pt x="32" y="154"/>
                    <a:pt x="34" y="154"/>
                    <a:pt x="36" y="153"/>
                  </a:cubicBezTo>
                  <a:cubicBezTo>
                    <a:pt x="53" y="140"/>
                    <a:pt x="53" y="140"/>
                    <a:pt x="53" y="140"/>
                  </a:cubicBezTo>
                  <a:cubicBezTo>
                    <a:pt x="58" y="143"/>
                    <a:pt x="64" y="146"/>
                    <a:pt x="70" y="147"/>
                  </a:cubicBezTo>
                  <a:cubicBezTo>
                    <a:pt x="73" y="169"/>
                    <a:pt x="73" y="169"/>
                    <a:pt x="73" y="169"/>
                  </a:cubicBezTo>
                  <a:cubicBezTo>
                    <a:pt x="73" y="170"/>
                    <a:pt x="75" y="172"/>
                    <a:pt x="76" y="172"/>
                  </a:cubicBezTo>
                  <a:cubicBezTo>
                    <a:pt x="94" y="172"/>
                    <a:pt x="94" y="172"/>
                    <a:pt x="94" y="172"/>
                  </a:cubicBezTo>
                  <a:cubicBezTo>
                    <a:pt x="96" y="172"/>
                    <a:pt x="97" y="170"/>
                    <a:pt x="98" y="169"/>
                  </a:cubicBezTo>
                  <a:cubicBezTo>
                    <a:pt x="101" y="147"/>
                    <a:pt x="101" y="147"/>
                    <a:pt x="101" y="147"/>
                  </a:cubicBezTo>
                  <a:cubicBezTo>
                    <a:pt x="107" y="146"/>
                    <a:pt x="112" y="143"/>
                    <a:pt x="117" y="140"/>
                  </a:cubicBezTo>
                  <a:cubicBezTo>
                    <a:pt x="135" y="153"/>
                    <a:pt x="135" y="153"/>
                    <a:pt x="135" y="153"/>
                  </a:cubicBezTo>
                  <a:cubicBezTo>
                    <a:pt x="136" y="154"/>
                    <a:pt x="138" y="154"/>
                    <a:pt x="140" y="153"/>
                  </a:cubicBezTo>
                  <a:cubicBezTo>
                    <a:pt x="152" y="140"/>
                    <a:pt x="152" y="140"/>
                    <a:pt x="152" y="140"/>
                  </a:cubicBezTo>
                  <a:cubicBezTo>
                    <a:pt x="153" y="139"/>
                    <a:pt x="153" y="137"/>
                    <a:pt x="152" y="136"/>
                  </a:cubicBezTo>
                  <a:cubicBezTo>
                    <a:pt x="140" y="118"/>
                    <a:pt x="140" y="118"/>
                    <a:pt x="140" y="118"/>
                  </a:cubicBezTo>
                  <a:cubicBezTo>
                    <a:pt x="143" y="113"/>
                    <a:pt x="145" y="108"/>
                    <a:pt x="147" y="102"/>
                  </a:cubicBezTo>
                  <a:cubicBezTo>
                    <a:pt x="168" y="98"/>
                    <a:pt x="168" y="98"/>
                    <a:pt x="168" y="98"/>
                  </a:cubicBezTo>
                  <a:cubicBezTo>
                    <a:pt x="170" y="98"/>
                    <a:pt x="171" y="97"/>
                    <a:pt x="171" y="95"/>
                  </a:cubicBezTo>
                  <a:cubicBezTo>
                    <a:pt x="171" y="77"/>
                    <a:pt x="171" y="77"/>
                    <a:pt x="171" y="77"/>
                  </a:cubicBezTo>
                  <a:cubicBezTo>
                    <a:pt x="171" y="76"/>
                    <a:pt x="170" y="74"/>
                    <a:pt x="168" y="74"/>
                  </a:cubicBezTo>
                  <a:close/>
                  <a:moveTo>
                    <a:pt x="85" y="118"/>
                  </a:moveTo>
                  <a:cubicBezTo>
                    <a:pt x="68" y="118"/>
                    <a:pt x="54" y="104"/>
                    <a:pt x="54" y="86"/>
                  </a:cubicBezTo>
                  <a:cubicBezTo>
                    <a:pt x="54" y="69"/>
                    <a:pt x="68" y="54"/>
                    <a:pt x="85" y="54"/>
                  </a:cubicBezTo>
                  <a:cubicBezTo>
                    <a:pt x="103" y="54"/>
                    <a:pt x="117" y="69"/>
                    <a:pt x="117" y="86"/>
                  </a:cubicBezTo>
                  <a:cubicBezTo>
                    <a:pt x="117" y="104"/>
                    <a:pt x="103" y="118"/>
                    <a:pt x="85" y="11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76562C73-120E-C382-BB02-578799C27CD4}"/>
              </a:ext>
            </a:extLst>
          </p:cNvPr>
          <p:cNvGrpSpPr/>
          <p:nvPr/>
        </p:nvGrpSpPr>
        <p:grpSpPr>
          <a:xfrm>
            <a:off x="5384152" y="1605824"/>
            <a:ext cx="6017273" cy="3981639"/>
            <a:chOff x="5973090" y="1519409"/>
            <a:chExt cx="6017273" cy="398163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5FFD33B8-FFFB-244A-1097-FA3B791A364A}"/>
                </a:ext>
              </a:extLst>
            </p:cNvPr>
            <p:cNvGrpSpPr/>
            <p:nvPr/>
          </p:nvGrpSpPr>
          <p:grpSpPr>
            <a:xfrm>
              <a:off x="5973090" y="1519409"/>
              <a:ext cx="6017273" cy="1162434"/>
              <a:chOff x="6277888" y="1519409"/>
              <a:chExt cx="6017273" cy="1162434"/>
            </a:xfrm>
          </p:grpSpPr>
          <p:sp>
            <p:nvSpPr>
              <p:cNvPr id="22" name="TextBox 81">
                <a:extLst>
                  <a:ext uri="{FF2B5EF4-FFF2-40B4-BE49-F238E27FC236}">
                    <a16:creationId xmlns:a16="http://schemas.microsoft.com/office/drawing/2014/main" id="{DDDB6885-C9C6-97D0-0B6D-BEB938AE3135}"/>
                  </a:ext>
                </a:extLst>
              </p:cNvPr>
              <p:cNvSpPr txBox="1"/>
              <p:nvPr/>
            </p:nvSpPr>
            <p:spPr>
              <a:xfrm>
                <a:off x="7108397" y="1519409"/>
                <a:ext cx="5186764" cy="1162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457200">
                  <a:lnSpc>
                    <a:spcPct val="150000"/>
                  </a:lnSpc>
                  <a:defRPr/>
                </a:pPr>
                <a:r>
                  <a:rPr lang="zh-CN" altLang="en-US" sz="2000" b="1" kern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思源宋体 CN" panose="02020400000000000000" pitchFamily="18" charset="-122"/>
                    <a:ea typeface="思源宋体 CN" panose="02020400000000000000" pitchFamily="18" charset="-122"/>
                  </a:rPr>
                  <a:t>添加标题</a:t>
                </a:r>
                <a:endParaRPr lang="en-US" altLang="zh-CN" sz="2000" b="1" kern="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  <a:p>
                <a:pPr lvl="0" defTabSz="457200">
                  <a:lnSpc>
                    <a:spcPct val="150000"/>
                  </a:lnSpc>
                  <a:defRPr/>
                </a:pPr>
                <a:r>
                  <a:rPr lang="zh-CN" altLang="en-US" sz="1400" kern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思源宋体 CN" panose="02020400000000000000" pitchFamily="18" charset="-122"/>
                    <a:ea typeface="思源宋体 CN" panose="02020400000000000000" pitchFamily="18" charset="-122"/>
                  </a:rPr>
                  <a:t>请您单击此处输入文本内容，可根据自己的需要适当地调整文字的颜色或者大小等属性，可复制粘贴您的文本。</a:t>
                </a:r>
              </a:p>
            </p:txBody>
          </p:sp>
          <p:sp>
            <p:nvSpPr>
              <p:cNvPr id="23" name="Oval 83">
                <a:extLst>
                  <a:ext uri="{FF2B5EF4-FFF2-40B4-BE49-F238E27FC236}">
                    <a16:creationId xmlns:a16="http://schemas.microsoft.com/office/drawing/2014/main" id="{F0B5C180-3CA6-599A-7851-8E6D6292E6D8}"/>
                  </a:ext>
                </a:extLst>
              </p:cNvPr>
              <p:cNvSpPr/>
              <p:nvPr/>
            </p:nvSpPr>
            <p:spPr>
              <a:xfrm>
                <a:off x="6383864" y="1678624"/>
                <a:ext cx="637776" cy="637776"/>
              </a:xfrm>
              <a:prstGeom prst="ellipse">
                <a:avLst/>
              </a:prstGeom>
              <a:solidFill>
                <a:srgbClr val="17467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24" name="TextBox 84">
                <a:extLst>
                  <a:ext uri="{FF2B5EF4-FFF2-40B4-BE49-F238E27FC236}">
                    <a16:creationId xmlns:a16="http://schemas.microsoft.com/office/drawing/2014/main" id="{1489F37E-5E43-735A-FE6D-A561E78760E9}"/>
                  </a:ext>
                </a:extLst>
              </p:cNvPr>
              <p:cNvSpPr txBox="1"/>
              <p:nvPr/>
            </p:nvSpPr>
            <p:spPr>
              <a:xfrm>
                <a:off x="6277888" y="1785682"/>
                <a:ext cx="849728" cy="396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b="1" dirty="0">
                    <a:solidFill>
                      <a:schemeClr val="bg1"/>
                    </a:solidFill>
                    <a:latin typeface="思源宋体 CN" panose="02020400000000000000" pitchFamily="18" charset="-122"/>
                    <a:ea typeface="思源宋体 CN" panose="02020400000000000000" pitchFamily="18" charset="-122"/>
                  </a:rPr>
                  <a:t>01</a:t>
                </a:r>
              </a:p>
            </p:txBody>
          </p:sp>
        </p:grp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D92CB2AE-C222-3C68-A66A-D99BFB632CC3}"/>
                </a:ext>
              </a:extLst>
            </p:cNvPr>
            <p:cNvGrpSpPr/>
            <p:nvPr/>
          </p:nvGrpSpPr>
          <p:grpSpPr>
            <a:xfrm>
              <a:off x="5973090" y="2929011"/>
              <a:ext cx="6017272" cy="1162434"/>
              <a:chOff x="6277888" y="2948519"/>
              <a:chExt cx="6017272" cy="1162434"/>
            </a:xfrm>
          </p:grpSpPr>
          <p:sp>
            <p:nvSpPr>
              <p:cNvPr id="19" name="TextBox 86">
                <a:extLst>
                  <a:ext uri="{FF2B5EF4-FFF2-40B4-BE49-F238E27FC236}">
                    <a16:creationId xmlns:a16="http://schemas.microsoft.com/office/drawing/2014/main" id="{56A53EB1-7880-D447-1101-71F39B83DCEF}"/>
                  </a:ext>
                </a:extLst>
              </p:cNvPr>
              <p:cNvSpPr txBox="1"/>
              <p:nvPr/>
            </p:nvSpPr>
            <p:spPr>
              <a:xfrm>
                <a:off x="7108396" y="2948519"/>
                <a:ext cx="5186764" cy="1162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添加标题</a:t>
                </a:r>
                <a:endParaRPr kumimoji="0" lang="en-US" altLang="zh-CN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请您单击此处输入文本内容，可根据自己的需要适当地调整文字的颜色或者大小等属性，可复制粘贴您的文本。</a:t>
                </a:r>
              </a:p>
            </p:txBody>
          </p:sp>
          <p:sp>
            <p:nvSpPr>
              <p:cNvPr id="20" name="Oval 88">
                <a:extLst>
                  <a:ext uri="{FF2B5EF4-FFF2-40B4-BE49-F238E27FC236}">
                    <a16:creationId xmlns:a16="http://schemas.microsoft.com/office/drawing/2014/main" id="{D754DC0D-968B-148E-6761-57648FEC253D}"/>
                  </a:ext>
                </a:extLst>
              </p:cNvPr>
              <p:cNvSpPr/>
              <p:nvPr/>
            </p:nvSpPr>
            <p:spPr>
              <a:xfrm>
                <a:off x="6383864" y="3107734"/>
                <a:ext cx="637776" cy="637776"/>
              </a:xfrm>
              <a:prstGeom prst="ellipse">
                <a:avLst/>
              </a:prstGeom>
              <a:solidFill>
                <a:srgbClr val="D5AF6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21" name="TextBox 89">
                <a:extLst>
                  <a:ext uri="{FF2B5EF4-FFF2-40B4-BE49-F238E27FC236}">
                    <a16:creationId xmlns:a16="http://schemas.microsoft.com/office/drawing/2014/main" id="{19A9BB9A-91DA-A791-2058-1F2EDB45901C}"/>
                  </a:ext>
                </a:extLst>
              </p:cNvPr>
              <p:cNvSpPr txBox="1"/>
              <p:nvPr/>
            </p:nvSpPr>
            <p:spPr>
              <a:xfrm>
                <a:off x="6277888" y="3214792"/>
                <a:ext cx="849728" cy="396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b="1" dirty="0">
                    <a:solidFill>
                      <a:schemeClr val="bg1"/>
                    </a:solidFill>
                    <a:latin typeface="思源宋体 CN" panose="02020400000000000000" pitchFamily="18" charset="-122"/>
                    <a:ea typeface="思源宋体 CN" panose="02020400000000000000" pitchFamily="18" charset="-122"/>
                  </a:rPr>
                  <a:t>02</a:t>
                </a: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BA6AF93E-B61A-CCAB-BB90-9BD1227636B6}"/>
                </a:ext>
              </a:extLst>
            </p:cNvPr>
            <p:cNvGrpSpPr/>
            <p:nvPr/>
          </p:nvGrpSpPr>
          <p:grpSpPr>
            <a:xfrm>
              <a:off x="5973090" y="4338614"/>
              <a:ext cx="6017272" cy="1162434"/>
              <a:chOff x="6277888" y="4338614"/>
              <a:chExt cx="6017272" cy="1162434"/>
            </a:xfrm>
          </p:grpSpPr>
          <p:sp>
            <p:nvSpPr>
              <p:cNvPr id="16" name="TextBox 91">
                <a:extLst>
                  <a:ext uri="{FF2B5EF4-FFF2-40B4-BE49-F238E27FC236}">
                    <a16:creationId xmlns:a16="http://schemas.microsoft.com/office/drawing/2014/main" id="{B6C12FFE-CAED-4B13-C6D3-5BAC520FEFC9}"/>
                  </a:ext>
                </a:extLst>
              </p:cNvPr>
              <p:cNvSpPr txBox="1"/>
              <p:nvPr/>
            </p:nvSpPr>
            <p:spPr>
              <a:xfrm>
                <a:off x="7108396" y="4338614"/>
                <a:ext cx="5186764" cy="1162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添加标题</a:t>
                </a:r>
                <a:endParaRPr kumimoji="0" lang="en-US" altLang="zh-CN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请您单击此处输入文本内容，可根据自己的需要适当地调整文字的颜色或者大小等属性，可复制粘贴您的文本。</a:t>
                </a:r>
              </a:p>
            </p:txBody>
          </p:sp>
          <p:sp>
            <p:nvSpPr>
              <p:cNvPr id="17" name="Oval 93">
                <a:extLst>
                  <a:ext uri="{FF2B5EF4-FFF2-40B4-BE49-F238E27FC236}">
                    <a16:creationId xmlns:a16="http://schemas.microsoft.com/office/drawing/2014/main" id="{6999E57E-40F8-7CE2-04F1-B6E7A2777C3B}"/>
                  </a:ext>
                </a:extLst>
              </p:cNvPr>
              <p:cNvSpPr/>
              <p:nvPr/>
            </p:nvSpPr>
            <p:spPr>
              <a:xfrm>
                <a:off x="6383864" y="4497829"/>
                <a:ext cx="637776" cy="637776"/>
              </a:xfrm>
              <a:prstGeom prst="ellipse">
                <a:avLst/>
              </a:prstGeom>
              <a:solidFill>
                <a:srgbClr val="17467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 dirty="0"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18" name="TextBox 94">
                <a:extLst>
                  <a:ext uri="{FF2B5EF4-FFF2-40B4-BE49-F238E27FC236}">
                    <a16:creationId xmlns:a16="http://schemas.microsoft.com/office/drawing/2014/main" id="{B3FA48A3-2B5C-6FAF-B2BE-2340D032457A}"/>
                  </a:ext>
                </a:extLst>
              </p:cNvPr>
              <p:cNvSpPr txBox="1"/>
              <p:nvPr/>
            </p:nvSpPr>
            <p:spPr>
              <a:xfrm>
                <a:off x="6277888" y="4604887"/>
                <a:ext cx="849728" cy="396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b="1">
                    <a:solidFill>
                      <a:schemeClr val="bg1"/>
                    </a:solidFill>
                    <a:latin typeface="思源宋体 CN" panose="02020400000000000000" pitchFamily="18" charset="-122"/>
                    <a:ea typeface="思源宋体 CN" panose="02020400000000000000" pitchFamily="18" charset="-122"/>
                  </a:rPr>
                  <a:t>03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734623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5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428DD-6574-82F0-4DE0-39AB63551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4EEA93C-F1F1-C000-BBA4-F07AB6F89E10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CD6C25D2-F8BA-F28F-B539-CDB4CC41C34F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B62CDC5D-7E1F-8F53-8129-9857A3D7B515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研究成果展示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F68D2141-BFF5-20AE-D8EB-23FF33C6A31F}"/>
              </a:ext>
            </a:extLst>
          </p:cNvPr>
          <p:cNvGrpSpPr/>
          <p:nvPr/>
        </p:nvGrpSpPr>
        <p:grpSpPr>
          <a:xfrm>
            <a:off x="627249" y="2131761"/>
            <a:ext cx="2163771" cy="2927908"/>
            <a:chOff x="627249" y="2131761"/>
            <a:chExt cx="2163771" cy="2927908"/>
          </a:xfrm>
        </p:grpSpPr>
        <p:grpSp>
          <p:nvGrpSpPr>
            <p:cNvPr id="6" name="Google Shape;324;p35">
              <a:extLst>
                <a:ext uri="{FF2B5EF4-FFF2-40B4-BE49-F238E27FC236}">
                  <a16:creationId xmlns:a16="http://schemas.microsoft.com/office/drawing/2014/main" id="{11D425A7-B8A0-668C-5FEB-D6C1C1840811}"/>
                </a:ext>
              </a:extLst>
            </p:cNvPr>
            <p:cNvGrpSpPr/>
            <p:nvPr/>
          </p:nvGrpSpPr>
          <p:grpSpPr>
            <a:xfrm>
              <a:off x="1518554" y="2131761"/>
              <a:ext cx="529449" cy="363745"/>
              <a:chOff x="8589645" y="1689585"/>
              <a:chExt cx="248381" cy="170634"/>
            </a:xfrm>
            <a:solidFill>
              <a:srgbClr val="49646F"/>
            </a:solidFill>
          </p:grpSpPr>
          <p:sp>
            <p:nvSpPr>
              <p:cNvPr id="9" name="Google Shape;325;p35">
                <a:extLst>
                  <a:ext uri="{FF2B5EF4-FFF2-40B4-BE49-F238E27FC236}">
                    <a16:creationId xmlns:a16="http://schemas.microsoft.com/office/drawing/2014/main" id="{BE7014E7-6FF2-DACA-A366-99E2301613EE}"/>
                  </a:ext>
                </a:extLst>
              </p:cNvPr>
              <p:cNvSpPr/>
              <p:nvPr/>
            </p:nvSpPr>
            <p:spPr>
              <a:xfrm>
                <a:off x="8594026" y="1689585"/>
                <a:ext cx="239600" cy="116688"/>
              </a:xfrm>
              <a:custGeom>
                <a:avLst/>
                <a:gdLst/>
                <a:ahLst/>
                <a:cxnLst/>
                <a:rect l="l" t="t" r="r" b="b"/>
                <a:pathLst>
                  <a:path w="12743" h="6206" extrusionOk="0">
                    <a:moveTo>
                      <a:pt x="367" y="1"/>
                    </a:moveTo>
                    <a:cubicBezTo>
                      <a:pt x="234" y="1"/>
                      <a:pt x="101" y="68"/>
                      <a:pt x="1" y="134"/>
                    </a:cubicBezTo>
                    <a:lnTo>
                      <a:pt x="5871" y="6005"/>
                    </a:lnTo>
                    <a:cubicBezTo>
                      <a:pt x="6005" y="6139"/>
                      <a:pt x="6188" y="6205"/>
                      <a:pt x="6372" y="6205"/>
                    </a:cubicBezTo>
                    <a:cubicBezTo>
                      <a:pt x="6555" y="6205"/>
                      <a:pt x="6739" y="6139"/>
                      <a:pt x="6872" y="6005"/>
                    </a:cubicBezTo>
                    <a:lnTo>
                      <a:pt x="12743" y="134"/>
                    </a:lnTo>
                    <a:cubicBezTo>
                      <a:pt x="12643" y="68"/>
                      <a:pt x="12509" y="1"/>
                      <a:pt x="12376" y="1"/>
                    </a:cubicBezTo>
                    <a:close/>
                  </a:path>
                </a:pathLst>
              </a:custGeom>
              <a:solidFill>
                <a:srgbClr val="17467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Arial"/>
                </a:endParaRPr>
              </a:p>
            </p:txBody>
          </p:sp>
          <p:sp>
            <p:nvSpPr>
              <p:cNvPr id="10" name="Google Shape;326;p35">
                <a:extLst>
                  <a:ext uri="{FF2B5EF4-FFF2-40B4-BE49-F238E27FC236}">
                    <a16:creationId xmlns:a16="http://schemas.microsoft.com/office/drawing/2014/main" id="{A7BCC5EA-43F8-1D68-52FF-9FC78EE7D6C4}"/>
                  </a:ext>
                </a:extLst>
              </p:cNvPr>
              <p:cNvSpPr/>
              <p:nvPr/>
            </p:nvSpPr>
            <p:spPr>
              <a:xfrm>
                <a:off x="8589645" y="1707787"/>
                <a:ext cx="248381" cy="152432"/>
              </a:xfrm>
              <a:custGeom>
                <a:avLst/>
                <a:gdLst/>
                <a:ahLst/>
                <a:cxnLst/>
                <a:rect l="l" t="t" r="r" b="b"/>
                <a:pathLst>
                  <a:path w="13210" h="8107" extrusionOk="0">
                    <a:moveTo>
                      <a:pt x="0" y="0"/>
                    </a:moveTo>
                    <a:lnTo>
                      <a:pt x="0" y="67"/>
                    </a:lnTo>
                    <a:lnTo>
                      <a:pt x="0" y="7506"/>
                    </a:lnTo>
                    <a:cubicBezTo>
                      <a:pt x="0" y="7839"/>
                      <a:pt x="267" y="8106"/>
                      <a:pt x="600" y="8106"/>
                    </a:cubicBezTo>
                    <a:lnTo>
                      <a:pt x="12609" y="8106"/>
                    </a:lnTo>
                    <a:cubicBezTo>
                      <a:pt x="12943" y="8106"/>
                      <a:pt x="13209" y="7839"/>
                      <a:pt x="13209" y="7506"/>
                    </a:cubicBezTo>
                    <a:lnTo>
                      <a:pt x="13209" y="67"/>
                    </a:lnTo>
                    <a:lnTo>
                      <a:pt x="13209" y="0"/>
                    </a:lnTo>
                    <a:lnTo>
                      <a:pt x="7505" y="5704"/>
                    </a:lnTo>
                    <a:cubicBezTo>
                      <a:pt x="7272" y="5971"/>
                      <a:pt x="6938" y="6071"/>
                      <a:pt x="6605" y="6071"/>
                    </a:cubicBezTo>
                    <a:cubicBezTo>
                      <a:pt x="6271" y="6071"/>
                      <a:pt x="5971" y="5971"/>
                      <a:pt x="5704" y="570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7467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Arial"/>
                </a:endParaRPr>
              </a:p>
            </p:txBody>
          </p:sp>
        </p:grpSp>
        <p:sp>
          <p:nvSpPr>
            <p:cNvPr id="7" name="Google Shape;336;p35">
              <a:extLst>
                <a:ext uri="{FF2B5EF4-FFF2-40B4-BE49-F238E27FC236}">
                  <a16:creationId xmlns:a16="http://schemas.microsoft.com/office/drawing/2014/main" id="{22946EF3-1611-4D7D-9421-14832F479365}"/>
                </a:ext>
              </a:extLst>
            </p:cNvPr>
            <p:cNvSpPr/>
            <p:nvPr/>
          </p:nvSpPr>
          <p:spPr>
            <a:xfrm>
              <a:off x="904273" y="2860804"/>
              <a:ext cx="1717200" cy="468000"/>
            </a:xfrm>
            <a:prstGeom prst="roundRect">
              <a:avLst>
                <a:gd name="adj" fmla="val 50000"/>
              </a:avLst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2000" b="1" kern="0" dirty="0">
                  <a:solidFill>
                    <a:schemeClr val="bg1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cs typeface="Fira Sans Extra Condensed Medium"/>
                  <a:sym typeface="Fira Sans Extra Condensed Medium"/>
                </a:rPr>
                <a:t>添加标题</a:t>
              </a:r>
            </a:p>
          </p:txBody>
        </p:sp>
        <p:sp>
          <p:nvSpPr>
            <p:cNvPr id="8" name="Synergistically utilize technically sound portals with frictionless chains. Dramatically customize…">
              <a:extLst>
                <a:ext uri="{FF2B5EF4-FFF2-40B4-BE49-F238E27FC236}">
                  <a16:creationId xmlns:a16="http://schemas.microsoft.com/office/drawing/2014/main" id="{CA1A5A10-3E82-54E1-E0AD-1E0083617CAF}"/>
                </a:ext>
              </a:extLst>
            </p:cNvPr>
            <p:cNvSpPr txBox="1"/>
            <p:nvPr/>
          </p:nvSpPr>
          <p:spPr>
            <a:xfrm>
              <a:off x="627249" y="3804902"/>
              <a:ext cx="2163771" cy="125476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zh-CN" altLang="en-US" sz="1400" kern="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sym typeface="+mn-lt"/>
                </a:rPr>
                <a:t>单击此处输入您的文本内容，可根据自己的需要适当地更改文字的颜色或者大小等属性，祝你使用愉快。</a:t>
              </a: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49FBC40D-261D-346A-C88B-FC937F02434E}"/>
              </a:ext>
            </a:extLst>
          </p:cNvPr>
          <p:cNvGrpSpPr/>
          <p:nvPr/>
        </p:nvGrpSpPr>
        <p:grpSpPr>
          <a:xfrm>
            <a:off x="5522903" y="2131740"/>
            <a:ext cx="2163771" cy="2927929"/>
            <a:chOff x="5522903" y="2131740"/>
            <a:chExt cx="2163771" cy="2927929"/>
          </a:xfrm>
        </p:grpSpPr>
        <p:grpSp>
          <p:nvGrpSpPr>
            <p:cNvPr id="12" name="Google Shape;327;p35">
              <a:extLst>
                <a:ext uri="{FF2B5EF4-FFF2-40B4-BE49-F238E27FC236}">
                  <a16:creationId xmlns:a16="http://schemas.microsoft.com/office/drawing/2014/main" id="{8406888D-2FBE-B3DC-8AAD-3FF0B007BF29}"/>
                </a:ext>
              </a:extLst>
            </p:cNvPr>
            <p:cNvGrpSpPr/>
            <p:nvPr/>
          </p:nvGrpSpPr>
          <p:grpSpPr>
            <a:xfrm>
              <a:off x="6254270" y="2131740"/>
              <a:ext cx="656527" cy="505449"/>
              <a:chOff x="8092231" y="1622475"/>
              <a:chExt cx="307997" cy="237107"/>
            </a:xfrm>
            <a:solidFill>
              <a:srgbClr val="F3C894"/>
            </a:solidFill>
          </p:grpSpPr>
          <p:sp>
            <p:nvSpPr>
              <p:cNvPr id="15" name="Google Shape;328;p35">
                <a:extLst>
                  <a:ext uri="{FF2B5EF4-FFF2-40B4-BE49-F238E27FC236}">
                    <a16:creationId xmlns:a16="http://schemas.microsoft.com/office/drawing/2014/main" id="{BA802280-54E3-7917-F35B-F396C0B98597}"/>
                  </a:ext>
                </a:extLst>
              </p:cNvPr>
              <p:cNvSpPr/>
              <p:nvPr/>
            </p:nvSpPr>
            <p:spPr>
              <a:xfrm>
                <a:off x="8092231" y="1622475"/>
                <a:ext cx="209497" cy="205116"/>
              </a:xfrm>
              <a:custGeom>
                <a:avLst/>
                <a:gdLst/>
                <a:ahLst/>
                <a:cxnLst/>
                <a:rect l="l" t="t" r="r" b="b"/>
                <a:pathLst>
                  <a:path w="11142" h="10909" extrusionOk="0">
                    <a:moveTo>
                      <a:pt x="5571" y="2703"/>
                    </a:moveTo>
                    <a:cubicBezTo>
                      <a:pt x="7073" y="2703"/>
                      <a:pt x="8307" y="3937"/>
                      <a:pt x="8307" y="5438"/>
                    </a:cubicBezTo>
                    <a:cubicBezTo>
                      <a:pt x="8307" y="6972"/>
                      <a:pt x="7073" y="8207"/>
                      <a:pt x="5571" y="8207"/>
                    </a:cubicBezTo>
                    <a:cubicBezTo>
                      <a:pt x="4037" y="8207"/>
                      <a:pt x="2803" y="6972"/>
                      <a:pt x="2803" y="5438"/>
                    </a:cubicBezTo>
                    <a:cubicBezTo>
                      <a:pt x="2803" y="3937"/>
                      <a:pt x="4037" y="2703"/>
                      <a:pt x="5571" y="2703"/>
                    </a:cubicBezTo>
                    <a:close/>
                    <a:moveTo>
                      <a:pt x="4404" y="1"/>
                    </a:moveTo>
                    <a:cubicBezTo>
                      <a:pt x="4004" y="67"/>
                      <a:pt x="3637" y="201"/>
                      <a:pt x="3303" y="368"/>
                    </a:cubicBezTo>
                    <a:cubicBezTo>
                      <a:pt x="3337" y="1101"/>
                      <a:pt x="3403" y="1935"/>
                      <a:pt x="3170" y="2136"/>
                    </a:cubicBezTo>
                    <a:cubicBezTo>
                      <a:pt x="3120" y="2167"/>
                      <a:pt x="3053" y="2180"/>
                      <a:pt x="2972" y="2180"/>
                    </a:cubicBezTo>
                    <a:cubicBezTo>
                      <a:pt x="2619" y="2180"/>
                      <a:pt x="2005" y="1919"/>
                      <a:pt x="1435" y="1702"/>
                    </a:cubicBezTo>
                    <a:cubicBezTo>
                      <a:pt x="1168" y="2002"/>
                      <a:pt x="935" y="2302"/>
                      <a:pt x="735" y="2669"/>
                    </a:cubicBezTo>
                    <a:cubicBezTo>
                      <a:pt x="1202" y="3236"/>
                      <a:pt x="1769" y="3870"/>
                      <a:pt x="1669" y="4170"/>
                    </a:cubicBezTo>
                    <a:cubicBezTo>
                      <a:pt x="1602" y="4471"/>
                      <a:pt x="768" y="4637"/>
                      <a:pt x="34" y="4837"/>
                    </a:cubicBezTo>
                    <a:cubicBezTo>
                      <a:pt x="1" y="5038"/>
                      <a:pt x="1" y="5238"/>
                      <a:pt x="1" y="5438"/>
                    </a:cubicBezTo>
                    <a:cubicBezTo>
                      <a:pt x="1" y="5638"/>
                      <a:pt x="1" y="5838"/>
                      <a:pt x="34" y="6038"/>
                    </a:cubicBezTo>
                    <a:cubicBezTo>
                      <a:pt x="768" y="6238"/>
                      <a:pt x="1602" y="6439"/>
                      <a:pt x="1669" y="6705"/>
                    </a:cubicBezTo>
                    <a:cubicBezTo>
                      <a:pt x="1769" y="7006"/>
                      <a:pt x="1202" y="7639"/>
                      <a:pt x="735" y="8240"/>
                    </a:cubicBezTo>
                    <a:cubicBezTo>
                      <a:pt x="935" y="8573"/>
                      <a:pt x="1168" y="8907"/>
                      <a:pt x="1435" y="9174"/>
                    </a:cubicBezTo>
                    <a:cubicBezTo>
                      <a:pt x="1986" y="8964"/>
                      <a:pt x="2579" y="8713"/>
                      <a:pt x="2937" y="8713"/>
                    </a:cubicBezTo>
                    <a:cubicBezTo>
                      <a:pt x="3033" y="8713"/>
                      <a:pt x="3113" y="8731"/>
                      <a:pt x="3170" y="8774"/>
                    </a:cubicBezTo>
                    <a:cubicBezTo>
                      <a:pt x="3403" y="8940"/>
                      <a:pt x="3337" y="9774"/>
                      <a:pt x="3303" y="10542"/>
                    </a:cubicBezTo>
                    <a:cubicBezTo>
                      <a:pt x="3637" y="10708"/>
                      <a:pt x="4037" y="10808"/>
                      <a:pt x="4404" y="10908"/>
                    </a:cubicBezTo>
                    <a:cubicBezTo>
                      <a:pt x="4838" y="10275"/>
                      <a:pt x="5238" y="9541"/>
                      <a:pt x="5571" y="9541"/>
                    </a:cubicBezTo>
                    <a:cubicBezTo>
                      <a:pt x="5905" y="9541"/>
                      <a:pt x="6339" y="10275"/>
                      <a:pt x="6739" y="10908"/>
                    </a:cubicBezTo>
                    <a:cubicBezTo>
                      <a:pt x="7139" y="10808"/>
                      <a:pt x="7506" y="10708"/>
                      <a:pt x="7840" y="10542"/>
                    </a:cubicBezTo>
                    <a:cubicBezTo>
                      <a:pt x="7806" y="9774"/>
                      <a:pt x="7740" y="8940"/>
                      <a:pt x="7973" y="8774"/>
                    </a:cubicBezTo>
                    <a:cubicBezTo>
                      <a:pt x="8030" y="8731"/>
                      <a:pt x="8110" y="8713"/>
                      <a:pt x="8206" y="8713"/>
                    </a:cubicBezTo>
                    <a:cubicBezTo>
                      <a:pt x="8564" y="8713"/>
                      <a:pt x="9156" y="8964"/>
                      <a:pt x="9708" y="9174"/>
                    </a:cubicBezTo>
                    <a:cubicBezTo>
                      <a:pt x="9975" y="8874"/>
                      <a:pt x="10208" y="8573"/>
                      <a:pt x="10408" y="8240"/>
                    </a:cubicBezTo>
                    <a:cubicBezTo>
                      <a:pt x="9941" y="7639"/>
                      <a:pt x="9374" y="7006"/>
                      <a:pt x="9474" y="6705"/>
                    </a:cubicBezTo>
                    <a:cubicBezTo>
                      <a:pt x="9541" y="6439"/>
                      <a:pt x="10375" y="6238"/>
                      <a:pt x="11109" y="6038"/>
                    </a:cubicBezTo>
                    <a:cubicBezTo>
                      <a:pt x="11142" y="5838"/>
                      <a:pt x="11142" y="5638"/>
                      <a:pt x="11142" y="5438"/>
                    </a:cubicBezTo>
                    <a:cubicBezTo>
                      <a:pt x="11142" y="5238"/>
                      <a:pt x="11142" y="5038"/>
                      <a:pt x="11109" y="4837"/>
                    </a:cubicBezTo>
                    <a:cubicBezTo>
                      <a:pt x="10375" y="4637"/>
                      <a:pt x="9541" y="4471"/>
                      <a:pt x="9474" y="4170"/>
                    </a:cubicBezTo>
                    <a:cubicBezTo>
                      <a:pt x="9374" y="3870"/>
                      <a:pt x="9908" y="3236"/>
                      <a:pt x="10408" y="2669"/>
                    </a:cubicBezTo>
                    <a:cubicBezTo>
                      <a:pt x="10208" y="2302"/>
                      <a:pt x="9975" y="2002"/>
                      <a:pt x="9708" y="1702"/>
                    </a:cubicBezTo>
                    <a:cubicBezTo>
                      <a:pt x="9138" y="1919"/>
                      <a:pt x="8502" y="2180"/>
                      <a:pt x="8158" y="2180"/>
                    </a:cubicBezTo>
                    <a:cubicBezTo>
                      <a:pt x="8080" y="2180"/>
                      <a:pt x="8017" y="2167"/>
                      <a:pt x="7973" y="2136"/>
                    </a:cubicBezTo>
                    <a:cubicBezTo>
                      <a:pt x="7740" y="1935"/>
                      <a:pt x="7806" y="1101"/>
                      <a:pt x="7840" y="368"/>
                    </a:cubicBezTo>
                    <a:cubicBezTo>
                      <a:pt x="7506" y="201"/>
                      <a:pt x="7106" y="67"/>
                      <a:pt x="6739" y="1"/>
                    </a:cubicBezTo>
                    <a:cubicBezTo>
                      <a:pt x="6305" y="634"/>
                      <a:pt x="5905" y="1335"/>
                      <a:pt x="5571" y="1335"/>
                    </a:cubicBezTo>
                    <a:cubicBezTo>
                      <a:pt x="5238" y="1335"/>
                      <a:pt x="4804" y="634"/>
                      <a:pt x="4404" y="1"/>
                    </a:cubicBezTo>
                    <a:close/>
                  </a:path>
                </a:pathLst>
              </a:custGeom>
              <a:solidFill>
                <a:srgbClr val="17467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Arial"/>
                </a:endParaRPr>
              </a:p>
            </p:txBody>
          </p:sp>
          <p:sp>
            <p:nvSpPr>
              <p:cNvPr id="16" name="Google Shape;329;p35">
                <a:extLst>
                  <a:ext uri="{FF2B5EF4-FFF2-40B4-BE49-F238E27FC236}">
                    <a16:creationId xmlns:a16="http://schemas.microsoft.com/office/drawing/2014/main" id="{9DFEBD8C-9EEE-2855-4FBD-ADD6CB4D37F5}"/>
                  </a:ext>
                </a:extLst>
              </p:cNvPr>
              <p:cNvSpPr/>
              <p:nvPr/>
            </p:nvSpPr>
            <p:spPr>
              <a:xfrm>
                <a:off x="8282919" y="1745413"/>
                <a:ext cx="117309" cy="114169"/>
              </a:xfrm>
              <a:custGeom>
                <a:avLst/>
                <a:gdLst/>
                <a:ahLst/>
                <a:cxnLst/>
                <a:rect l="l" t="t" r="r" b="b"/>
                <a:pathLst>
                  <a:path w="6239" h="6072" extrusionOk="0">
                    <a:moveTo>
                      <a:pt x="3103" y="1502"/>
                    </a:moveTo>
                    <a:cubicBezTo>
                      <a:pt x="3970" y="1502"/>
                      <a:pt x="4637" y="2202"/>
                      <a:pt x="4637" y="3036"/>
                    </a:cubicBezTo>
                    <a:cubicBezTo>
                      <a:pt x="4637" y="3903"/>
                      <a:pt x="3970" y="4571"/>
                      <a:pt x="3103" y="4571"/>
                    </a:cubicBezTo>
                    <a:cubicBezTo>
                      <a:pt x="2269" y="4571"/>
                      <a:pt x="1568" y="3903"/>
                      <a:pt x="1568" y="3036"/>
                    </a:cubicBezTo>
                    <a:cubicBezTo>
                      <a:pt x="1568" y="2202"/>
                      <a:pt x="2269" y="1502"/>
                      <a:pt x="3103" y="1502"/>
                    </a:cubicBezTo>
                    <a:close/>
                    <a:moveTo>
                      <a:pt x="2469" y="1"/>
                    </a:moveTo>
                    <a:cubicBezTo>
                      <a:pt x="2235" y="34"/>
                      <a:pt x="2035" y="101"/>
                      <a:pt x="1835" y="201"/>
                    </a:cubicBezTo>
                    <a:cubicBezTo>
                      <a:pt x="1868" y="634"/>
                      <a:pt x="1902" y="1101"/>
                      <a:pt x="1768" y="1202"/>
                    </a:cubicBezTo>
                    <a:cubicBezTo>
                      <a:pt x="1743" y="1220"/>
                      <a:pt x="1707" y="1229"/>
                      <a:pt x="1663" y="1229"/>
                    </a:cubicBezTo>
                    <a:cubicBezTo>
                      <a:pt x="1473" y="1229"/>
                      <a:pt x="1126" y="1076"/>
                      <a:pt x="801" y="968"/>
                    </a:cubicBezTo>
                    <a:cubicBezTo>
                      <a:pt x="668" y="1135"/>
                      <a:pt x="534" y="1302"/>
                      <a:pt x="401" y="1502"/>
                    </a:cubicBezTo>
                    <a:cubicBezTo>
                      <a:pt x="668" y="1835"/>
                      <a:pt x="1001" y="2169"/>
                      <a:pt x="934" y="2336"/>
                    </a:cubicBezTo>
                    <a:cubicBezTo>
                      <a:pt x="901" y="2502"/>
                      <a:pt x="434" y="2603"/>
                      <a:pt x="0" y="2703"/>
                    </a:cubicBezTo>
                    <a:cubicBezTo>
                      <a:pt x="0" y="2803"/>
                      <a:pt x="0" y="2936"/>
                      <a:pt x="0" y="3036"/>
                    </a:cubicBezTo>
                    <a:cubicBezTo>
                      <a:pt x="0" y="3170"/>
                      <a:pt x="0" y="3270"/>
                      <a:pt x="0" y="3370"/>
                    </a:cubicBezTo>
                    <a:cubicBezTo>
                      <a:pt x="434" y="3503"/>
                      <a:pt x="868" y="3603"/>
                      <a:pt x="934" y="3737"/>
                    </a:cubicBezTo>
                    <a:cubicBezTo>
                      <a:pt x="1001" y="3937"/>
                      <a:pt x="668" y="4270"/>
                      <a:pt x="401" y="4604"/>
                    </a:cubicBezTo>
                    <a:cubicBezTo>
                      <a:pt x="534" y="4804"/>
                      <a:pt x="668" y="4971"/>
                      <a:pt x="801" y="5138"/>
                    </a:cubicBezTo>
                    <a:cubicBezTo>
                      <a:pt x="1117" y="5006"/>
                      <a:pt x="1455" y="4874"/>
                      <a:pt x="1648" y="4874"/>
                    </a:cubicBezTo>
                    <a:cubicBezTo>
                      <a:pt x="1699" y="4874"/>
                      <a:pt x="1740" y="4883"/>
                      <a:pt x="1768" y="4904"/>
                    </a:cubicBezTo>
                    <a:cubicBezTo>
                      <a:pt x="1902" y="5004"/>
                      <a:pt x="1868" y="5471"/>
                      <a:pt x="1835" y="5872"/>
                    </a:cubicBezTo>
                    <a:cubicBezTo>
                      <a:pt x="2035" y="5972"/>
                      <a:pt x="2235" y="6038"/>
                      <a:pt x="2469" y="6072"/>
                    </a:cubicBezTo>
                    <a:cubicBezTo>
                      <a:pt x="2702" y="5738"/>
                      <a:pt x="2936" y="5338"/>
                      <a:pt x="3103" y="5338"/>
                    </a:cubicBezTo>
                    <a:cubicBezTo>
                      <a:pt x="3269" y="5338"/>
                      <a:pt x="3536" y="5738"/>
                      <a:pt x="3770" y="6072"/>
                    </a:cubicBezTo>
                    <a:cubicBezTo>
                      <a:pt x="3970" y="6038"/>
                      <a:pt x="4170" y="5972"/>
                      <a:pt x="4370" y="5872"/>
                    </a:cubicBezTo>
                    <a:cubicBezTo>
                      <a:pt x="4370" y="5471"/>
                      <a:pt x="4303" y="5004"/>
                      <a:pt x="4437" y="4904"/>
                    </a:cubicBezTo>
                    <a:cubicBezTo>
                      <a:pt x="4472" y="4883"/>
                      <a:pt x="4518" y="4874"/>
                      <a:pt x="4574" y="4874"/>
                    </a:cubicBezTo>
                    <a:cubicBezTo>
                      <a:pt x="4782" y="4874"/>
                      <a:pt x="5114" y="5006"/>
                      <a:pt x="5404" y="5138"/>
                    </a:cubicBezTo>
                    <a:cubicBezTo>
                      <a:pt x="5571" y="4971"/>
                      <a:pt x="5704" y="4804"/>
                      <a:pt x="5805" y="4604"/>
                    </a:cubicBezTo>
                    <a:cubicBezTo>
                      <a:pt x="5538" y="4270"/>
                      <a:pt x="5237" y="3937"/>
                      <a:pt x="5271" y="3737"/>
                    </a:cubicBezTo>
                    <a:cubicBezTo>
                      <a:pt x="5338" y="3603"/>
                      <a:pt x="5805" y="3503"/>
                      <a:pt x="6205" y="3370"/>
                    </a:cubicBezTo>
                    <a:cubicBezTo>
                      <a:pt x="6205" y="3270"/>
                      <a:pt x="6238" y="3170"/>
                      <a:pt x="6238" y="3036"/>
                    </a:cubicBezTo>
                    <a:cubicBezTo>
                      <a:pt x="6238" y="2936"/>
                      <a:pt x="6205" y="2836"/>
                      <a:pt x="6205" y="2703"/>
                    </a:cubicBezTo>
                    <a:cubicBezTo>
                      <a:pt x="5805" y="2603"/>
                      <a:pt x="5338" y="2502"/>
                      <a:pt x="5271" y="2336"/>
                    </a:cubicBezTo>
                    <a:cubicBezTo>
                      <a:pt x="5237" y="2169"/>
                      <a:pt x="5538" y="1835"/>
                      <a:pt x="5805" y="1502"/>
                    </a:cubicBezTo>
                    <a:cubicBezTo>
                      <a:pt x="5704" y="1302"/>
                      <a:pt x="5571" y="1135"/>
                      <a:pt x="5404" y="968"/>
                    </a:cubicBezTo>
                    <a:cubicBezTo>
                      <a:pt x="5106" y="1076"/>
                      <a:pt x="4765" y="1229"/>
                      <a:pt x="4557" y="1229"/>
                    </a:cubicBezTo>
                    <a:cubicBezTo>
                      <a:pt x="4509" y="1229"/>
                      <a:pt x="4468" y="1220"/>
                      <a:pt x="4437" y="1202"/>
                    </a:cubicBezTo>
                    <a:cubicBezTo>
                      <a:pt x="4303" y="1101"/>
                      <a:pt x="4370" y="634"/>
                      <a:pt x="4370" y="201"/>
                    </a:cubicBezTo>
                    <a:cubicBezTo>
                      <a:pt x="4170" y="101"/>
                      <a:pt x="3970" y="34"/>
                      <a:pt x="3770" y="1"/>
                    </a:cubicBezTo>
                    <a:cubicBezTo>
                      <a:pt x="3536" y="334"/>
                      <a:pt x="3269" y="768"/>
                      <a:pt x="3103" y="768"/>
                    </a:cubicBezTo>
                    <a:cubicBezTo>
                      <a:pt x="2936" y="768"/>
                      <a:pt x="2702" y="334"/>
                      <a:pt x="2469" y="1"/>
                    </a:cubicBezTo>
                    <a:close/>
                  </a:path>
                </a:pathLst>
              </a:custGeom>
              <a:solidFill>
                <a:srgbClr val="17467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Arial"/>
                </a:endParaRPr>
              </a:p>
            </p:txBody>
          </p:sp>
        </p:grpSp>
        <p:sp>
          <p:nvSpPr>
            <p:cNvPr id="13" name="Google Shape;338;p35">
              <a:extLst>
                <a:ext uri="{FF2B5EF4-FFF2-40B4-BE49-F238E27FC236}">
                  <a16:creationId xmlns:a16="http://schemas.microsoft.com/office/drawing/2014/main" id="{58181BBB-44E1-1918-D636-1E7C05288632}"/>
                </a:ext>
              </a:extLst>
            </p:cNvPr>
            <p:cNvSpPr/>
            <p:nvPr/>
          </p:nvSpPr>
          <p:spPr>
            <a:xfrm>
              <a:off x="5723923" y="2860804"/>
              <a:ext cx="1717200" cy="468000"/>
            </a:xfrm>
            <a:prstGeom prst="roundRect">
              <a:avLst>
                <a:gd name="adj" fmla="val 50000"/>
              </a:avLst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2000" b="1" kern="0" dirty="0">
                  <a:solidFill>
                    <a:schemeClr val="bg1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cs typeface="Fira Sans Extra Condensed Medium"/>
                  <a:sym typeface="Fira Sans Extra Condensed Medium"/>
                </a:rPr>
                <a:t>添加标题</a:t>
              </a:r>
            </a:p>
          </p:txBody>
        </p:sp>
        <p:sp>
          <p:nvSpPr>
            <p:cNvPr id="14" name="Synergistically utilize technically sound portals with frictionless chains. Dramatically customize…">
              <a:extLst>
                <a:ext uri="{FF2B5EF4-FFF2-40B4-BE49-F238E27FC236}">
                  <a16:creationId xmlns:a16="http://schemas.microsoft.com/office/drawing/2014/main" id="{37E68D68-83B8-F38E-B26D-E204EE635F29}"/>
                </a:ext>
              </a:extLst>
            </p:cNvPr>
            <p:cNvSpPr txBox="1"/>
            <p:nvPr/>
          </p:nvSpPr>
          <p:spPr>
            <a:xfrm>
              <a:off x="5522903" y="3804902"/>
              <a:ext cx="2163771" cy="125476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+mn-lt"/>
                </a:rPr>
                <a:t>单击此处输入您的文本内容，可根据自己的需要适当地更改文字的颜色或者大小等属性，祝你使用愉快。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4085F9F5-C9A4-D651-3A8F-CAD56DD2DE71}"/>
              </a:ext>
            </a:extLst>
          </p:cNvPr>
          <p:cNvGrpSpPr/>
          <p:nvPr/>
        </p:nvGrpSpPr>
        <p:grpSpPr>
          <a:xfrm>
            <a:off x="3075174" y="2024117"/>
            <a:ext cx="2163771" cy="3035552"/>
            <a:chOff x="3075174" y="2024117"/>
            <a:chExt cx="2163771" cy="3035552"/>
          </a:xfrm>
        </p:grpSpPr>
        <p:grpSp>
          <p:nvGrpSpPr>
            <p:cNvPr id="18" name="Google Shape;330;p35">
              <a:extLst>
                <a:ext uri="{FF2B5EF4-FFF2-40B4-BE49-F238E27FC236}">
                  <a16:creationId xmlns:a16="http://schemas.microsoft.com/office/drawing/2014/main" id="{AF42E7DF-6E37-2E04-CC5F-4627C600519A}"/>
                </a:ext>
              </a:extLst>
            </p:cNvPr>
            <p:cNvGrpSpPr/>
            <p:nvPr/>
          </p:nvGrpSpPr>
          <p:grpSpPr>
            <a:xfrm>
              <a:off x="3923340" y="2024117"/>
              <a:ext cx="398448" cy="579019"/>
              <a:chOff x="8152459" y="3088336"/>
              <a:chExt cx="186924" cy="271618"/>
            </a:xfrm>
            <a:solidFill>
              <a:srgbClr val="A04F4C"/>
            </a:solidFill>
          </p:grpSpPr>
          <p:sp>
            <p:nvSpPr>
              <p:cNvPr id="21" name="Google Shape;331;p35">
                <a:extLst>
                  <a:ext uri="{FF2B5EF4-FFF2-40B4-BE49-F238E27FC236}">
                    <a16:creationId xmlns:a16="http://schemas.microsoft.com/office/drawing/2014/main" id="{049C2031-99DB-20D9-9930-A6173AA41A6F}"/>
                  </a:ext>
                </a:extLst>
              </p:cNvPr>
              <p:cNvSpPr/>
              <p:nvPr/>
            </p:nvSpPr>
            <p:spPr>
              <a:xfrm>
                <a:off x="8286680" y="3126601"/>
                <a:ext cx="52703" cy="208238"/>
              </a:xfrm>
              <a:custGeom>
                <a:avLst/>
                <a:gdLst/>
                <a:ahLst/>
                <a:cxnLst/>
                <a:rect l="l" t="t" r="r" b="b"/>
                <a:pathLst>
                  <a:path w="2803" h="11075" extrusionOk="0">
                    <a:moveTo>
                      <a:pt x="1" y="0"/>
                    </a:moveTo>
                    <a:lnTo>
                      <a:pt x="1" y="11075"/>
                    </a:lnTo>
                    <a:lnTo>
                      <a:pt x="2803" y="11075"/>
                    </a:lnTo>
                    <a:lnTo>
                      <a:pt x="2803" y="0"/>
                    </a:ln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cs typeface="Arial"/>
                  <a:sym typeface="Arial"/>
                </a:endParaRPr>
              </a:p>
            </p:txBody>
          </p:sp>
          <p:sp>
            <p:nvSpPr>
              <p:cNvPr id="22" name="Google Shape;332;p35">
                <a:extLst>
                  <a:ext uri="{FF2B5EF4-FFF2-40B4-BE49-F238E27FC236}">
                    <a16:creationId xmlns:a16="http://schemas.microsoft.com/office/drawing/2014/main" id="{09220DA0-F51F-DD00-5778-235A0A6ADE01}"/>
                  </a:ext>
                </a:extLst>
              </p:cNvPr>
              <p:cNvSpPr/>
              <p:nvPr/>
            </p:nvSpPr>
            <p:spPr>
              <a:xfrm>
                <a:off x="8219569" y="3180530"/>
                <a:ext cx="52703" cy="154312"/>
              </a:xfrm>
              <a:custGeom>
                <a:avLst/>
                <a:gdLst/>
                <a:ahLst/>
                <a:cxnLst/>
                <a:rect l="l" t="t" r="r" b="b"/>
                <a:pathLst>
                  <a:path w="2803" h="8207" extrusionOk="0">
                    <a:moveTo>
                      <a:pt x="0" y="1"/>
                    </a:moveTo>
                    <a:lnTo>
                      <a:pt x="0" y="8207"/>
                    </a:lnTo>
                    <a:lnTo>
                      <a:pt x="2802" y="8207"/>
                    </a:lnTo>
                    <a:lnTo>
                      <a:pt x="2802" y="1"/>
                    </a:ln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cs typeface="Arial"/>
                  <a:sym typeface="Arial"/>
                </a:endParaRPr>
              </a:p>
            </p:txBody>
          </p:sp>
          <p:sp>
            <p:nvSpPr>
              <p:cNvPr id="23" name="Google Shape;333;p35">
                <a:extLst>
                  <a:ext uri="{FF2B5EF4-FFF2-40B4-BE49-F238E27FC236}">
                    <a16:creationId xmlns:a16="http://schemas.microsoft.com/office/drawing/2014/main" id="{827B6727-B9FE-55FC-8CA2-986794148AC9}"/>
                  </a:ext>
                </a:extLst>
              </p:cNvPr>
              <p:cNvSpPr/>
              <p:nvPr/>
            </p:nvSpPr>
            <p:spPr>
              <a:xfrm>
                <a:off x="8152459" y="3230718"/>
                <a:ext cx="52685" cy="104128"/>
              </a:xfrm>
              <a:custGeom>
                <a:avLst/>
                <a:gdLst/>
                <a:ahLst/>
                <a:cxnLst/>
                <a:rect l="l" t="t" r="r" b="b"/>
                <a:pathLst>
                  <a:path w="2802" h="5538" extrusionOk="0">
                    <a:moveTo>
                      <a:pt x="0" y="1"/>
                    </a:moveTo>
                    <a:lnTo>
                      <a:pt x="0" y="5538"/>
                    </a:lnTo>
                    <a:lnTo>
                      <a:pt x="2802" y="5538"/>
                    </a:lnTo>
                    <a:lnTo>
                      <a:pt x="2802" y="1"/>
                    </a:ln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cs typeface="Arial"/>
                  <a:sym typeface="Arial"/>
                </a:endParaRPr>
              </a:p>
            </p:txBody>
          </p:sp>
          <p:sp>
            <p:nvSpPr>
              <p:cNvPr id="24" name="Google Shape;334;p35">
                <a:extLst>
                  <a:ext uri="{FF2B5EF4-FFF2-40B4-BE49-F238E27FC236}">
                    <a16:creationId xmlns:a16="http://schemas.microsoft.com/office/drawing/2014/main" id="{1A18B456-2E8A-24A4-C6A7-DFA992E4C0F7}"/>
                  </a:ext>
                </a:extLst>
              </p:cNvPr>
              <p:cNvSpPr/>
              <p:nvPr/>
            </p:nvSpPr>
            <p:spPr>
              <a:xfrm>
                <a:off x="8152459" y="3345495"/>
                <a:ext cx="186916" cy="14459"/>
              </a:xfrm>
              <a:custGeom>
                <a:avLst/>
                <a:gdLst/>
                <a:ahLst/>
                <a:cxnLst/>
                <a:rect l="l" t="t" r="r" b="b"/>
                <a:pathLst>
                  <a:path w="9941" h="769" extrusionOk="0">
                    <a:moveTo>
                      <a:pt x="0" y="1"/>
                    </a:moveTo>
                    <a:lnTo>
                      <a:pt x="0" y="768"/>
                    </a:lnTo>
                    <a:lnTo>
                      <a:pt x="9941" y="768"/>
                    </a:lnTo>
                    <a:lnTo>
                      <a:pt x="9941" y="1"/>
                    </a:ln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cs typeface="Arial"/>
                  <a:sym typeface="Arial"/>
                </a:endParaRPr>
              </a:p>
            </p:txBody>
          </p:sp>
          <p:sp>
            <p:nvSpPr>
              <p:cNvPr id="25" name="Google Shape;335;p35">
                <a:extLst>
                  <a:ext uri="{FF2B5EF4-FFF2-40B4-BE49-F238E27FC236}">
                    <a16:creationId xmlns:a16="http://schemas.microsoft.com/office/drawing/2014/main" id="{8DE3D2CC-8754-F42F-0688-84E93BDB1ECF}"/>
                  </a:ext>
                </a:extLst>
              </p:cNvPr>
              <p:cNvSpPr/>
              <p:nvPr/>
            </p:nvSpPr>
            <p:spPr>
              <a:xfrm>
                <a:off x="8152459" y="3088336"/>
                <a:ext cx="121690" cy="114789"/>
              </a:xfrm>
              <a:custGeom>
                <a:avLst/>
                <a:gdLst/>
                <a:ahLst/>
                <a:cxnLst/>
                <a:rect l="l" t="t" r="r" b="b"/>
                <a:pathLst>
                  <a:path w="6472" h="6105" extrusionOk="0">
                    <a:moveTo>
                      <a:pt x="6471" y="0"/>
                    </a:moveTo>
                    <a:lnTo>
                      <a:pt x="4170" y="467"/>
                    </a:lnTo>
                    <a:lnTo>
                      <a:pt x="4770" y="968"/>
                    </a:lnTo>
                    <a:cubicBezTo>
                      <a:pt x="3769" y="3336"/>
                      <a:pt x="0" y="6105"/>
                      <a:pt x="0" y="6105"/>
                    </a:cubicBezTo>
                    <a:cubicBezTo>
                      <a:pt x="3970" y="4771"/>
                      <a:pt x="5604" y="2602"/>
                      <a:pt x="6038" y="1969"/>
                    </a:cubicBezTo>
                    <a:lnTo>
                      <a:pt x="6471" y="2369"/>
                    </a:lnTo>
                    <a:lnTo>
                      <a:pt x="6471" y="0"/>
                    </a:lnTo>
                    <a:close/>
                  </a:path>
                </a:pathLst>
              </a:custGeom>
              <a:solidFill>
                <a:srgbClr val="D5AF6E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sz="1867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cs typeface="Arial"/>
                  <a:sym typeface="Arial"/>
                </a:endParaRPr>
              </a:p>
            </p:txBody>
          </p:sp>
        </p:grpSp>
        <p:sp>
          <p:nvSpPr>
            <p:cNvPr id="19" name="Google Shape;337;p35">
              <a:extLst>
                <a:ext uri="{FF2B5EF4-FFF2-40B4-BE49-F238E27FC236}">
                  <a16:creationId xmlns:a16="http://schemas.microsoft.com/office/drawing/2014/main" id="{F66D22EB-4AD6-2E27-9BFC-5D0FA082D44E}"/>
                </a:ext>
              </a:extLst>
            </p:cNvPr>
            <p:cNvSpPr/>
            <p:nvPr/>
          </p:nvSpPr>
          <p:spPr>
            <a:xfrm>
              <a:off x="3285523" y="2860804"/>
              <a:ext cx="1717200" cy="468000"/>
            </a:xfrm>
            <a:prstGeom prst="roundRect">
              <a:avLst>
                <a:gd name="adj" fmla="val 50000"/>
              </a:avLst>
            </a:prstGeom>
            <a:solidFill>
              <a:srgbClr val="D5AF6E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r>
                <a:rPr lang="zh-CN" altLang="en-US" sz="2000" b="1" kern="0" dirty="0">
                  <a:solidFill>
                    <a:schemeClr val="bg1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  <a:cs typeface="Fira Sans Extra Condensed Medium"/>
                  <a:sym typeface="Fira Sans Extra Condensed Medium"/>
                </a:rPr>
                <a:t>添加标题</a:t>
              </a:r>
            </a:p>
          </p:txBody>
        </p:sp>
        <p:sp>
          <p:nvSpPr>
            <p:cNvPr id="20" name="Synergistically utilize technically sound portals with frictionless chains. Dramatically customize…">
              <a:extLst>
                <a:ext uri="{FF2B5EF4-FFF2-40B4-BE49-F238E27FC236}">
                  <a16:creationId xmlns:a16="http://schemas.microsoft.com/office/drawing/2014/main" id="{D93C2044-B925-7BEF-0C50-08C2D67F2957}"/>
                </a:ext>
              </a:extLst>
            </p:cNvPr>
            <p:cNvSpPr txBox="1"/>
            <p:nvPr/>
          </p:nvSpPr>
          <p:spPr>
            <a:xfrm>
              <a:off x="3075174" y="3804902"/>
              <a:ext cx="2163771" cy="125476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+mn-lt"/>
                </a:rPr>
                <a:t>单击此处输入您的文本内容，可根据自己的需要适当地更改文字的颜色或者大小等属性，祝你使用愉快。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5F94697D-B3CE-5572-BB9B-6E103CC1B981}"/>
              </a:ext>
            </a:extLst>
          </p:cNvPr>
          <p:cNvGrpSpPr/>
          <p:nvPr/>
        </p:nvGrpSpPr>
        <p:grpSpPr>
          <a:xfrm>
            <a:off x="8158179" y="1787206"/>
            <a:ext cx="3424222" cy="3424221"/>
            <a:chOff x="8158179" y="1787206"/>
            <a:chExt cx="3424222" cy="3424221"/>
          </a:xfrm>
        </p:grpSpPr>
        <p:sp>
          <p:nvSpPr>
            <p:cNvPr id="27" name="íś1îḍe">
              <a:extLst>
                <a:ext uri="{FF2B5EF4-FFF2-40B4-BE49-F238E27FC236}">
                  <a16:creationId xmlns:a16="http://schemas.microsoft.com/office/drawing/2014/main" id="{4B8CB024-9960-EF05-8B97-BDDFE9115120}"/>
                </a:ext>
              </a:extLst>
            </p:cNvPr>
            <p:cNvSpPr/>
            <p:nvPr/>
          </p:nvSpPr>
          <p:spPr>
            <a:xfrm>
              <a:off x="8158179" y="1787206"/>
              <a:ext cx="3424222" cy="3424221"/>
            </a:xfrm>
            <a:prstGeom prst="blockArc">
              <a:avLst>
                <a:gd name="adj1" fmla="val 10709808"/>
                <a:gd name="adj2" fmla="val 10682665"/>
                <a:gd name="adj3" fmla="val 4057"/>
              </a:avLst>
            </a:prstGeom>
            <a:solidFill>
              <a:srgbClr val="174677"/>
            </a:solidFill>
            <a:ln>
              <a:noFill/>
            </a:ln>
          </p:spPr>
          <p:txBody>
            <a:bodyPr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3ECE1FA2-B471-0AC7-212E-089BDF3EDA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8423702" y="2052728"/>
              <a:ext cx="2893176" cy="2893176"/>
            </a:xfrm>
            <a:prstGeom prst="ellipse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3705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85000" decel="15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85000" decel="1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85000" decel="1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4" presetClass="entr" presetSubtype="5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3AFAA-74B4-2CCB-3257-B67B78CAF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162B913A-7934-4217-9869-3B944A21E578}"/>
              </a:ext>
            </a:extLst>
          </p:cNvPr>
          <p:cNvSpPr/>
          <p:nvPr/>
        </p:nvSpPr>
        <p:spPr>
          <a:xfrm>
            <a:off x="-12940" y="0"/>
            <a:ext cx="12217880" cy="4442815"/>
          </a:xfrm>
          <a:custGeom>
            <a:avLst/>
            <a:gdLst>
              <a:gd name="connsiteX0" fmla="*/ 0 w 12217880"/>
              <a:gd name="connsiteY0" fmla="*/ 0 h 4442815"/>
              <a:gd name="connsiteX1" fmla="*/ 12217880 w 12217880"/>
              <a:gd name="connsiteY1" fmla="*/ 0 h 4442815"/>
              <a:gd name="connsiteX2" fmla="*/ 12217880 w 12217880"/>
              <a:gd name="connsiteY2" fmla="*/ 2808090 h 4442815"/>
              <a:gd name="connsiteX3" fmla="*/ 12020483 w 12217880"/>
              <a:gd name="connsiteY3" fmla="*/ 2948109 h 4442815"/>
              <a:gd name="connsiteX4" fmla="*/ 6108941 w 12217880"/>
              <a:gd name="connsiteY4" fmla="*/ 4442815 h 4442815"/>
              <a:gd name="connsiteX5" fmla="*/ 197399 w 12217880"/>
              <a:gd name="connsiteY5" fmla="*/ 2948109 h 4442815"/>
              <a:gd name="connsiteX6" fmla="*/ 0 w 12217880"/>
              <a:gd name="connsiteY6" fmla="*/ 2808089 h 444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4442815">
                <a:moveTo>
                  <a:pt x="0" y="0"/>
                </a:moveTo>
                <a:lnTo>
                  <a:pt x="12217880" y="0"/>
                </a:lnTo>
                <a:lnTo>
                  <a:pt x="12217880" y="2808090"/>
                </a:lnTo>
                <a:lnTo>
                  <a:pt x="12020483" y="2948109"/>
                </a:lnTo>
                <a:cubicBezTo>
                  <a:pt x="10675177" y="3855488"/>
                  <a:pt x="8528037" y="4442815"/>
                  <a:pt x="6108941" y="4442815"/>
                </a:cubicBezTo>
                <a:cubicBezTo>
                  <a:pt x="3689845" y="4442815"/>
                  <a:pt x="1542705" y="3855488"/>
                  <a:pt x="197399" y="2948109"/>
                </a:cubicBezTo>
                <a:lnTo>
                  <a:pt x="0" y="2808089"/>
                </a:lnTo>
                <a:close/>
              </a:path>
            </a:pathLst>
          </a:custGeom>
          <a:solidFill>
            <a:srgbClr val="174677">
              <a:alpha val="9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lIns="80632" tIns="40316" rIns="80632" bIns="40316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4" name="矩形: 圆顶角 3">
            <a:extLst>
              <a:ext uri="{FF2B5EF4-FFF2-40B4-BE49-F238E27FC236}">
                <a16:creationId xmlns:a16="http://schemas.microsoft.com/office/drawing/2014/main" id="{13BF341F-59E5-E7B1-8256-0E032AA25F62}"/>
              </a:ext>
            </a:extLst>
          </p:cNvPr>
          <p:cNvSpPr/>
          <p:nvPr/>
        </p:nvSpPr>
        <p:spPr>
          <a:xfrm>
            <a:off x="666750" y="889001"/>
            <a:ext cx="10858500" cy="5410200"/>
          </a:xfrm>
          <a:prstGeom prst="round2SameRect">
            <a:avLst>
              <a:gd name="adj1" fmla="val 5752"/>
              <a:gd name="adj2" fmla="val 0"/>
            </a:avLst>
          </a:prstGeom>
          <a:solidFill>
            <a:schemeClr val="bg1"/>
          </a:solidFill>
          <a:ln>
            <a:noFill/>
          </a:ln>
          <a:effectLst>
            <a:outerShdw blurRad="762000" dist="508000" dir="5400000" algn="ctr" rotWithShape="0">
              <a:srgbClr val="0070C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8E9376A8-7EA2-0A35-B104-1ED5DA079FD4}"/>
              </a:ext>
            </a:extLst>
          </p:cNvPr>
          <p:cNvSpPr/>
          <p:nvPr/>
        </p:nvSpPr>
        <p:spPr>
          <a:xfrm>
            <a:off x="-12940" y="4759436"/>
            <a:ext cx="12217880" cy="2098564"/>
          </a:xfrm>
          <a:custGeom>
            <a:avLst/>
            <a:gdLst>
              <a:gd name="connsiteX0" fmla="*/ 0 w 12217880"/>
              <a:gd name="connsiteY0" fmla="*/ 0 h 2098564"/>
              <a:gd name="connsiteX1" fmla="*/ 416402 w 12217880"/>
              <a:gd name="connsiteY1" fmla="*/ 280879 h 2098564"/>
              <a:gd name="connsiteX2" fmla="*/ 6108941 w 12217880"/>
              <a:gd name="connsiteY2" fmla="*/ 1635014 h 2098564"/>
              <a:gd name="connsiteX3" fmla="*/ 11801480 w 12217880"/>
              <a:gd name="connsiteY3" fmla="*/ 280879 h 2098564"/>
              <a:gd name="connsiteX4" fmla="*/ 12217880 w 12217880"/>
              <a:gd name="connsiteY4" fmla="*/ 1 h 2098564"/>
              <a:gd name="connsiteX5" fmla="*/ 12217880 w 12217880"/>
              <a:gd name="connsiteY5" fmla="*/ 2098564 h 2098564"/>
              <a:gd name="connsiteX6" fmla="*/ 0 w 12217880"/>
              <a:gd name="connsiteY6" fmla="*/ 2098564 h 2098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2098564">
                <a:moveTo>
                  <a:pt x="0" y="0"/>
                </a:moveTo>
                <a:lnTo>
                  <a:pt x="416402" y="280879"/>
                </a:lnTo>
                <a:cubicBezTo>
                  <a:pt x="1769473" y="1107884"/>
                  <a:pt x="3817166" y="1635014"/>
                  <a:pt x="6108941" y="1635014"/>
                </a:cubicBezTo>
                <a:cubicBezTo>
                  <a:pt x="8400716" y="1635014"/>
                  <a:pt x="10448409" y="1107884"/>
                  <a:pt x="11801480" y="280879"/>
                </a:cubicBezTo>
                <a:lnTo>
                  <a:pt x="12217880" y="1"/>
                </a:lnTo>
                <a:lnTo>
                  <a:pt x="12217880" y="2098564"/>
                </a:lnTo>
                <a:lnTo>
                  <a:pt x="0" y="2098564"/>
                </a:lnTo>
                <a:close/>
              </a:path>
            </a:pathLst>
          </a:custGeom>
          <a:solidFill>
            <a:srgbClr val="1746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1CEF3-0864-8B55-267E-C1A479829914}"/>
              </a:ext>
            </a:extLst>
          </p:cNvPr>
          <p:cNvSpPr txBox="1"/>
          <p:nvPr/>
        </p:nvSpPr>
        <p:spPr>
          <a:xfrm>
            <a:off x="5293313" y="1821910"/>
            <a:ext cx="16053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1000">
                      <a:srgbClr val="174677"/>
                    </a:gs>
                    <a:gs pos="91000">
                      <a:srgbClr val="174677">
                        <a:alpha val="0"/>
                      </a:srgbClr>
                    </a:gs>
                  </a:gsLst>
                  <a:lin ang="5400000" scaled="0"/>
                </a:gradFill>
                <a:effectLst/>
                <a:uLnTx/>
                <a:uFillTx/>
                <a:latin typeface="Arial Black" panose="020B0A04020102020204" pitchFamily="34" charset="0"/>
                <a:ea typeface="思源宋体 CN Heavy" panose="02020900000000000000" pitchFamily="18" charset="-122"/>
                <a:cs typeface="+mn-cs"/>
              </a:rPr>
              <a:t>04</a:t>
            </a:r>
            <a:endParaRPr kumimoji="0" lang="zh-CN" altLang="en-US" sz="6600" b="0" i="0" u="none" strike="noStrike" kern="1200" cap="none" spc="0" normalizeH="0" baseline="0" noProof="0" dirty="0">
              <a:ln>
                <a:noFill/>
              </a:ln>
              <a:gradFill>
                <a:gsLst>
                  <a:gs pos="41000">
                    <a:srgbClr val="174677"/>
                  </a:gs>
                  <a:gs pos="91000">
                    <a:srgbClr val="174677">
                      <a:alpha val="0"/>
                    </a:srgbClr>
                  </a:gs>
                </a:gsLst>
                <a:lin ang="5400000" scaled="0"/>
              </a:gradFill>
              <a:effectLst/>
              <a:uLnTx/>
              <a:uFillTx/>
              <a:latin typeface="Arial Black" panose="020B0A04020102020204" pitchFamily="34" charset="0"/>
              <a:ea typeface="思源宋体 CN Heavy" panose="02020900000000000000" pitchFamily="18" charset="-122"/>
              <a:cs typeface="+mn-cs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452BFCC-CFB2-2901-036A-F2F6B8A3649A}"/>
              </a:ext>
            </a:extLst>
          </p:cNvPr>
          <p:cNvSpPr txBox="1"/>
          <p:nvPr/>
        </p:nvSpPr>
        <p:spPr>
          <a:xfrm>
            <a:off x="3849256" y="3061048"/>
            <a:ext cx="44935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1" algn="ctr" defTabSz="1219170">
              <a:defRPr/>
            </a:pPr>
            <a:r>
              <a:rPr lang="zh-CN" altLang="en-US" sz="4800" b="1" dirty="0">
                <a:solidFill>
                  <a:prstClr val="black">
                    <a:lumMod val="85000"/>
                    <a:lumOff val="15000"/>
                  </a:prst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论文总结与答谢</a:t>
            </a:r>
          </a:p>
        </p:txBody>
      </p:sp>
      <p:sp>
        <p:nvSpPr>
          <p:cNvPr id="10" name="TextBox 36">
            <a:extLst>
              <a:ext uri="{FF2B5EF4-FFF2-40B4-BE49-F238E27FC236}">
                <a16:creationId xmlns:a16="http://schemas.microsoft.com/office/drawing/2014/main" id="{4A56C8A2-1364-896F-6117-B8B892D5BABE}"/>
              </a:ext>
            </a:extLst>
          </p:cNvPr>
          <p:cNvSpPr txBox="1"/>
          <p:nvPr/>
        </p:nvSpPr>
        <p:spPr>
          <a:xfrm>
            <a:off x="3297214" y="3804117"/>
            <a:ext cx="5597621" cy="6065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A designer can use default text to simulate what text would look like. It looks even better with you using this text. </a:t>
            </a:r>
          </a:p>
        </p:txBody>
      </p:sp>
    </p:spTree>
    <p:extLst>
      <p:ext uri="{BB962C8B-B14F-4D97-AF65-F5344CB8AC3E}">
        <p14:creationId xmlns:p14="http://schemas.microsoft.com/office/powerpoint/2010/main" val="3225994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6C75F-15BE-60C4-835B-5F45BB8C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97E2416-70C1-AF30-AAE5-66F9B0237259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32FB6D9F-2291-12D9-264D-F3773B2404F7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97A9477-E910-1C4A-B3E6-2A9D372C6F52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论文总结与答谢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E7FBD23C-D8B6-C0F6-0FCB-C17155401479}"/>
              </a:ext>
            </a:extLst>
          </p:cNvPr>
          <p:cNvGrpSpPr/>
          <p:nvPr/>
        </p:nvGrpSpPr>
        <p:grpSpPr>
          <a:xfrm>
            <a:off x="3064148" y="1705552"/>
            <a:ext cx="3481943" cy="911054"/>
            <a:chOff x="2861616" y="2044441"/>
            <a:chExt cx="3481943" cy="911054"/>
          </a:xfrm>
        </p:grpSpPr>
        <p:sp>
          <p:nvSpPr>
            <p:cNvPr id="6" name="矩形">
              <a:extLst>
                <a:ext uri="{FF2B5EF4-FFF2-40B4-BE49-F238E27FC236}">
                  <a16:creationId xmlns:a16="http://schemas.microsoft.com/office/drawing/2014/main" id="{DEDC8327-BB64-8ADE-5433-623A3B1E063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1616" y="2044441"/>
              <a:ext cx="2890129" cy="726510"/>
            </a:xfrm>
            <a:custGeom>
              <a:avLst/>
              <a:gdLst>
                <a:gd name="T0" fmla="*/ 0 w 1362"/>
                <a:gd name="T1" fmla="*/ 0 h 342"/>
                <a:gd name="T2" fmla="*/ 1362 w 1362"/>
                <a:gd name="T3" fmla="*/ 0 h 342"/>
                <a:gd name="T4" fmla="*/ 1191 w 1362"/>
                <a:gd name="T5" fmla="*/ 171 h 342"/>
                <a:gd name="T6" fmla="*/ 1362 w 1362"/>
                <a:gd name="T7" fmla="*/ 342 h 342"/>
                <a:gd name="T8" fmla="*/ 67 w 1362"/>
                <a:gd name="T9" fmla="*/ 342 h 342"/>
                <a:gd name="T10" fmla="*/ 0 w 1362"/>
                <a:gd name="T11" fmla="*/ 276 h 342"/>
                <a:gd name="T12" fmla="*/ 0 w 1362"/>
                <a:gd name="T13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62" h="342">
                  <a:moveTo>
                    <a:pt x="0" y="0"/>
                  </a:moveTo>
                  <a:cubicBezTo>
                    <a:pt x="1362" y="0"/>
                    <a:pt x="1362" y="0"/>
                    <a:pt x="1362" y="0"/>
                  </a:cubicBezTo>
                  <a:cubicBezTo>
                    <a:pt x="1267" y="0"/>
                    <a:pt x="1191" y="76"/>
                    <a:pt x="1191" y="171"/>
                  </a:cubicBezTo>
                  <a:cubicBezTo>
                    <a:pt x="1191" y="265"/>
                    <a:pt x="1267" y="342"/>
                    <a:pt x="1362" y="342"/>
                  </a:cubicBezTo>
                  <a:cubicBezTo>
                    <a:pt x="67" y="342"/>
                    <a:pt x="67" y="342"/>
                    <a:pt x="67" y="342"/>
                  </a:cubicBezTo>
                  <a:cubicBezTo>
                    <a:pt x="30" y="342"/>
                    <a:pt x="0" y="312"/>
                    <a:pt x="0" y="276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添加标题</a:t>
              </a:r>
              <a:endPara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7" name="组合">
              <a:extLst>
                <a:ext uri="{FF2B5EF4-FFF2-40B4-BE49-F238E27FC236}">
                  <a16:creationId xmlns:a16="http://schemas.microsoft.com/office/drawing/2014/main" id="{A7433F0A-9F65-5A63-11A7-16D6BA111D24}"/>
                </a:ext>
              </a:extLst>
            </p:cNvPr>
            <p:cNvGrpSpPr/>
            <p:nvPr/>
          </p:nvGrpSpPr>
          <p:grpSpPr>
            <a:xfrm>
              <a:off x="5389021" y="2044441"/>
              <a:ext cx="725449" cy="726510"/>
              <a:chOff x="7211912" y="1945824"/>
              <a:chExt cx="1014647" cy="1016131"/>
            </a:xfrm>
          </p:grpSpPr>
          <p:sp>
            <p:nvSpPr>
              <p:cNvPr id="15" name="圆形">
                <a:extLst>
                  <a:ext uri="{FF2B5EF4-FFF2-40B4-BE49-F238E27FC236}">
                    <a16:creationId xmlns:a16="http://schemas.microsoft.com/office/drawing/2014/main" id="{2BF7CE0D-57E6-B272-E29A-DDA34200134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211912" y="1945824"/>
                <a:ext cx="1014647" cy="1016131"/>
              </a:xfrm>
              <a:custGeom>
                <a:avLst/>
                <a:gdLst>
                  <a:gd name="T0" fmla="*/ 171 w 342"/>
                  <a:gd name="T1" fmla="*/ 0 h 342"/>
                  <a:gd name="T2" fmla="*/ 342 w 342"/>
                  <a:gd name="T3" fmla="*/ 171 h 342"/>
                  <a:gd name="T4" fmla="*/ 171 w 342"/>
                  <a:gd name="T5" fmla="*/ 342 h 342"/>
                  <a:gd name="T6" fmla="*/ 0 w 342"/>
                  <a:gd name="T7" fmla="*/ 171 h 342"/>
                  <a:gd name="T8" fmla="*/ 171 w 342"/>
                  <a:gd name="T9" fmla="*/ 0 h 342"/>
                  <a:gd name="T10" fmla="*/ 171 w 342"/>
                  <a:gd name="T11" fmla="*/ 24 h 342"/>
                  <a:gd name="T12" fmla="*/ 318 w 342"/>
                  <a:gd name="T13" fmla="*/ 171 h 342"/>
                  <a:gd name="T14" fmla="*/ 171 w 342"/>
                  <a:gd name="T15" fmla="*/ 318 h 342"/>
                  <a:gd name="T16" fmla="*/ 23 w 342"/>
                  <a:gd name="T17" fmla="*/ 171 h 342"/>
                  <a:gd name="T18" fmla="*/ 171 w 342"/>
                  <a:gd name="T19" fmla="*/ 24 h 3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2" h="342">
                    <a:moveTo>
                      <a:pt x="171" y="0"/>
                    </a:moveTo>
                    <a:cubicBezTo>
                      <a:pt x="265" y="0"/>
                      <a:pt x="342" y="76"/>
                      <a:pt x="342" y="171"/>
                    </a:cubicBezTo>
                    <a:cubicBezTo>
                      <a:pt x="342" y="265"/>
                      <a:pt x="265" y="342"/>
                      <a:pt x="171" y="342"/>
                    </a:cubicBezTo>
                    <a:cubicBezTo>
                      <a:pt x="76" y="342"/>
                      <a:pt x="0" y="265"/>
                      <a:pt x="0" y="171"/>
                    </a:cubicBezTo>
                    <a:cubicBezTo>
                      <a:pt x="0" y="76"/>
                      <a:pt x="76" y="0"/>
                      <a:pt x="171" y="0"/>
                    </a:cubicBezTo>
                    <a:close/>
                    <a:moveTo>
                      <a:pt x="171" y="24"/>
                    </a:moveTo>
                    <a:cubicBezTo>
                      <a:pt x="252" y="24"/>
                      <a:pt x="318" y="90"/>
                      <a:pt x="318" y="171"/>
                    </a:cubicBezTo>
                    <a:cubicBezTo>
                      <a:pt x="318" y="252"/>
                      <a:pt x="252" y="318"/>
                      <a:pt x="171" y="318"/>
                    </a:cubicBezTo>
                    <a:cubicBezTo>
                      <a:pt x="89" y="318"/>
                      <a:pt x="23" y="252"/>
                      <a:pt x="23" y="171"/>
                    </a:cubicBezTo>
                    <a:cubicBezTo>
                      <a:pt x="23" y="90"/>
                      <a:pt x="89" y="24"/>
                      <a:pt x="171" y="24"/>
                    </a:cubicBezTo>
                    <a:close/>
                  </a:path>
                </a:pathLst>
              </a:custGeom>
              <a:solidFill>
                <a:sysClr val="window" lastClr="FFFFFF">
                  <a:lumMod val="95000"/>
                </a:sys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16" name="圆形">
                <a:extLst>
                  <a:ext uri="{FF2B5EF4-FFF2-40B4-BE49-F238E27FC236}">
                    <a16:creationId xmlns:a16="http://schemas.microsoft.com/office/drawing/2014/main" id="{88E1B2EC-55B4-39A0-A974-23D18A11E6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80149" y="2017027"/>
                <a:ext cx="875207" cy="873724"/>
              </a:xfrm>
              <a:prstGeom prst="ellipse">
                <a:avLst/>
              </a:prstGeom>
              <a:solidFill>
                <a:srgbClr val="174677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  <p:sp>
          <p:nvSpPr>
            <p:cNvPr id="8" name="箭头">
              <a:extLst>
                <a:ext uri="{FF2B5EF4-FFF2-40B4-BE49-F238E27FC236}">
                  <a16:creationId xmlns:a16="http://schemas.microsoft.com/office/drawing/2014/main" id="{35600753-4FF1-090E-7982-735B1925D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5685988" y="2118683"/>
              <a:ext cx="657571" cy="836812"/>
            </a:xfrm>
            <a:custGeom>
              <a:avLst/>
              <a:gdLst>
                <a:gd name="T0" fmla="*/ 21 w 310"/>
                <a:gd name="T1" fmla="*/ 394 h 394"/>
                <a:gd name="T2" fmla="*/ 42 w 310"/>
                <a:gd name="T3" fmla="*/ 377 h 394"/>
                <a:gd name="T4" fmla="*/ 255 w 310"/>
                <a:gd name="T5" fmla="*/ 48 h 394"/>
                <a:gd name="T6" fmla="*/ 277 w 310"/>
                <a:gd name="T7" fmla="*/ 40 h 394"/>
                <a:gd name="T8" fmla="*/ 231 w 310"/>
                <a:gd name="T9" fmla="*/ 0 h 394"/>
                <a:gd name="T10" fmla="*/ 222 w 310"/>
                <a:gd name="T11" fmla="*/ 61 h 394"/>
                <a:gd name="T12" fmla="*/ 244 w 310"/>
                <a:gd name="T13" fmla="*/ 52 h 394"/>
                <a:gd name="T14" fmla="*/ 42 w 310"/>
                <a:gd name="T15" fmla="*/ 366 h 394"/>
                <a:gd name="T16" fmla="*/ 21 w 310"/>
                <a:gd name="T17" fmla="*/ 351 h 394"/>
                <a:gd name="T18" fmla="*/ 0 w 310"/>
                <a:gd name="T19" fmla="*/ 373 h 394"/>
                <a:gd name="T20" fmla="*/ 21 w 310"/>
                <a:gd name="T21" fmla="*/ 394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0" h="394">
                  <a:moveTo>
                    <a:pt x="21" y="394"/>
                  </a:moveTo>
                  <a:cubicBezTo>
                    <a:pt x="31" y="394"/>
                    <a:pt x="40" y="387"/>
                    <a:pt x="42" y="377"/>
                  </a:cubicBezTo>
                  <a:cubicBezTo>
                    <a:pt x="199" y="364"/>
                    <a:pt x="310" y="204"/>
                    <a:pt x="255" y="48"/>
                  </a:cubicBezTo>
                  <a:cubicBezTo>
                    <a:pt x="277" y="40"/>
                    <a:pt x="277" y="40"/>
                    <a:pt x="277" y="40"/>
                  </a:cubicBezTo>
                  <a:cubicBezTo>
                    <a:pt x="231" y="0"/>
                    <a:pt x="231" y="0"/>
                    <a:pt x="231" y="0"/>
                  </a:cubicBezTo>
                  <a:cubicBezTo>
                    <a:pt x="222" y="61"/>
                    <a:pt x="222" y="61"/>
                    <a:pt x="222" y="61"/>
                  </a:cubicBezTo>
                  <a:cubicBezTo>
                    <a:pt x="244" y="52"/>
                    <a:pt x="244" y="52"/>
                    <a:pt x="244" y="52"/>
                  </a:cubicBezTo>
                  <a:cubicBezTo>
                    <a:pt x="296" y="202"/>
                    <a:pt x="191" y="353"/>
                    <a:pt x="42" y="366"/>
                  </a:cubicBezTo>
                  <a:cubicBezTo>
                    <a:pt x="39" y="357"/>
                    <a:pt x="31" y="351"/>
                    <a:pt x="21" y="351"/>
                  </a:cubicBezTo>
                  <a:cubicBezTo>
                    <a:pt x="9" y="351"/>
                    <a:pt x="0" y="361"/>
                    <a:pt x="0" y="373"/>
                  </a:cubicBezTo>
                  <a:cubicBezTo>
                    <a:pt x="0" y="385"/>
                    <a:pt x="9" y="394"/>
                    <a:pt x="21" y="394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9" name="组合">
              <a:extLst>
                <a:ext uri="{FF2B5EF4-FFF2-40B4-BE49-F238E27FC236}">
                  <a16:creationId xmlns:a16="http://schemas.microsoft.com/office/drawing/2014/main" id="{6BB36AD8-EC48-B792-21B2-078362364F1E}"/>
                </a:ext>
              </a:extLst>
            </p:cNvPr>
            <p:cNvGrpSpPr/>
            <p:nvPr/>
          </p:nvGrpSpPr>
          <p:grpSpPr>
            <a:xfrm>
              <a:off x="5610803" y="2246288"/>
              <a:ext cx="281884" cy="322816"/>
              <a:chOff x="9990138" y="2690813"/>
              <a:chExt cx="481013" cy="550863"/>
            </a:xfrm>
            <a:solidFill>
              <a:sysClr val="window" lastClr="FFFFFF"/>
            </a:solidFill>
          </p:grpSpPr>
          <p:sp>
            <p:nvSpPr>
              <p:cNvPr id="10" name="Freeform 107">
                <a:extLst>
                  <a:ext uri="{FF2B5EF4-FFF2-40B4-BE49-F238E27FC236}">
                    <a16:creationId xmlns:a16="http://schemas.microsoft.com/office/drawing/2014/main" id="{413059C5-522D-FBDE-B159-434A5373F2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1901" y="3182938"/>
                <a:ext cx="219075" cy="58738"/>
              </a:xfrm>
              <a:custGeom>
                <a:avLst/>
                <a:gdLst>
                  <a:gd name="T0" fmla="*/ 689 w 1378"/>
                  <a:gd name="T1" fmla="*/ 0 h 371"/>
                  <a:gd name="T2" fmla="*/ 708 w 1378"/>
                  <a:gd name="T3" fmla="*/ 2 h 371"/>
                  <a:gd name="T4" fmla="*/ 724 w 1378"/>
                  <a:gd name="T5" fmla="*/ 10 h 371"/>
                  <a:gd name="T6" fmla="*/ 739 w 1378"/>
                  <a:gd name="T7" fmla="*/ 20 h 371"/>
                  <a:gd name="T8" fmla="*/ 749 w 1378"/>
                  <a:gd name="T9" fmla="*/ 35 h 371"/>
                  <a:gd name="T10" fmla="*/ 757 w 1378"/>
                  <a:gd name="T11" fmla="*/ 51 h 371"/>
                  <a:gd name="T12" fmla="*/ 759 w 1378"/>
                  <a:gd name="T13" fmla="*/ 70 h 371"/>
                  <a:gd name="T14" fmla="*/ 759 w 1378"/>
                  <a:gd name="T15" fmla="*/ 230 h 371"/>
                  <a:gd name="T16" fmla="*/ 1307 w 1378"/>
                  <a:gd name="T17" fmla="*/ 230 h 371"/>
                  <a:gd name="T18" fmla="*/ 1326 w 1378"/>
                  <a:gd name="T19" fmla="*/ 232 h 371"/>
                  <a:gd name="T20" fmla="*/ 1343 w 1378"/>
                  <a:gd name="T21" fmla="*/ 239 h 371"/>
                  <a:gd name="T22" fmla="*/ 1357 w 1378"/>
                  <a:gd name="T23" fmla="*/ 250 h 371"/>
                  <a:gd name="T24" fmla="*/ 1368 w 1378"/>
                  <a:gd name="T25" fmla="*/ 265 h 371"/>
                  <a:gd name="T26" fmla="*/ 1375 w 1378"/>
                  <a:gd name="T27" fmla="*/ 282 h 371"/>
                  <a:gd name="T28" fmla="*/ 1378 w 1378"/>
                  <a:gd name="T29" fmla="*/ 300 h 371"/>
                  <a:gd name="T30" fmla="*/ 1376 w 1378"/>
                  <a:gd name="T31" fmla="*/ 319 h 371"/>
                  <a:gd name="T32" fmla="*/ 1368 w 1378"/>
                  <a:gd name="T33" fmla="*/ 336 h 371"/>
                  <a:gd name="T34" fmla="*/ 1358 w 1378"/>
                  <a:gd name="T35" fmla="*/ 349 h 371"/>
                  <a:gd name="T36" fmla="*/ 1343 w 1378"/>
                  <a:gd name="T37" fmla="*/ 361 h 371"/>
                  <a:gd name="T38" fmla="*/ 1326 w 1378"/>
                  <a:gd name="T39" fmla="*/ 367 h 371"/>
                  <a:gd name="T40" fmla="*/ 1308 w 1378"/>
                  <a:gd name="T41" fmla="*/ 371 h 371"/>
                  <a:gd name="T42" fmla="*/ 71 w 1378"/>
                  <a:gd name="T43" fmla="*/ 371 h 371"/>
                  <a:gd name="T44" fmla="*/ 52 w 1378"/>
                  <a:gd name="T45" fmla="*/ 367 h 371"/>
                  <a:gd name="T46" fmla="*/ 35 w 1378"/>
                  <a:gd name="T47" fmla="*/ 361 h 371"/>
                  <a:gd name="T48" fmla="*/ 21 w 1378"/>
                  <a:gd name="T49" fmla="*/ 349 h 371"/>
                  <a:gd name="T50" fmla="*/ 9 w 1378"/>
                  <a:gd name="T51" fmla="*/ 336 h 371"/>
                  <a:gd name="T52" fmla="*/ 3 w 1378"/>
                  <a:gd name="T53" fmla="*/ 319 h 371"/>
                  <a:gd name="T54" fmla="*/ 0 w 1378"/>
                  <a:gd name="T55" fmla="*/ 300 h 371"/>
                  <a:gd name="T56" fmla="*/ 3 w 1378"/>
                  <a:gd name="T57" fmla="*/ 282 h 371"/>
                  <a:gd name="T58" fmla="*/ 9 w 1378"/>
                  <a:gd name="T59" fmla="*/ 265 h 371"/>
                  <a:gd name="T60" fmla="*/ 21 w 1378"/>
                  <a:gd name="T61" fmla="*/ 250 h 371"/>
                  <a:gd name="T62" fmla="*/ 35 w 1378"/>
                  <a:gd name="T63" fmla="*/ 239 h 371"/>
                  <a:gd name="T64" fmla="*/ 52 w 1378"/>
                  <a:gd name="T65" fmla="*/ 232 h 371"/>
                  <a:gd name="T66" fmla="*/ 71 w 1378"/>
                  <a:gd name="T67" fmla="*/ 230 h 371"/>
                  <a:gd name="T68" fmla="*/ 618 w 1378"/>
                  <a:gd name="T69" fmla="*/ 230 h 371"/>
                  <a:gd name="T70" fmla="*/ 618 w 1378"/>
                  <a:gd name="T71" fmla="*/ 70 h 371"/>
                  <a:gd name="T72" fmla="*/ 621 w 1378"/>
                  <a:gd name="T73" fmla="*/ 51 h 371"/>
                  <a:gd name="T74" fmla="*/ 627 w 1378"/>
                  <a:gd name="T75" fmla="*/ 35 h 371"/>
                  <a:gd name="T76" fmla="*/ 639 w 1378"/>
                  <a:gd name="T77" fmla="*/ 20 h 371"/>
                  <a:gd name="T78" fmla="*/ 653 w 1378"/>
                  <a:gd name="T79" fmla="*/ 10 h 371"/>
                  <a:gd name="T80" fmla="*/ 670 w 1378"/>
                  <a:gd name="T81" fmla="*/ 2 h 371"/>
                  <a:gd name="T82" fmla="*/ 689 w 1378"/>
                  <a:gd name="T83" fmla="*/ 0 h 3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</a:cxnLst>
                <a:rect l="0" t="0" r="r" b="b"/>
                <a:pathLst>
                  <a:path w="1378" h="371">
                    <a:moveTo>
                      <a:pt x="689" y="0"/>
                    </a:moveTo>
                    <a:lnTo>
                      <a:pt x="708" y="2"/>
                    </a:lnTo>
                    <a:lnTo>
                      <a:pt x="724" y="10"/>
                    </a:lnTo>
                    <a:lnTo>
                      <a:pt x="739" y="20"/>
                    </a:lnTo>
                    <a:lnTo>
                      <a:pt x="749" y="35"/>
                    </a:lnTo>
                    <a:lnTo>
                      <a:pt x="757" y="51"/>
                    </a:lnTo>
                    <a:lnTo>
                      <a:pt x="759" y="70"/>
                    </a:lnTo>
                    <a:lnTo>
                      <a:pt x="759" y="230"/>
                    </a:lnTo>
                    <a:lnTo>
                      <a:pt x="1307" y="230"/>
                    </a:lnTo>
                    <a:lnTo>
                      <a:pt x="1326" y="232"/>
                    </a:lnTo>
                    <a:lnTo>
                      <a:pt x="1343" y="239"/>
                    </a:lnTo>
                    <a:lnTo>
                      <a:pt x="1357" y="250"/>
                    </a:lnTo>
                    <a:lnTo>
                      <a:pt x="1368" y="265"/>
                    </a:lnTo>
                    <a:lnTo>
                      <a:pt x="1375" y="282"/>
                    </a:lnTo>
                    <a:lnTo>
                      <a:pt x="1378" y="300"/>
                    </a:lnTo>
                    <a:lnTo>
                      <a:pt x="1376" y="319"/>
                    </a:lnTo>
                    <a:lnTo>
                      <a:pt x="1368" y="336"/>
                    </a:lnTo>
                    <a:lnTo>
                      <a:pt x="1358" y="349"/>
                    </a:lnTo>
                    <a:lnTo>
                      <a:pt x="1343" y="361"/>
                    </a:lnTo>
                    <a:lnTo>
                      <a:pt x="1326" y="367"/>
                    </a:lnTo>
                    <a:lnTo>
                      <a:pt x="1308" y="371"/>
                    </a:lnTo>
                    <a:lnTo>
                      <a:pt x="71" y="371"/>
                    </a:lnTo>
                    <a:lnTo>
                      <a:pt x="52" y="367"/>
                    </a:lnTo>
                    <a:lnTo>
                      <a:pt x="35" y="361"/>
                    </a:lnTo>
                    <a:lnTo>
                      <a:pt x="21" y="349"/>
                    </a:lnTo>
                    <a:lnTo>
                      <a:pt x="9" y="336"/>
                    </a:lnTo>
                    <a:lnTo>
                      <a:pt x="3" y="319"/>
                    </a:lnTo>
                    <a:lnTo>
                      <a:pt x="0" y="300"/>
                    </a:lnTo>
                    <a:lnTo>
                      <a:pt x="3" y="282"/>
                    </a:lnTo>
                    <a:lnTo>
                      <a:pt x="9" y="265"/>
                    </a:lnTo>
                    <a:lnTo>
                      <a:pt x="21" y="250"/>
                    </a:lnTo>
                    <a:lnTo>
                      <a:pt x="35" y="239"/>
                    </a:lnTo>
                    <a:lnTo>
                      <a:pt x="52" y="232"/>
                    </a:lnTo>
                    <a:lnTo>
                      <a:pt x="71" y="230"/>
                    </a:lnTo>
                    <a:lnTo>
                      <a:pt x="618" y="230"/>
                    </a:lnTo>
                    <a:lnTo>
                      <a:pt x="618" y="70"/>
                    </a:lnTo>
                    <a:lnTo>
                      <a:pt x="621" y="51"/>
                    </a:lnTo>
                    <a:lnTo>
                      <a:pt x="627" y="35"/>
                    </a:lnTo>
                    <a:lnTo>
                      <a:pt x="639" y="20"/>
                    </a:lnTo>
                    <a:lnTo>
                      <a:pt x="653" y="10"/>
                    </a:lnTo>
                    <a:lnTo>
                      <a:pt x="670" y="2"/>
                    </a:lnTo>
                    <a:lnTo>
                      <a:pt x="68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11" name="Freeform 108">
                <a:extLst>
                  <a:ext uri="{FF2B5EF4-FFF2-40B4-BE49-F238E27FC236}">
                    <a16:creationId xmlns:a16="http://schemas.microsoft.com/office/drawing/2014/main" id="{BFC8ECEF-233C-B8F2-5382-3D2EC023AA8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990138" y="2809875"/>
                <a:ext cx="481013" cy="347663"/>
              </a:xfrm>
              <a:custGeom>
                <a:avLst/>
                <a:gdLst>
                  <a:gd name="T0" fmla="*/ 1388 w 3034"/>
                  <a:gd name="T1" fmla="*/ 1364 h 2187"/>
                  <a:gd name="T2" fmla="*/ 1263 w 3034"/>
                  <a:gd name="T3" fmla="*/ 1465 h 2187"/>
                  <a:gd name="T4" fmla="*/ 1808 w 3034"/>
                  <a:gd name="T5" fmla="*/ 1577 h 2187"/>
                  <a:gd name="T6" fmla="*/ 1732 w 3034"/>
                  <a:gd name="T7" fmla="*/ 1434 h 2187"/>
                  <a:gd name="T8" fmla="*/ 1594 w 3034"/>
                  <a:gd name="T9" fmla="*/ 1351 h 2187"/>
                  <a:gd name="T10" fmla="*/ 2873 w 3034"/>
                  <a:gd name="T11" fmla="*/ 0 h 2187"/>
                  <a:gd name="T12" fmla="*/ 2986 w 3034"/>
                  <a:gd name="T13" fmla="*/ 47 h 2187"/>
                  <a:gd name="T14" fmla="*/ 3034 w 3034"/>
                  <a:gd name="T15" fmla="*/ 160 h 2187"/>
                  <a:gd name="T16" fmla="*/ 3006 w 3034"/>
                  <a:gd name="T17" fmla="*/ 2117 h 2187"/>
                  <a:gd name="T18" fmla="*/ 2906 w 3034"/>
                  <a:gd name="T19" fmla="*/ 2184 h 2187"/>
                  <a:gd name="T20" fmla="*/ 98 w 3034"/>
                  <a:gd name="T21" fmla="*/ 2175 h 2187"/>
                  <a:gd name="T22" fmla="*/ 13 w 3034"/>
                  <a:gd name="T23" fmla="*/ 2089 h 2187"/>
                  <a:gd name="T24" fmla="*/ 2 w 3034"/>
                  <a:gd name="T25" fmla="*/ 1625 h 2187"/>
                  <a:gd name="T26" fmla="*/ 51 w 3034"/>
                  <a:gd name="T27" fmla="*/ 1576 h 2187"/>
                  <a:gd name="T28" fmla="*/ 645 w 3034"/>
                  <a:gd name="T29" fmla="*/ 1577 h 2187"/>
                  <a:gd name="T30" fmla="*/ 716 w 3034"/>
                  <a:gd name="T31" fmla="*/ 1411 h 2187"/>
                  <a:gd name="T32" fmla="*/ 851 w 3034"/>
                  <a:gd name="T33" fmla="*/ 1296 h 2187"/>
                  <a:gd name="T34" fmla="*/ 1030 w 3034"/>
                  <a:gd name="T35" fmla="*/ 1252 h 2187"/>
                  <a:gd name="T36" fmla="*/ 1090 w 3034"/>
                  <a:gd name="T37" fmla="*/ 1287 h 2187"/>
                  <a:gd name="T38" fmla="*/ 1090 w 3034"/>
                  <a:gd name="T39" fmla="*/ 1358 h 2187"/>
                  <a:gd name="T40" fmla="*/ 1030 w 3034"/>
                  <a:gd name="T41" fmla="*/ 1393 h 2187"/>
                  <a:gd name="T42" fmla="*/ 892 w 3034"/>
                  <a:gd name="T43" fmla="*/ 1434 h 2187"/>
                  <a:gd name="T44" fmla="*/ 801 w 3034"/>
                  <a:gd name="T45" fmla="*/ 1542 h 2187"/>
                  <a:gd name="T46" fmla="*/ 1096 w 3034"/>
                  <a:gd name="T47" fmla="*/ 1482 h 2187"/>
                  <a:gd name="T48" fmla="*/ 1200 w 3034"/>
                  <a:gd name="T49" fmla="*/ 1324 h 2187"/>
                  <a:gd name="T50" fmla="*/ 1362 w 3034"/>
                  <a:gd name="T51" fmla="*/ 1224 h 2187"/>
                  <a:gd name="T52" fmla="*/ 1432 w 3034"/>
                  <a:gd name="T53" fmla="*/ 1206 h 2187"/>
                  <a:gd name="T54" fmla="*/ 1519 w 3034"/>
                  <a:gd name="T55" fmla="*/ 1199 h 2187"/>
                  <a:gd name="T56" fmla="*/ 1695 w 3034"/>
                  <a:gd name="T57" fmla="*/ 1238 h 2187"/>
                  <a:gd name="T58" fmla="*/ 1849 w 3034"/>
                  <a:gd name="T59" fmla="*/ 1356 h 2187"/>
                  <a:gd name="T60" fmla="*/ 1940 w 3034"/>
                  <a:gd name="T61" fmla="*/ 1528 h 2187"/>
                  <a:gd name="T62" fmla="*/ 2201 w 3034"/>
                  <a:gd name="T63" fmla="*/ 1511 h 2187"/>
                  <a:gd name="T64" fmla="*/ 2096 w 3034"/>
                  <a:gd name="T65" fmla="*/ 1417 h 2187"/>
                  <a:gd name="T66" fmla="*/ 1970 w 3034"/>
                  <a:gd name="T67" fmla="*/ 1391 h 2187"/>
                  <a:gd name="T68" fmla="*/ 1920 w 3034"/>
                  <a:gd name="T69" fmla="*/ 1342 h 2187"/>
                  <a:gd name="T70" fmla="*/ 1938 w 3034"/>
                  <a:gd name="T71" fmla="*/ 1273 h 2187"/>
                  <a:gd name="T72" fmla="*/ 2035 w 3034"/>
                  <a:gd name="T73" fmla="*/ 1255 h 2187"/>
                  <a:gd name="T74" fmla="*/ 2206 w 3034"/>
                  <a:gd name="T75" fmla="*/ 1319 h 2187"/>
                  <a:gd name="T76" fmla="*/ 2328 w 3034"/>
                  <a:gd name="T77" fmla="*/ 1449 h 2187"/>
                  <a:gd name="T78" fmla="*/ 2674 w 3034"/>
                  <a:gd name="T79" fmla="*/ 1577 h 2187"/>
                  <a:gd name="T80" fmla="*/ 2734 w 3034"/>
                  <a:gd name="T81" fmla="*/ 1612 h 2187"/>
                  <a:gd name="T82" fmla="*/ 2734 w 3034"/>
                  <a:gd name="T83" fmla="*/ 1683 h 2187"/>
                  <a:gd name="T84" fmla="*/ 2674 w 3034"/>
                  <a:gd name="T85" fmla="*/ 1718 h 2187"/>
                  <a:gd name="T86" fmla="*/ 150 w 3034"/>
                  <a:gd name="T87" fmla="*/ 2045 h 2187"/>
                  <a:gd name="T88" fmla="*/ 2891 w 3034"/>
                  <a:gd name="T89" fmla="*/ 2037 h 2187"/>
                  <a:gd name="T90" fmla="*/ 2883 w 3034"/>
                  <a:gd name="T91" fmla="*/ 143 h 2187"/>
                  <a:gd name="T92" fmla="*/ 2078 w 3034"/>
                  <a:gd name="T93" fmla="*/ 131 h 2187"/>
                  <a:gd name="T94" fmla="*/ 2044 w 3034"/>
                  <a:gd name="T95" fmla="*/ 70 h 2187"/>
                  <a:gd name="T96" fmla="*/ 2078 w 3034"/>
                  <a:gd name="T97" fmla="*/ 9 h 2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3034" h="2187">
                    <a:moveTo>
                      <a:pt x="1510" y="1339"/>
                    </a:moveTo>
                    <a:lnTo>
                      <a:pt x="1467" y="1342"/>
                    </a:lnTo>
                    <a:lnTo>
                      <a:pt x="1427" y="1351"/>
                    </a:lnTo>
                    <a:lnTo>
                      <a:pt x="1388" y="1364"/>
                    </a:lnTo>
                    <a:lnTo>
                      <a:pt x="1352" y="1383"/>
                    </a:lnTo>
                    <a:lnTo>
                      <a:pt x="1318" y="1407"/>
                    </a:lnTo>
                    <a:lnTo>
                      <a:pt x="1288" y="1434"/>
                    </a:lnTo>
                    <a:lnTo>
                      <a:pt x="1263" y="1465"/>
                    </a:lnTo>
                    <a:lnTo>
                      <a:pt x="1242" y="1500"/>
                    </a:lnTo>
                    <a:lnTo>
                      <a:pt x="1225" y="1537"/>
                    </a:lnTo>
                    <a:lnTo>
                      <a:pt x="1213" y="1577"/>
                    </a:lnTo>
                    <a:lnTo>
                      <a:pt x="1808" y="1577"/>
                    </a:lnTo>
                    <a:lnTo>
                      <a:pt x="1795" y="1537"/>
                    </a:lnTo>
                    <a:lnTo>
                      <a:pt x="1778" y="1500"/>
                    </a:lnTo>
                    <a:lnTo>
                      <a:pt x="1757" y="1465"/>
                    </a:lnTo>
                    <a:lnTo>
                      <a:pt x="1732" y="1434"/>
                    </a:lnTo>
                    <a:lnTo>
                      <a:pt x="1702" y="1407"/>
                    </a:lnTo>
                    <a:lnTo>
                      <a:pt x="1669" y="1383"/>
                    </a:lnTo>
                    <a:lnTo>
                      <a:pt x="1633" y="1364"/>
                    </a:lnTo>
                    <a:lnTo>
                      <a:pt x="1594" y="1351"/>
                    </a:lnTo>
                    <a:lnTo>
                      <a:pt x="1553" y="1342"/>
                    </a:lnTo>
                    <a:lnTo>
                      <a:pt x="1510" y="1339"/>
                    </a:lnTo>
                    <a:close/>
                    <a:moveTo>
                      <a:pt x="2114" y="0"/>
                    </a:moveTo>
                    <a:lnTo>
                      <a:pt x="2873" y="0"/>
                    </a:lnTo>
                    <a:lnTo>
                      <a:pt x="2906" y="3"/>
                    </a:lnTo>
                    <a:lnTo>
                      <a:pt x="2935" y="12"/>
                    </a:lnTo>
                    <a:lnTo>
                      <a:pt x="2963" y="27"/>
                    </a:lnTo>
                    <a:lnTo>
                      <a:pt x="2986" y="47"/>
                    </a:lnTo>
                    <a:lnTo>
                      <a:pt x="3006" y="71"/>
                    </a:lnTo>
                    <a:lnTo>
                      <a:pt x="3021" y="98"/>
                    </a:lnTo>
                    <a:lnTo>
                      <a:pt x="3030" y="128"/>
                    </a:lnTo>
                    <a:lnTo>
                      <a:pt x="3034" y="160"/>
                    </a:lnTo>
                    <a:lnTo>
                      <a:pt x="3034" y="2027"/>
                    </a:lnTo>
                    <a:lnTo>
                      <a:pt x="3030" y="2058"/>
                    </a:lnTo>
                    <a:lnTo>
                      <a:pt x="3021" y="2089"/>
                    </a:lnTo>
                    <a:lnTo>
                      <a:pt x="3006" y="2117"/>
                    </a:lnTo>
                    <a:lnTo>
                      <a:pt x="2986" y="2140"/>
                    </a:lnTo>
                    <a:lnTo>
                      <a:pt x="2963" y="2160"/>
                    </a:lnTo>
                    <a:lnTo>
                      <a:pt x="2935" y="2175"/>
                    </a:lnTo>
                    <a:lnTo>
                      <a:pt x="2906" y="2184"/>
                    </a:lnTo>
                    <a:lnTo>
                      <a:pt x="2873" y="2187"/>
                    </a:lnTo>
                    <a:lnTo>
                      <a:pt x="161" y="2187"/>
                    </a:lnTo>
                    <a:lnTo>
                      <a:pt x="128" y="2184"/>
                    </a:lnTo>
                    <a:lnTo>
                      <a:pt x="98" y="2175"/>
                    </a:lnTo>
                    <a:lnTo>
                      <a:pt x="71" y="2160"/>
                    </a:lnTo>
                    <a:lnTo>
                      <a:pt x="47" y="2140"/>
                    </a:lnTo>
                    <a:lnTo>
                      <a:pt x="28" y="2117"/>
                    </a:lnTo>
                    <a:lnTo>
                      <a:pt x="13" y="2089"/>
                    </a:lnTo>
                    <a:lnTo>
                      <a:pt x="3" y="2058"/>
                    </a:lnTo>
                    <a:lnTo>
                      <a:pt x="0" y="2027"/>
                    </a:lnTo>
                    <a:lnTo>
                      <a:pt x="0" y="1644"/>
                    </a:lnTo>
                    <a:lnTo>
                      <a:pt x="2" y="1625"/>
                    </a:lnTo>
                    <a:lnTo>
                      <a:pt x="10" y="1608"/>
                    </a:lnTo>
                    <a:lnTo>
                      <a:pt x="20" y="1594"/>
                    </a:lnTo>
                    <a:lnTo>
                      <a:pt x="34" y="1582"/>
                    </a:lnTo>
                    <a:lnTo>
                      <a:pt x="51" y="1576"/>
                    </a:lnTo>
                    <a:lnTo>
                      <a:pt x="70" y="1573"/>
                    </a:lnTo>
                    <a:lnTo>
                      <a:pt x="80" y="1574"/>
                    </a:lnTo>
                    <a:lnTo>
                      <a:pt x="91" y="1577"/>
                    </a:lnTo>
                    <a:lnTo>
                      <a:pt x="645" y="1577"/>
                    </a:lnTo>
                    <a:lnTo>
                      <a:pt x="655" y="1532"/>
                    </a:lnTo>
                    <a:lnTo>
                      <a:pt x="671" y="1489"/>
                    </a:lnTo>
                    <a:lnTo>
                      <a:pt x="691" y="1448"/>
                    </a:lnTo>
                    <a:lnTo>
                      <a:pt x="716" y="1411"/>
                    </a:lnTo>
                    <a:lnTo>
                      <a:pt x="744" y="1376"/>
                    </a:lnTo>
                    <a:lnTo>
                      <a:pt x="777" y="1345"/>
                    </a:lnTo>
                    <a:lnTo>
                      <a:pt x="813" y="1318"/>
                    </a:lnTo>
                    <a:lnTo>
                      <a:pt x="851" y="1296"/>
                    </a:lnTo>
                    <a:lnTo>
                      <a:pt x="893" y="1277"/>
                    </a:lnTo>
                    <a:lnTo>
                      <a:pt x="937" y="1264"/>
                    </a:lnTo>
                    <a:lnTo>
                      <a:pt x="982" y="1255"/>
                    </a:lnTo>
                    <a:lnTo>
                      <a:pt x="1030" y="1252"/>
                    </a:lnTo>
                    <a:lnTo>
                      <a:pt x="1049" y="1254"/>
                    </a:lnTo>
                    <a:lnTo>
                      <a:pt x="1066" y="1262"/>
                    </a:lnTo>
                    <a:lnTo>
                      <a:pt x="1080" y="1272"/>
                    </a:lnTo>
                    <a:lnTo>
                      <a:pt x="1090" y="1287"/>
                    </a:lnTo>
                    <a:lnTo>
                      <a:pt x="1098" y="1304"/>
                    </a:lnTo>
                    <a:lnTo>
                      <a:pt x="1100" y="1322"/>
                    </a:lnTo>
                    <a:lnTo>
                      <a:pt x="1098" y="1341"/>
                    </a:lnTo>
                    <a:lnTo>
                      <a:pt x="1090" y="1358"/>
                    </a:lnTo>
                    <a:lnTo>
                      <a:pt x="1080" y="1372"/>
                    </a:lnTo>
                    <a:lnTo>
                      <a:pt x="1066" y="1383"/>
                    </a:lnTo>
                    <a:lnTo>
                      <a:pt x="1049" y="1390"/>
                    </a:lnTo>
                    <a:lnTo>
                      <a:pt x="1030" y="1393"/>
                    </a:lnTo>
                    <a:lnTo>
                      <a:pt x="993" y="1395"/>
                    </a:lnTo>
                    <a:lnTo>
                      <a:pt x="957" y="1404"/>
                    </a:lnTo>
                    <a:lnTo>
                      <a:pt x="923" y="1416"/>
                    </a:lnTo>
                    <a:lnTo>
                      <a:pt x="892" y="1434"/>
                    </a:lnTo>
                    <a:lnTo>
                      <a:pt x="864" y="1456"/>
                    </a:lnTo>
                    <a:lnTo>
                      <a:pt x="838" y="1482"/>
                    </a:lnTo>
                    <a:lnTo>
                      <a:pt x="818" y="1510"/>
                    </a:lnTo>
                    <a:lnTo>
                      <a:pt x="801" y="1542"/>
                    </a:lnTo>
                    <a:lnTo>
                      <a:pt x="789" y="1577"/>
                    </a:lnTo>
                    <a:lnTo>
                      <a:pt x="1070" y="1577"/>
                    </a:lnTo>
                    <a:lnTo>
                      <a:pt x="1080" y="1528"/>
                    </a:lnTo>
                    <a:lnTo>
                      <a:pt x="1096" y="1482"/>
                    </a:lnTo>
                    <a:lnTo>
                      <a:pt x="1116" y="1438"/>
                    </a:lnTo>
                    <a:lnTo>
                      <a:pt x="1140" y="1397"/>
                    </a:lnTo>
                    <a:lnTo>
                      <a:pt x="1169" y="1359"/>
                    </a:lnTo>
                    <a:lnTo>
                      <a:pt x="1200" y="1324"/>
                    </a:lnTo>
                    <a:lnTo>
                      <a:pt x="1236" y="1292"/>
                    </a:lnTo>
                    <a:lnTo>
                      <a:pt x="1275" y="1265"/>
                    </a:lnTo>
                    <a:lnTo>
                      <a:pt x="1318" y="1242"/>
                    </a:lnTo>
                    <a:lnTo>
                      <a:pt x="1362" y="1224"/>
                    </a:lnTo>
                    <a:lnTo>
                      <a:pt x="1410" y="1210"/>
                    </a:lnTo>
                    <a:lnTo>
                      <a:pt x="1412" y="1209"/>
                    </a:lnTo>
                    <a:lnTo>
                      <a:pt x="1419" y="1208"/>
                    </a:lnTo>
                    <a:lnTo>
                      <a:pt x="1432" y="1206"/>
                    </a:lnTo>
                    <a:lnTo>
                      <a:pt x="1448" y="1204"/>
                    </a:lnTo>
                    <a:lnTo>
                      <a:pt x="1468" y="1201"/>
                    </a:lnTo>
                    <a:lnTo>
                      <a:pt x="1492" y="1199"/>
                    </a:lnTo>
                    <a:lnTo>
                      <a:pt x="1519" y="1199"/>
                    </a:lnTo>
                    <a:lnTo>
                      <a:pt x="1550" y="1200"/>
                    </a:lnTo>
                    <a:lnTo>
                      <a:pt x="1600" y="1208"/>
                    </a:lnTo>
                    <a:lnTo>
                      <a:pt x="1648" y="1220"/>
                    </a:lnTo>
                    <a:lnTo>
                      <a:pt x="1695" y="1238"/>
                    </a:lnTo>
                    <a:lnTo>
                      <a:pt x="1738" y="1262"/>
                    </a:lnTo>
                    <a:lnTo>
                      <a:pt x="1778" y="1289"/>
                    </a:lnTo>
                    <a:lnTo>
                      <a:pt x="1815" y="1320"/>
                    </a:lnTo>
                    <a:lnTo>
                      <a:pt x="1849" y="1356"/>
                    </a:lnTo>
                    <a:lnTo>
                      <a:pt x="1879" y="1394"/>
                    </a:lnTo>
                    <a:lnTo>
                      <a:pt x="1903" y="1436"/>
                    </a:lnTo>
                    <a:lnTo>
                      <a:pt x="1924" y="1481"/>
                    </a:lnTo>
                    <a:lnTo>
                      <a:pt x="1940" y="1528"/>
                    </a:lnTo>
                    <a:lnTo>
                      <a:pt x="1950" y="1577"/>
                    </a:lnTo>
                    <a:lnTo>
                      <a:pt x="2229" y="1577"/>
                    </a:lnTo>
                    <a:lnTo>
                      <a:pt x="2218" y="1543"/>
                    </a:lnTo>
                    <a:lnTo>
                      <a:pt x="2201" y="1511"/>
                    </a:lnTo>
                    <a:lnTo>
                      <a:pt x="2179" y="1483"/>
                    </a:lnTo>
                    <a:lnTo>
                      <a:pt x="2155" y="1456"/>
                    </a:lnTo>
                    <a:lnTo>
                      <a:pt x="2127" y="1435"/>
                    </a:lnTo>
                    <a:lnTo>
                      <a:pt x="2096" y="1417"/>
                    </a:lnTo>
                    <a:lnTo>
                      <a:pt x="2062" y="1405"/>
                    </a:lnTo>
                    <a:lnTo>
                      <a:pt x="2026" y="1396"/>
                    </a:lnTo>
                    <a:lnTo>
                      <a:pt x="1988" y="1393"/>
                    </a:lnTo>
                    <a:lnTo>
                      <a:pt x="1970" y="1391"/>
                    </a:lnTo>
                    <a:lnTo>
                      <a:pt x="1953" y="1383"/>
                    </a:lnTo>
                    <a:lnTo>
                      <a:pt x="1938" y="1373"/>
                    </a:lnTo>
                    <a:lnTo>
                      <a:pt x="1928" y="1359"/>
                    </a:lnTo>
                    <a:lnTo>
                      <a:pt x="1920" y="1342"/>
                    </a:lnTo>
                    <a:lnTo>
                      <a:pt x="1918" y="1323"/>
                    </a:lnTo>
                    <a:lnTo>
                      <a:pt x="1920" y="1304"/>
                    </a:lnTo>
                    <a:lnTo>
                      <a:pt x="1928" y="1287"/>
                    </a:lnTo>
                    <a:lnTo>
                      <a:pt x="1938" y="1273"/>
                    </a:lnTo>
                    <a:lnTo>
                      <a:pt x="1953" y="1263"/>
                    </a:lnTo>
                    <a:lnTo>
                      <a:pt x="1970" y="1255"/>
                    </a:lnTo>
                    <a:lnTo>
                      <a:pt x="1988" y="1253"/>
                    </a:lnTo>
                    <a:lnTo>
                      <a:pt x="2035" y="1255"/>
                    </a:lnTo>
                    <a:lnTo>
                      <a:pt x="2082" y="1264"/>
                    </a:lnTo>
                    <a:lnTo>
                      <a:pt x="2125" y="1278"/>
                    </a:lnTo>
                    <a:lnTo>
                      <a:pt x="2167" y="1296"/>
                    </a:lnTo>
                    <a:lnTo>
                      <a:pt x="2206" y="1319"/>
                    </a:lnTo>
                    <a:lnTo>
                      <a:pt x="2242" y="1346"/>
                    </a:lnTo>
                    <a:lnTo>
                      <a:pt x="2274" y="1377"/>
                    </a:lnTo>
                    <a:lnTo>
                      <a:pt x="2302" y="1412"/>
                    </a:lnTo>
                    <a:lnTo>
                      <a:pt x="2328" y="1449"/>
                    </a:lnTo>
                    <a:lnTo>
                      <a:pt x="2348" y="1489"/>
                    </a:lnTo>
                    <a:lnTo>
                      <a:pt x="2363" y="1533"/>
                    </a:lnTo>
                    <a:lnTo>
                      <a:pt x="2373" y="1577"/>
                    </a:lnTo>
                    <a:lnTo>
                      <a:pt x="2674" y="1577"/>
                    </a:lnTo>
                    <a:lnTo>
                      <a:pt x="2692" y="1580"/>
                    </a:lnTo>
                    <a:lnTo>
                      <a:pt x="2709" y="1588"/>
                    </a:lnTo>
                    <a:lnTo>
                      <a:pt x="2724" y="1598"/>
                    </a:lnTo>
                    <a:lnTo>
                      <a:pt x="2734" y="1612"/>
                    </a:lnTo>
                    <a:lnTo>
                      <a:pt x="2742" y="1629"/>
                    </a:lnTo>
                    <a:lnTo>
                      <a:pt x="2744" y="1648"/>
                    </a:lnTo>
                    <a:lnTo>
                      <a:pt x="2742" y="1667"/>
                    </a:lnTo>
                    <a:lnTo>
                      <a:pt x="2734" y="1683"/>
                    </a:lnTo>
                    <a:lnTo>
                      <a:pt x="2724" y="1698"/>
                    </a:lnTo>
                    <a:lnTo>
                      <a:pt x="2709" y="1708"/>
                    </a:lnTo>
                    <a:lnTo>
                      <a:pt x="2692" y="1716"/>
                    </a:lnTo>
                    <a:lnTo>
                      <a:pt x="2674" y="1718"/>
                    </a:lnTo>
                    <a:lnTo>
                      <a:pt x="140" y="1718"/>
                    </a:lnTo>
                    <a:lnTo>
                      <a:pt x="140" y="2027"/>
                    </a:lnTo>
                    <a:lnTo>
                      <a:pt x="143" y="2037"/>
                    </a:lnTo>
                    <a:lnTo>
                      <a:pt x="150" y="2045"/>
                    </a:lnTo>
                    <a:lnTo>
                      <a:pt x="161" y="2048"/>
                    </a:lnTo>
                    <a:lnTo>
                      <a:pt x="2873" y="2048"/>
                    </a:lnTo>
                    <a:lnTo>
                      <a:pt x="2883" y="2045"/>
                    </a:lnTo>
                    <a:lnTo>
                      <a:pt x="2891" y="2037"/>
                    </a:lnTo>
                    <a:lnTo>
                      <a:pt x="2893" y="2027"/>
                    </a:lnTo>
                    <a:lnTo>
                      <a:pt x="2893" y="160"/>
                    </a:lnTo>
                    <a:lnTo>
                      <a:pt x="2891" y="150"/>
                    </a:lnTo>
                    <a:lnTo>
                      <a:pt x="2883" y="143"/>
                    </a:lnTo>
                    <a:lnTo>
                      <a:pt x="2873" y="140"/>
                    </a:lnTo>
                    <a:lnTo>
                      <a:pt x="2114" y="140"/>
                    </a:lnTo>
                    <a:lnTo>
                      <a:pt x="2095" y="137"/>
                    </a:lnTo>
                    <a:lnTo>
                      <a:pt x="2078" y="131"/>
                    </a:lnTo>
                    <a:lnTo>
                      <a:pt x="2064" y="119"/>
                    </a:lnTo>
                    <a:lnTo>
                      <a:pt x="2053" y="105"/>
                    </a:lnTo>
                    <a:lnTo>
                      <a:pt x="2046" y="89"/>
                    </a:lnTo>
                    <a:lnTo>
                      <a:pt x="2044" y="70"/>
                    </a:lnTo>
                    <a:lnTo>
                      <a:pt x="2046" y="52"/>
                    </a:lnTo>
                    <a:lnTo>
                      <a:pt x="2053" y="35"/>
                    </a:lnTo>
                    <a:lnTo>
                      <a:pt x="2064" y="20"/>
                    </a:lnTo>
                    <a:lnTo>
                      <a:pt x="2078" y="9"/>
                    </a:lnTo>
                    <a:lnTo>
                      <a:pt x="2095" y="2"/>
                    </a:lnTo>
                    <a:lnTo>
                      <a:pt x="211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12" name="Freeform 109">
                <a:extLst>
                  <a:ext uri="{FF2B5EF4-FFF2-40B4-BE49-F238E27FC236}">
                    <a16:creationId xmlns:a16="http://schemas.microsoft.com/office/drawing/2014/main" id="{B1C424FC-2643-FEFC-FFAA-D3D9290D85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990138" y="2809875"/>
                <a:ext cx="157163" cy="231775"/>
              </a:xfrm>
              <a:custGeom>
                <a:avLst/>
                <a:gdLst>
                  <a:gd name="T0" fmla="*/ 161 w 993"/>
                  <a:gd name="T1" fmla="*/ 0 h 1455"/>
                  <a:gd name="T2" fmla="*/ 922 w 993"/>
                  <a:gd name="T3" fmla="*/ 0 h 1455"/>
                  <a:gd name="T4" fmla="*/ 941 w 993"/>
                  <a:gd name="T5" fmla="*/ 2 h 1455"/>
                  <a:gd name="T6" fmla="*/ 958 w 993"/>
                  <a:gd name="T7" fmla="*/ 9 h 1455"/>
                  <a:gd name="T8" fmla="*/ 972 w 993"/>
                  <a:gd name="T9" fmla="*/ 20 h 1455"/>
                  <a:gd name="T10" fmla="*/ 983 w 993"/>
                  <a:gd name="T11" fmla="*/ 35 h 1455"/>
                  <a:gd name="T12" fmla="*/ 990 w 993"/>
                  <a:gd name="T13" fmla="*/ 52 h 1455"/>
                  <a:gd name="T14" fmla="*/ 993 w 993"/>
                  <a:gd name="T15" fmla="*/ 70 h 1455"/>
                  <a:gd name="T16" fmla="*/ 990 w 993"/>
                  <a:gd name="T17" fmla="*/ 89 h 1455"/>
                  <a:gd name="T18" fmla="*/ 983 w 993"/>
                  <a:gd name="T19" fmla="*/ 105 h 1455"/>
                  <a:gd name="T20" fmla="*/ 972 w 993"/>
                  <a:gd name="T21" fmla="*/ 119 h 1455"/>
                  <a:gd name="T22" fmla="*/ 958 w 993"/>
                  <a:gd name="T23" fmla="*/ 131 h 1455"/>
                  <a:gd name="T24" fmla="*/ 941 w 993"/>
                  <a:gd name="T25" fmla="*/ 137 h 1455"/>
                  <a:gd name="T26" fmla="*/ 922 w 993"/>
                  <a:gd name="T27" fmla="*/ 140 h 1455"/>
                  <a:gd name="T28" fmla="*/ 161 w 993"/>
                  <a:gd name="T29" fmla="*/ 140 h 1455"/>
                  <a:gd name="T30" fmla="*/ 150 w 993"/>
                  <a:gd name="T31" fmla="*/ 143 h 1455"/>
                  <a:gd name="T32" fmla="*/ 143 w 993"/>
                  <a:gd name="T33" fmla="*/ 150 h 1455"/>
                  <a:gd name="T34" fmla="*/ 140 w 993"/>
                  <a:gd name="T35" fmla="*/ 160 h 1455"/>
                  <a:gd name="T36" fmla="*/ 140 w 993"/>
                  <a:gd name="T37" fmla="*/ 1384 h 1455"/>
                  <a:gd name="T38" fmla="*/ 138 w 993"/>
                  <a:gd name="T39" fmla="*/ 1404 h 1455"/>
                  <a:gd name="T40" fmla="*/ 130 w 993"/>
                  <a:gd name="T41" fmla="*/ 1420 h 1455"/>
                  <a:gd name="T42" fmla="*/ 120 w 993"/>
                  <a:gd name="T43" fmla="*/ 1434 h 1455"/>
                  <a:gd name="T44" fmla="*/ 105 w 993"/>
                  <a:gd name="T45" fmla="*/ 1446 h 1455"/>
                  <a:gd name="T46" fmla="*/ 89 w 993"/>
                  <a:gd name="T47" fmla="*/ 1452 h 1455"/>
                  <a:gd name="T48" fmla="*/ 70 w 993"/>
                  <a:gd name="T49" fmla="*/ 1455 h 1455"/>
                  <a:gd name="T50" fmla="*/ 51 w 993"/>
                  <a:gd name="T51" fmla="*/ 1452 h 1455"/>
                  <a:gd name="T52" fmla="*/ 34 w 993"/>
                  <a:gd name="T53" fmla="*/ 1446 h 1455"/>
                  <a:gd name="T54" fmla="*/ 20 w 993"/>
                  <a:gd name="T55" fmla="*/ 1434 h 1455"/>
                  <a:gd name="T56" fmla="*/ 10 w 993"/>
                  <a:gd name="T57" fmla="*/ 1420 h 1455"/>
                  <a:gd name="T58" fmla="*/ 2 w 993"/>
                  <a:gd name="T59" fmla="*/ 1404 h 1455"/>
                  <a:gd name="T60" fmla="*/ 0 w 993"/>
                  <a:gd name="T61" fmla="*/ 1384 h 1455"/>
                  <a:gd name="T62" fmla="*/ 0 w 993"/>
                  <a:gd name="T63" fmla="*/ 160 h 1455"/>
                  <a:gd name="T64" fmla="*/ 3 w 993"/>
                  <a:gd name="T65" fmla="*/ 128 h 1455"/>
                  <a:gd name="T66" fmla="*/ 13 w 993"/>
                  <a:gd name="T67" fmla="*/ 98 h 1455"/>
                  <a:gd name="T68" fmla="*/ 28 w 993"/>
                  <a:gd name="T69" fmla="*/ 71 h 1455"/>
                  <a:gd name="T70" fmla="*/ 47 w 993"/>
                  <a:gd name="T71" fmla="*/ 47 h 1455"/>
                  <a:gd name="T72" fmla="*/ 71 w 993"/>
                  <a:gd name="T73" fmla="*/ 27 h 1455"/>
                  <a:gd name="T74" fmla="*/ 98 w 993"/>
                  <a:gd name="T75" fmla="*/ 12 h 1455"/>
                  <a:gd name="T76" fmla="*/ 128 w 993"/>
                  <a:gd name="T77" fmla="*/ 3 h 1455"/>
                  <a:gd name="T78" fmla="*/ 161 w 993"/>
                  <a:gd name="T79" fmla="*/ 0 h 14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993" h="1455">
                    <a:moveTo>
                      <a:pt x="161" y="0"/>
                    </a:moveTo>
                    <a:lnTo>
                      <a:pt x="922" y="0"/>
                    </a:lnTo>
                    <a:lnTo>
                      <a:pt x="941" y="2"/>
                    </a:lnTo>
                    <a:lnTo>
                      <a:pt x="958" y="9"/>
                    </a:lnTo>
                    <a:lnTo>
                      <a:pt x="972" y="20"/>
                    </a:lnTo>
                    <a:lnTo>
                      <a:pt x="983" y="35"/>
                    </a:lnTo>
                    <a:lnTo>
                      <a:pt x="990" y="52"/>
                    </a:lnTo>
                    <a:lnTo>
                      <a:pt x="993" y="70"/>
                    </a:lnTo>
                    <a:lnTo>
                      <a:pt x="990" y="89"/>
                    </a:lnTo>
                    <a:lnTo>
                      <a:pt x="983" y="105"/>
                    </a:lnTo>
                    <a:lnTo>
                      <a:pt x="972" y="119"/>
                    </a:lnTo>
                    <a:lnTo>
                      <a:pt x="958" y="131"/>
                    </a:lnTo>
                    <a:lnTo>
                      <a:pt x="941" y="137"/>
                    </a:lnTo>
                    <a:lnTo>
                      <a:pt x="922" y="140"/>
                    </a:lnTo>
                    <a:lnTo>
                      <a:pt x="161" y="140"/>
                    </a:lnTo>
                    <a:lnTo>
                      <a:pt x="150" y="143"/>
                    </a:lnTo>
                    <a:lnTo>
                      <a:pt x="143" y="150"/>
                    </a:lnTo>
                    <a:lnTo>
                      <a:pt x="140" y="160"/>
                    </a:lnTo>
                    <a:lnTo>
                      <a:pt x="140" y="1384"/>
                    </a:lnTo>
                    <a:lnTo>
                      <a:pt x="138" y="1404"/>
                    </a:lnTo>
                    <a:lnTo>
                      <a:pt x="130" y="1420"/>
                    </a:lnTo>
                    <a:lnTo>
                      <a:pt x="120" y="1434"/>
                    </a:lnTo>
                    <a:lnTo>
                      <a:pt x="105" y="1446"/>
                    </a:lnTo>
                    <a:lnTo>
                      <a:pt x="89" y="1452"/>
                    </a:lnTo>
                    <a:lnTo>
                      <a:pt x="70" y="1455"/>
                    </a:lnTo>
                    <a:lnTo>
                      <a:pt x="51" y="1452"/>
                    </a:lnTo>
                    <a:lnTo>
                      <a:pt x="34" y="1446"/>
                    </a:lnTo>
                    <a:lnTo>
                      <a:pt x="20" y="1434"/>
                    </a:lnTo>
                    <a:lnTo>
                      <a:pt x="10" y="1420"/>
                    </a:lnTo>
                    <a:lnTo>
                      <a:pt x="2" y="1404"/>
                    </a:lnTo>
                    <a:lnTo>
                      <a:pt x="0" y="1384"/>
                    </a:lnTo>
                    <a:lnTo>
                      <a:pt x="0" y="160"/>
                    </a:lnTo>
                    <a:lnTo>
                      <a:pt x="3" y="128"/>
                    </a:lnTo>
                    <a:lnTo>
                      <a:pt x="13" y="98"/>
                    </a:lnTo>
                    <a:lnTo>
                      <a:pt x="28" y="71"/>
                    </a:lnTo>
                    <a:lnTo>
                      <a:pt x="47" y="47"/>
                    </a:lnTo>
                    <a:lnTo>
                      <a:pt x="71" y="27"/>
                    </a:lnTo>
                    <a:lnTo>
                      <a:pt x="98" y="12"/>
                    </a:lnTo>
                    <a:lnTo>
                      <a:pt x="128" y="3"/>
                    </a:lnTo>
                    <a:lnTo>
                      <a:pt x="16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13" name="Freeform 110">
                <a:extLst>
                  <a:ext uri="{FF2B5EF4-FFF2-40B4-BE49-F238E27FC236}">
                    <a16:creationId xmlns:a16="http://schemas.microsoft.com/office/drawing/2014/main" id="{345D6BB2-F1C3-8B69-3C36-7AD1934A65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39363" y="2690813"/>
                <a:ext cx="179388" cy="300038"/>
              </a:xfrm>
              <a:custGeom>
                <a:avLst/>
                <a:gdLst>
                  <a:gd name="T0" fmla="*/ 603 w 1137"/>
                  <a:gd name="T1" fmla="*/ 7 h 1894"/>
                  <a:gd name="T2" fmla="*/ 887 w 1137"/>
                  <a:gd name="T3" fmla="*/ 325 h 1894"/>
                  <a:gd name="T4" fmla="*/ 951 w 1137"/>
                  <a:gd name="T5" fmla="*/ 433 h 1894"/>
                  <a:gd name="T6" fmla="*/ 974 w 1137"/>
                  <a:gd name="T7" fmla="*/ 557 h 1894"/>
                  <a:gd name="T8" fmla="*/ 980 w 1137"/>
                  <a:gd name="T9" fmla="*/ 1155 h 1894"/>
                  <a:gd name="T10" fmla="*/ 1114 w 1137"/>
                  <a:gd name="T11" fmla="*/ 1375 h 1894"/>
                  <a:gd name="T12" fmla="*/ 1137 w 1137"/>
                  <a:gd name="T13" fmla="*/ 1477 h 1894"/>
                  <a:gd name="T14" fmla="*/ 1127 w 1137"/>
                  <a:gd name="T15" fmla="*/ 1653 h 1894"/>
                  <a:gd name="T16" fmla="*/ 1086 w 1137"/>
                  <a:gd name="T17" fmla="*/ 1685 h 1894"/>
                  <a:gd name="T18" fmla="*/ 912 w 1137"/>
                  <a:gd name="T19" fmla="*/ 1823 h 1894"/>
                  <a:gd name="T20" fmla="*/ 891 w 1137"/>
                  <a:gd name="T21" fmla="*/ 1873 h 1894"/>
                  <a:gd name="T22" fmla="*/ 841 w 1137"/>
                  <a:gd name="T23" fmla="*/ 1893 h 1894"/>
                  <a:gd name="T24" fmla="*/ 793 w 1137"/>
                  <a:gd name="T25" fmla="*/ 1873 h 1894"/>
                  <a:gd name="T26" fmla="*/ 771 w 1137"/>
                  <a:gd name="T27" fmla="*/ 1823 h 1894"/>
                  <a:gd name="T28" fmla="*/ 747 w 1137"/>
                  <a:gd name="T29" fmla="*/ 1652 h 1894"/>
                  <a:gd name="T30" fmla="*/ 740 w 1137"/>
                  <a:gd name="T31" fmla="*/ 1598 h 1894"/>
                  <a:gd name="T32" fmla="*/ 772 w 1137"/>
                  <a:gd name="T33" fmla="*/ 1556 h 1894"/>
                  <a:gd name="T34" fmla="*/ 996 w 1137"/>
                  <a:gd name="T35" fmla="*/ 1546 h 1894"/>
                  <a:gd name="T36" fmla="*/ 988 w 1137"/>
                  <a:gd name="T37" fmla="*/ 1436 h 1894"/>
                  <a:gd name="T38" fmla="*/ 854 w 1137"/>
                  <a:gd name="T39" fmla="*/ 1216 h 1894"/>
                  <a:gd name="T40" fmla="*/ 833 w 1137"/>
                  <a:gd name="T41" fmla="*/ 1116 h 1894"/>
                  <a:gd name="T42" fmla="*/ 824 w 1137"/>
                  <a:gd name="T43" fmla="*/ 497 h 1894"/>
                  <a:gd name="T44" fmla="*/ 781 w 1137"/>
                  <a:gd name="T45" fmla="*/ 416 h 1894"/>
                  <a:gd name="T46" fmla="*/ 352 w 1137"/>
                  <a:gd name="T47" fmla="*/ 442 h 1894"/>
                  <a:gd name="T48" fmla="*/ 321 w 1137"/>
                  <a:gd name="T49" fmla="*/ 526 h 1894"/>
                  <a:gd name="T50" fmla="*/ 316 w 1137"/>
                  <a:gd name="T51" fmla="*/ 1149 h 1894"/>
                  <a:gd name="T52" fmla="*/ 276 w 1137"/>
                  <a:gd name="T53" fmla="*/ 1252 h 1894"/>
                  <a:gd name="T54" fmla="*/ 143 w 1137"/>
                  <a:gd name="T55" fmla="*/ 1459 h 1894"/>
                  <a:gd name="T56" fmla="*/ 338 w 1137"/>
                  <a:gd name="T57" fmla="*/ 1547 h 1894"/>
                  <a:gd name="T58" fmla="*/ 388 w 1137"/>
                  <a:gd name="T59" fmla="*/ 1567 h 1894"/>
                  <a:gd name="T60" fmla="*/ 409 w 1137"/>
                  <a:gd name="T61" fmla="*/ 1617 h 1894"/>
                  <a:gd name="T62" fmla="*/ 388 w 1137"/>
                  <a:gd name="T63" fmla="*/ 1667 h 1894"/>
                  <a:gd name="T64" fmla="*/ 338 w 1137"/>
                  <a:gd name="T65" fmla="*/ 1688 h 1894"/>
                  <a:gd name="T66" fmla="*/ 335 w 1137"/>
                  <a:gd name="T67" fmla="*/ 1842 h 1894"/>
                  <a:gd name="T68" fmla="*/ 303 w 1137"/>
                  <a:gd name="T69" fmla="*/ 1885 h 1894"/>
                  <a:gd name="T70" fmla="*/ 250 w 1137"/>
                  <a:gd name="T71" fmla="*/ 1891 h 1894"/>
                  <a:gd name="T72" fmla="*/ 207 w 1137"/>
                  <a:gd name="T73" fmla="*/ 1859 h 1894"/>
                  <a:gd name="T74" fmla="*/ 198 w 1137"/>
                  <a:gd name="T75" fmla="*/ 1688 h 1894"/>
                  <a:gd name="T76" fmla="*/ 35 w 1137"/>
                  <a:gd name="T77" fmla="*/ 1678 h 1894"/>
                  <a:gd name="T78" fmla="*/ 2 w 1137"/>
                  <a:gd name="T79" fmla="*/ 1636 h 1894"/>
                  <a:gd name="T80" fmla="*/ 3 w 1137"/>
                  <a:gd name="T81" fmla="*/ 1443 h 1894"/>
                  <a:gd name="T82" fmla="*/ 45 w 1137"/>
                  <a:gd name="T83" fmla="*/ 1338 h 1894"/>
                  <a:gd name="T84" fmla="*/ 178 w 1137"/>
                  <a:gd name="T85" fmla="*/ 1134 h 1894"/>
                  <a:gd name="T86" fmla="*/ 182 w 1137"/>
                  <a:gd name="T87" fmla="*/ 515 h 1894"/>
                  <a:gd name="T88" fmla="*/ 218 w 1137"/>
                  <a:gd name="T89" fmla="*/ 395 h 1894"/>
                  <a:gd name="T90" fmla="*/ 522 w 1137"/>
                  <a:gd name="T91" fmla="*/ 25 h 1894"/>
                  <a:gd name="T92" fmla="*/ 574 w 1137"/>
                  <a:gd name="T93" fmla="*/ 0 h 18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</a:cxnLst>
                <a:rect l="0" t="0" r="r" b="b"/>
                <a:pathLst>
                  <a:path w="1137" h="1894">
                    <a:moveTo>
                      <a:pt x="574" y="0"/>
                    </a:moveTo>
                    <a:lnTo>
                      <a:pt x="589" y="3"/>
                    </a:lnTo>
                    <a:lnTo>
                      <a:pt x="603" y="7"/>
                    </a:lnTo>
                    <a:lnTo>
                      <a:pt x="617" y="14"/>
                    </a:lnTo>
                    <a:lnTo>
                      <a:pt x="627" y="25"/>
                    </a:lnTo>
                    <a:lnTo>
                      <a:pt x="887" y="325"/>
                    </a:lnTo>
                    <a:lnTo>
                      <a:pt x="913" y="359"/>
                    </a:lnTo>
                    <a:lnTo>
                      <a:pt x="934" y="395"/>
                    </a:lnTo>
                    <a:lnTo>
                      <a:pt x="951" y="433"/>
                    </a:lnTo>
                    <a:lnTo>
                      <a:pt x="964" y="473"/>
                    </a:lnTo>
                    <a:lnTo>
                      <a:pt x="971" y="515"/>
                    </a:lnTo>
                    <a:lnTo>
                      <a:pt x="974" y="557"/>
                    </a:lnTo>
                    <a:lnTo>
                      <a:pt x="974" y="1118"/>
                    </a:lnTo>
                    <a:lnTo>
                      <a:pt x="976" y="1137"/>
                    </a:lnTo>
                    <a:lnTo>
                      <a:pt x="980" y="1155"/>
                    </a:lnTo>
                    <a:lnTo>
                      <a:pt x="989" y="1173"/>
                    </a:lnTo>
                    <a:lnTo>
                      <a:pt x="1097" y="1343"/>
                    </a:lnTo>
                    <a:lnTo>
                      <a:pt x="1114" y="1375"/>
                    </a:lnTo>
                    <a:lnTo>
                      <a:pt x="1127" y="1407"/>
                    </a:lnTo>
                    <a:lnTo>
                      <a:pt x="1134" y="1442"/>
                    </a:lnTo>
                    <a:lnTo>
                      <a:pt x="1137" y="1477"/>
                    </a:lnTo>
                    <a:lnTo>
                      <a:pt x="1137" y="1617"/>
                    </a:lnTo>
                    <a:lnTo>
                      <a:pt x="1134" y="1636"/>
                    </a:lnTo>
                    <a:lnTo>
                      <a:pt x="1127" y="1653"/>
                    </a:lnTo>
                    <a:lnTo>
                      <a:pt x="1116" y="1667"/>
                    </a:lnTo>
                    <a:lnTo>
                      <a:pt x="1102" y="1678"/>
                    </a:lnTo>
                    <a:lnTo>
                      <a:pt x="1086" y="1685"/>
                    </a:lnTo>
                    <a:lnTo>
                      <a:pt x="1067" y="1688"/>
                    </a:lnTo>
                    <a:lnTo>
                      <a:pt x="912" y="1688"/>
                    </a:lnTo>
                    <a:lnTo>
                      <a:pt x="912" y="1823"/>
                    </a:lnTo>
                    <a:lnTo>
                      <a:pt x="909" y="1841"/>
                    </a:lnTo>
                    <a:lnTo>
                      <a:pt x="903" y="1858"/>
                    </a:lnTo>
                    <a:lnTo>
                      <a:pt x="891" y="1873"/>
                    </a:lnTo>
                    <a:lnTo>
                      <a:pt x="877" y="1883"/>
                    </a:lnTo>
                    <a:lnTo>
                      <a:pt x="860" y="1891"/>
                    </a:lnTo>
                    <a:lnTo>
                      <a:pt x="841" y="1893"/>
                    </a:lnTo>
                    <a:lnTo>
                      <a:pt x="823" y="1891"/>
                    </a:lnTo>
                    <a:lnTo>
                      <a:pt x="806" y="1883"/>
                    </a:lnTo>
                    <a:lnTo>
                      <a:pt x="793" y="1873"/>
                    </a:lnTo>
                    <a:lnTo>
                      <a:pt x="781" y="1858"/>
                    </a:lnTo>
                    <a:lnTo>
                      <a:pt x="773" y="1841"/>
                    </a:lnTo>
                    <a:lnTo>
                      <a:pt x="771" y="1823"/>
                    </a:lnTo>
                    <a:lnTo>
                      <a:pt x="771" y="1676"/>
                    </a:lnTo>
                    <a:lnTo>
                      <a:pt x="758" y="1666"/>
                    </a:lnTo>
                    <a:lnTo>
                      <a:pt x="747" y="1652"/>
                    </a:lnTo>
                    <a:lnTo>
                      <a:pt x="740" y="1635"/>
                    </a:lnTo>
                    <a:lnTo>
                      <a:pt x="737" y="1617"/>
                    </a:lnTo>
                    <a:lnTo>
                      <a:pt x="740" y="1598"/>
                    </a:lnTo>
                    <a:lnTo>
                      <a:pt x="747" y="1581"/>
                    </a:lnTo>
                    <a:lnTo>
                      <a:pt x="758" y="1567"/>
                    </a:lnTo>
                    <a:lnTo>
                      <a:pt x="772" y="1556"/>
                    </a:lnTo>
                    <a:lnTo>
                      <a:pt x="789" y="1549"/>
                    </a:lnTo>
                    <a:lnTo>
                      <a:pt x="807" y="1546"/>
                    </a:lnTo>
                    <a:lnTo>
                      <a:pt x="996" y="1546"/>
                    </a:lnTo>
                    <a:lnTo>
                      <a:pt x="996" y="1477"/>
                    </a:lnTo>
                    <a:lnTo>
                      <a:pt x="995" y="1456"/>
                    </a:lnTo>
                    <a:lnTo>
                      <a:pt x="988" y="1436"/>
                    </a:lnTo>
                    <a:lnTo>
                      <a:pt x="979" y="1417"/>
                    </a:lnTo>
                    <a:lnTo>
                      <a:pt x="871" y="1247"/>
                    </a:lnTo>
                    <a:lnTo>
                      <a:pt x="854" y="1216"/>
                    </a:lnTo>
                    <a:lnTo>
                      <a:pt x="842" y="1184"/>
                    </a:lnTo>
                    <a:lnTo>
                      <a:pt x="836" y="1151"/>
                    </a:lnTo>
                    <a:lnTo>
                      <a:pt x="833" y="1116"/>
                    </a:lnTo>
                    <a:lnTo>
                      <a:pt x="833" y="556"/>
                    </a:lnTo>
                    <a:lnTo>
                      <a:pt x="831" y="526"/>
                    </a:lnTo>
                    <a:lnTo>
                      <a:pt x="824" y="497"/>
                    </a:lnTo>
                    <a:lnTo>
                      <a:pt x="814" y="468"/>
                    </a:lnTo>
                    <a:lnTo>
                      <a:pt x="800" y="442"/>
                    </a:lnTo>
                    <a:lnTo>
                      <a:pt x="781" y="416"/>
                    </a:lnTo>
                    <a:lnTo>
                      <a:pt x="576" y="178"/>
                    </a:lnTo>
                    <a:lnTo>
                      <a:pt x="370" y="417"/>
                    </a:lnTo>
                    <a:lnTo>
                      <a:pt x="352" y="442"/>
                    </a:lnTo>
                    <a:lnTo>
                      <a:pt x="338" y="468"/>
                    </a:lnTo>
                    <a:lnTo>
                      <a:pt x="328" y="497"/>
                    </a:lnTo>
                    <a:lnTo>
                      <a:pt x="321" y="526"/>
                    </a:lnTo>
                    <a:lnTo>
                      <a:pt x="319" y="556"/>
                    </a:lnTo>
                    <a:lnTo>
                      <a:pt x="319" y="1112"/>
                    </a:lnTo>
                    <a:lnTo>
                      <a:pt x="316" y="1149"/>
                    </a:lnTo>
                    <a:lnTo>
                      <a:pt x="308" y="1185"/>
                    </a:lnTo>
                    <a:lnTo>
                      <a:pt x="294" y="1219"/>
                    </a:lnTo>
                    <a:lnTo>
                      <a:pt x="276" y="1252"/>
                    </a:lnTo>
                    <a:lnTo>
                      <a:pt x="160" y="1418"/>
                    </a:lnTo>
                    <a:lnTo>
                      <a:pt x="149" y="1438"/>
                    </a:lnTo>
                    <a:lnTo>
                      <a:pt x="143" y="1459"/>
                    </a:lnTo>
                    <a:lnTo>
                      <a:pt x="140" y="1481"/>
                    </a:lnTo>
                    <a:lnTo>
                      <a:pt x="140" y="1547"/>
                    </a:lnTo>
                    <a:lnTo>
                      <a:pt x="338" y="1547"/>
                    </a:lnTo>
                    <a:lnTo>
                      <a:pt x="357" y="1549"/>
                    </a:lnTo>
                    <a:lnTo>
                      <a:pt x="374" y="1557"/>
                    </a:lnTo>
                    <a:lnTo>
                      <a:pt x="388" y="1567"/>
                    </a:lnTo>
                    <a:lnTo>
                      <a:pt x="400" y="1582"/>
                    </a:lnTo>
                    <a:lnTo>
                      <a:pt x="406" y="1599"/>
                    </a:lnTo>
                    <a:lnTo>
                      <a:pt x="409" y="1617"/>
                    </a:lnTo>
                    <a:lnTo>
                      <a:pt x="406" y="1636"/>
                    </a:lnTo>
                    <a:lnTo>
                      <a:pt x="400" y="1653"/>
                    </a:lnTo>
                    <a:lnTo>
                      <a:pt x="388" y="1667"/>
                    </a:lnTo>
                    <a:lnTo>
                      <a:pt x="374" y="1678"/>
                    </a:lnTo>
                    <a:lnTo>
                      <a:pt x="357" y="1685"/>
                    </a:lnTo>
                    <a:lnTo>
                      <a:pt x="338" y="1688"/>
                    </a:lnTo>
                    <a:lnTo>
                      <a:pt x="338" y="1688"/>
                    </a:lnTo>
                    <a:lnTo>
                      <a:pt x="338" y="1823"/>
                    </a:lnTo>
                    <a:lnTo>
                      <a:pt x="335" y="1842"/>
                    </a:lnTo>
                    <a:lnTo>
                      <a:pt x="329" y="1859"/>
                    </a:lnTo>
                    <a:lnTo>
                      <a:pt x="317" y="1873"/>
                    </a:lnTo>
                    <a:lnTo>
                      <a:pt x="303" y="1885"/>
                    </a:lnTo>
                    <a:lnTo>
                      <a:pt x="287" y="1891"/>
                    </a:lnTo>
                    <a:lnTo>
                      <a:pt x="268" y="1894"/>
                    </a:lnTo>
                    <a:lnTo>
                      <a:pt x="250" y="1891"/>
                    </a:lnTo>
                    <a:lnTo>
                      <a:pt x="233" y="1885"/>
                    </a:lnTo>
                    <a:lnTo>
                      <a:pt x="218" y="1873"/>
                    </a:lnTo>
                    <a:lnTo>
                      <a:pt x="207" y="1859"/>
                    </a:lnTo>
                    <a:lnTo>
                      <a:pt x="200" y="1842"/>
                    </a:lnTo>
                    <a:lnTo>
                      <a:pt x="198" y="1823"/>
                    </a:lnTo>
                    <a:lnTo>
                      <a:pt x="198" y="1688"/>
                    </a:lnTo>
                    <a:lnTo>
                      <a:pt x="70" y="1688"/>
                    </a:lnTo>
                    <a:lnTo>
                      <a:pt x="52" y="1685"/>
                    </a:lnTo>
                    <a:lnTo>
                      <a:pt x="35" y="1678"/>
                    </a:lnTo>
                    <a:lnTo>
                      <a:pt x="20" y="1667"/>
                    </a:lnTo>
                    <a:lnTo>
                      <a:pt x="9" y="1653"/>
                    </a:lnTo>
                    <a:lnTo>
                      <a:pt x="2" y="1636"/>
                    </a:lnTo>
                    <a:lnTo>
                      <a:pt x="0" y="1617"/>
                    </a:lnTo>
                    <a:lnTo>
                      <a:pt x="0" y="1481"/>
                    </a:lnTo>
                    <a:lnTo>
                      <a:pt x="3" y="1443"/>
                    </a:lnTo>
                    <a:lnTo>
                      <a:pt x="11" y="1406"/>
                    </a:lnTo>
                    <a:lnTo>
                      <a:pt x="25" y="1371"/>
                    </a:lnTo>
                    <a:lnTo>
                      <a:pt x="45" y="1338"/>
                    </a:lnTo>
                    <a:lnTo>
                      <a:pt x="161" y="1171"/>
                    </a:lnTo>
                    <a:lnTo>
                      <a:pt x="171" y="1154"/>
                    </a:lnTo>
                    <a:lnTo>
                      <a:pt x="178" y="1134"/>
                    </a:lnTo>
                    <a:lnTo>
                      <a:pt x="180" y="1113"/>
                    </a:lnTo>
                    <a:lnTo>
                      <a:pt x="180" y="556"/>
                    </a:lnTo>
                    <a:lnTo>
                      <a:pt x="182" y="515"/>
                    </a:lnTo>
                    <a:lnTo>
                      <a:pt x="189" y="473"/>
                    </a:lnTo>
                    <a:lnTo>
                      <a:pt x="201" y="433"/>
                    </a:lnTo>
                    <a:lnTo>
                      <a:pt x="218" y="395"/>
                    </a:lnTo>
                    <a:lnTo>
                      <a:pt x="239" y="359"/>
                    </a:lnTo>
                    <a:lnTo>
                      <a:pt x="264" y="326"/>
                    </a:lnTo>
                    <a:lnTo>
                      <a:pt x="522" y="25"/>
                    </a:lnTo>
                    <a:lnTo>
                      <a:pt x="536" y="12"/>
                    </a:lnTo>
                    <a:lnTo>
                      <a:pt x="554" y="4"/>
                    </a:lnTo>
                    <a:lnTo>
                      <a:pt x="57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14" name="Freeform 111">
                <a:extLst>
                  <a:ext uri="{FF2B5EF4-FFF2-40B4-BE49-F238E27FC236}">
                    <a16:creationId xmlns:a16="http://schemas.microsoft.com/office/drawing/2014/main" id="{D7B4198F-2E28-C937-B836-B3BBE1972A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17151" y="2943225"/>
                <a:ext cx="22225" cy="71438"/>
              </a:xfrm>
              <a:custGeom>
                <a:avLst/>
                <a:gdLst>
                  <a:gd name="T0" fmla="*/ 70 w 140"/>
                  <a:gd name="T1" fmla="*/ 0 h 445"/>
                  <a:gd name="T2" fmla="*/ 89 w 140"/>
                  <a:gd name="T3" fmla="*/ 2 h 445"/>
                  <a:gd name="T4" fmla="*/ 106 w 140"/>
                  <a:gd name="T5" fmla="*/ 9 h 445"/>
                  <a:gd name="T6" fmla="*/ 120 w 140"/>
                  <a:gd name="T7" fmla="*/ 20 h 445"/>
                  <a:gd name="T8" fmla="*/ 130 w 140"/>
                  <a:gd name="T9" fmla="*/ 35 h 445"/>
                  <a:gd name="T10" fmla="*/ 138 w 140"/>
                  <a:gd name="T11" fmla="*/ 52 h 445"/>
                  <a:gd name="T12" fmla="*/ 140 w 140"/>
                  <a:gd name="T13" fmla="*/ 70 h 445"/>
                  <a:gd name="T14" fmla="*/ 140 w 140"/>
                  <a:gd name="T15" fmla="*/ 375 h 445"/>
                  <a:gd name="T16" fmla="*/ 138 w 140"/>
                  <a:gd name="T17" fmla="*/ 394 h 445"/>
                  <a:gd name="T18" fmla="*/ 130 w 140"/>
                  <a:gd name="T19" fmla="*/ 412 h 445"/>
                  <a:gd name="T20" fmla="*/ 119 w 140"/>
                  <a:gd name="T21" fmla="*/ 426 h 445"/>
                  <a:gd name="T22" fmla="*/ 103 w 140"/>
                  <a:gd name="T23" fmla="*/ 438 h 445"/>
                  <a:gd name="T24" fmla="*/ 86 w 140"/>
                  <a:gd name="T25" fmla="*/ 444 h 445"/>
                  <a:gd name="T26" fmla="*/ 66 w 140"/>
                  <a:gd name="T27" fmla="*/ 445 h 445"/>
                  <a:gd name="T28" fmla="*/ 48 w 140"/>
                  <a:gd name="T29" fmla="*/ 442 h 445"/>
                  <a:gd name="T30" fmla="*/ 32 w 140"/>
                  <a:gd name="T31" fmla="*/ 435 h 445"/>
                  <a:gd name="T32" fmla="*/ 19 w 140"/>
                  <a:gd name="T33" fmla="*/ 422 h 445"/>
                  <a:gd name="T34" fmla="*/ 9 w 140"/>
                  <a:gd name="T35" fmla="*/ 408 h 445"/>
                  <a:gd name="T36" fmla="*/ 2 w 140"/>
                  <a:gd name="T37" fmla="*/ 391 h 445"/>
                  <a:gd name="T38" fmla="*/ 0 w 140"/>
                  <a:gd name="T39" fmla="*/ 372 h 445"/>
                  <a:gd name="T40" fmla="*/ 0 w 140"/>
                  <a:gd name="T41" fmla="*/ 70 h 445"/>
                  <a:gd name="T42" fmla="*/ 2 w 140"/>
                  <a:gd name="T43" fmla="*/ 52 h 445"/>
                  <a:gd name="T44" fmla="*/ 10 w 140"/>
                  <a:gd name="T45" fmla="*/ 35 h 445"/>
                  <a:gd name="T46" fmla="*/ 20 w 140"/>
                  <a:gd name="T47" fmla="*/ 20 h 445"/>
                  <a:gd name="T48" fmla="*/ 35 w 140"/>
                  <a:gd name="T49" fmla="*/ 9 h 445"/>
                  <a:gd name="T50" fmla="*/ 51 w 140"/>
                  <a:gd name="T51" fmla="*/ 2 h 445"/>
                  <a:gd name="T52" fmla="*/ 70 w 140"/>
                  <a:gd name="T53" fmla="*/ 0 h 4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40" h="445">
                    <a:moveTo>
                      <a:pt x="70" y="0"/>
                    </a:moveTo>
                    <a:lnTo>
                      <a:pt x="89" y="2"/>
                    </a:lnTo>
                    <a:lnTo>
                      <a:pt x="106" y="9"/>
                    </a:lnTo>
                    <a:lnTo>
                      <a:pt x="120" y="20"/>
                    </a:lnTo>
                    <a:lnTo>
                      <a:pt x="130" y="35"/>
                    </a:lnTo>
                    <a:lnTo>
                      <a:pt x="138" y="52"/>
                    </a:lnTo>
                    <a:lnTo>
                      <a:pt x="140" y="70"/>
                    </a:lnTo>
                    <a:lnTo>
                      <a:pt x="140" y="375"/>
                    </a:lnTo>
                    <a:lnTo>
                      <a:pt x="138" y="394"/>
                    </a:lnTo>
                    <a:lnTo>
                      <a:pt x="130" y="412"/>
                    </a:lnTo>
                    <a:lnTo>
                      <a:pt x="119" y="426"/>
                    </a:lnTo>
                    <a:lnTo>
                      <a:pt x="103" y="438"/>
                    </a:lnTo>
                    <a:lnTo>
                      <a:pt x="86" y="444"/>
                    </a:lnTo>
                    <a:lnTo>
                      <a:pt x="66" y="445"/>
                    </a:lnTo>
                    <a:lnTo>
                      <a:pt x="48" y="442"/>
                    </a:lnTo>
                    <a:lnTo>
                      <a:pt x="32" y="435"/>
                    </a:lnTo>
                    <a:lnTo>
                      <a:pt x="19" y="422"/>
                    </a:lnTo>
                    <a:lnTo>
                      <a:pt x="9" y="408"/>
                    </a:lnTo>
                    <a:lnTo>
                      <a:pt x="2" y="391"/>
                    </a:lnTo>
                    <a:lnTo>
                      <a:pt x="0" y="372"/>
                    </a:lnTo>
                    <a:lnTo>
                      <a:pt x="0" y="70"/>
                    </a:lnTo>
                    <a:lnTo>
                      <a:pt x="2" y="52"/>
                    </a:lnTo>
                    <a:lnTo>
                      <a:pt x="10" y="35"/>
                    </a:lnTo>
                    <a:lnTo>
                      <a:pt x="20" y="20"/>
                    </a:lnTo>
                    <a:lnTo>
                      <a:pt x="35" y="9"/>
                    </a:lnTo>
                    <a:lnTo>
                      <a:pt x="51" y="2"/>
                    </a:lnTo>
                    <a:lnTo>
                      <a:pt x="7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55B46D0-93CF-CE52-00D3-A0FC657748D4}"/>
              </a:ext>
            </a:extLst>
          </p:cNvPr>
          <p:cNvGrpSpPr/>
          <p:nvPr/>
        </p:nvGrpSpPr>
        <p:grpSpPr>
          <a:xfrm>
            <a:off x="2319609" y="2792507"/>
            <a:ext cx="3492549" cy="928023"/>
            <a:chOff x="2117077" y="2931371"/>
            <a:chExt cx="3492549" cy="928023"/>
          </a:xfrm>
        </p:grpSpPr>
        <p:sp>
          <p:nvSpPr>
            <p:cNvPr id="18" name="矩形">
              <a:extLst>
                <a:ext uri="{FF2B5EF4-FFF2-40B4-BE49-F238E27FC236}">
                  <a16:creationId xmlns:a16="http://schemas.microsoft.com/office/drawing/2014/main" id="{16E9F232-0F50-F933-D9F7-571CC71F32D9}"/>
                </a:ext>
              </a:extLst>
            </p:cNvPr>
            <p:cNvSpPr>
              <a:spLocks/>
            </p:cNvSpPr>
            <p:nvPr/>
          </p:nvSpPr>
          <p:spPr bwMode="auto">
            <a:xfrm>
              <a:off x="2117077" y="2931371"/>
              <a:ext cx="2888008" cy="728631"/>
            </a:xfrm>
            <a:custGeom>
              <a:avLst/>
              <a:gdLst>
                <a:gd name="T0" fmla="*/ 0 w 1361"/>
                <a:gd name="T1" fmla="*/ 0 h 343"/>
                <a:gd name="T2" fmla="*/ 1361 w 1361"/>
                <a:gd name="T3" fmla="*/ 0 h 343"/>
                <a:gd name="T4" fmla="*/ 1190 w 1361"/>
                <a:gd name="T5" fmla="*/ 171 h 343"/>
                <a:gd name="T6" fmla="*/ 1361 w 1361"/>
                <a:gd name="T7" fmla="*/ 343 h 343"/>
                <a:gd name="T8" fmla="*/ 66 w 1361"/>
                <a:gd name="T9" fmla="*/ 343 h 343"/>
                <a:gd name="T10" fmla="*/ 0 w 1361"/>
                <a:gd name="T11" fmla="*/ 276 h 343"/>
                <a:gd name="T12" fmla="*/ 0 w 1361"/>
                <a:gd name="T13" fmla="*/ 0 h 3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61" h="343">
                  <a:moveTo>
                    <a:pt x="0" y="0"/>
                  </a:moveTo>
                  <a:cubicBezTo>
                    <a:pt x="1361" y="0"/>
                    <a:pt x="1361" y="0"/>
                    <a:pt x="1361" y="0"/>
                  </a:cubicBezTo>
                  <a:cubicBezTo>
                    <a:pt x="1266" y="0"/>
                    <a:pt x="1190" y="77"/>
                    <a:pt x="1190" y="171"/>
                  </a:cubicBezTo>
                  <a:cubicBezTo>
                    <a:pt x="1190" y="266"/>
                    <a:pt x="1266" y="342"/>
                    <a:pt x="1361" y="343"/>
                  </a:cubicBezTo>
                  <a:cubicBezTo>
                    <a:pt x="66" y="343"/>
                    <a:pt x="66" y="343"/>
                    <a:pt x="66" y="343"/>
                  </a:cubicBezTo>
                  <a:cubicBezTo>
                    <a:pt x="29" y="343"/>
                    <a:pt x="0" y="313"/>
                    <a:pt x="0" y="276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zh-CN" altLang="en-US" sz="2000" b="1" kern="0" dirty="0">
                  <a:solidFill>
                    <a:prstClr val="white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添加标题</a:t>
              </a:r>
              <a:endParaRPr lang="en-US" altLang="zh-CN" sz="2000" b="1" kern="0" dirty="0">
                <a:solidFill>
                  <a:prstClr val="white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19" name="组合">
              <a:extLst>
                <a:ext uri="{FF2B5EF4-FFF2-40B4-BE49-F238E27FC236}">
                  <a16:creationId xmlns:a16="http://schemas.microsoft.com/office/drawing/2014/main" id="{7069A47E-CF2B-AB1E-1866-4B0104EC3C42}"/>
                </a:ext>
              </a:extLst>
            </p:cNvPr>
            <p:cNvGrpSpPr/>
            <p:nvPr/>
          </p:nvGrpSpPr>
          <p:grpSpPr>
            <a:xfrm>
              <a:off x="4642360" y="2931371"/>
              <a:ext cx="725449" cy="728631"/>
              <a:chOff x="6167598" y="2961955"/>
              <a:chExt cx="1014647" cy="1019097"/>
            </a:xfrm>
          </p:grpSpPr>
          <p:sp>
            <p:nvSpPr>
              <p:cNvPr id="26" name="圆形">
                <a:extLst>
                  <a:ext uri="{FF2B5EF4-FFF2-40B4-BE49-F238E27FC236}">
                    <a16:creationId xmlns:a16="http://schemas.microsoft.com/office/drawing/2014/main" id="{24778332-50ED-33B7-9E56-6400C3FC53A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167598" y="2961955"/>
                <a:ext cx="1014647" cy="1019097"/>
              </a:xfrm>
              <a:custGeom>
                <a:avLst/>
                <a:gdLst>
                  <a:gd name="T0" fmla="*/ 171 w 342"/>
                  <a:gd name="T1" fmla="*/ 0 h 343"/>
                  <a:gd name="T2" fmla="*/ 342 w 342"/>
                  <a:gd name="T3" fmla="*/ 171 h 343"/>
                  <a:gd name="T4" fmla="*/ 171 w 342"/>
                  <a:gd name="T5" fmla="*/ 343 h 343"/>
                  <a:gd name="T6" fmla="*/ 0 w 342"/>
                  <a:gd name="T7" fmla="*/ 171 h 343"/>
                  <a:gd name="T8" fmla="*/ 171 w 342"/>
                  <a:gd name="T9" fmla="*/ 0 h 343"/>
                  <a:gd name="T10" fmla="*/ 171 w 342"/>
                  <a:gd name="T11" fmla="*/ 24 h 343"/>
                  <a:gd name="T12" fmla="*/ 318 w 342"/>
                  <a:gd name="T13" fmla="*/ 171 h 343"/>
                  <a:gd name="T14" fmla="*/ 171 w 342"/>
                  <a:gd name="T15" fmla="*/ 319 h 343"/>
                  <a:gd name="T16" fmla="*/ 24 w 342"/>
                  <a:gd name="T17" fmla="*/ 171 h 343"/>
                  <a:gd name="T18" fmla="*/ 171 w 342"/>
                  <a:gd name="T19" fmla="*/ 24 h 3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2" h="343">
                    <a:moveTo>
                      <a:pt x="171" y="0"/>
                    </a:moveTo>
                    <a:cubicBezTo>
                      <a:pt x="266" y="0"/>
                      <a:pt x="342" y="77"/>
                      <a:pt x="342" y="171"/>
                    </a:cubicBezTo>
                    <a:cubicBezTo>
                      <a:pt x="342" y="266"/>
                      <a:pt x="266" y="343"/>
                      <a:pt x="171" y="343"/>
                    </a:cubicBezTo>
                    <a:cubicBezTo>
                      <a:pt x="76" y="343"/>
                      <a:pt x="0" y="266"/>
                      <a:pt x="0" y="171"/>
                    </a:cubicBezTo>
                    <a:cubicBezTo>
                      <a:pt x="0" y="77"/>
                      <a:pt x="76" y="0"/>
                      <a:pt x="171" y="0"/>
                    </a:cubicBezTo>
                    <a:close/>
                    <a:moveTo>
                      <a:pt x="171" y="24"/>
                    </a:moveTo>
                    <a:cubicBezTo>
                      <a:pt x="252" y="24"/>
                      <a:pt x="318" y="90"/>
                      <a:pt x="318" y="171"/>
                    </a:cubicBezTo>
                    <a:cubicBezTo>
                      <a:pt x="318" y="253"/>
                      <a:pt x="252" y="319"/>
                      <a:pt x="171" y="319"/>
                    </a:cubicBezTo>
                    <a:cubicBezTo>
                      <a:pt x="90" y="319"/>
                      <a:pt x="24" y="253"/>
                      <a:pt x="24" y="171"/>
                    </a:cubicBezTo>
                    <a:cubicBezTo>
                      <a:pt x="24" y="90"/>
                      <a:pt x="90" y="24"/>
                      <a:pt x="171" y="24"/>
                    </a:cubicBezTo>
                    <a:close/>
                  </a:path>
                </a:pathLst>
              </a:custGeom>
              <a:solidFill>
                <a:sysClr val="window" lastClr="FFFFFF">
                  <a:lumMod val="95000"/>
                </a:sys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27" name="圆形">
                <a:extLst>
                  <a:ext uri="{FF2B5EF4-FFF2-40B4-BE49-F238E27FC236}">
                    <a16:creationId xmlns:a16="http://schemas.microsoft.com/office/drawing/2014/main" id="{817FFC1C-7156-3A55-EB4A-66CB2B2C14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8801" y="3033158"/>
                <a:ext cx="872240" cy="876691"/>
              </a:xfrm>
              <a:prstGeom prst="ellipse">
                <a:avLst/>
              </a:prstGeom>
              <a:solidFill>
                <a:srgbClr val="D5AF6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  <p:sp>
          <p:nvSpPr>
            <p:cNvPr id="20" name="箭头">
              <a:extLst>
                <a:ext uri="{FF2B5EF4-FFF2-40B4-BE49-F238E27FC236}">
                  <a16:creationId xmlns:a16="http://schemas.microsoft.com/office/drawing/2014/main" id="{98C2F62B-CDB6-F461-316D-A38AB3C0639C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2055" y="3022582"/>
              <a:ext cx="657571" cy="836812"/>
            </a:xfrm>
            <a:custGeom>
              <a:avLst/>
              <a:gdLst>
                <a:gd name="T0" fmla="*/ 21 w 310"/>
                <a:gd name="T1" fmla="*/ 394 h 394"/>
                <a:gd name="T2" fmla="*/ 42 w 310"/>
                <a:gd name="T3" fmla="*/ 377 h 394"/>
                <a:gd name="T4" fmla="*/ 255 w 310"/>
                <a:gd name="T5" fmla="*/ 48 h 394"/>
                <a:gd name="T6" fmla="*/ 277 w 310"/>
                <a:gd name="T7" fmla="*/ 40 h 394"/>
                <a:gd name="T8" fmla="*/ 231 w 310"/>
                <a:gd name="T9" fmla="*/ 0 h 394"/>
                <a:gd name="T10" fmla="*/ 222 w 310"/>
                <a:gd name="T11" fmla="*/ 61 h 394"/>
                <a:gd name="T12" fmla="*/ 244 w 310"/>
                <a:gd name="T13" fmla="*/ 52 h 394"/>
                <a:gd name="T14" fmla="*/ 42 w 310"/>
                <a:gd name="T15" fmla="*/ 366 h 394"/>
                <a:gd name="T16" fmla="*/ 21 w 310"/>
                <a:gd name="T17" fmla="*/ 351 h 394"/>
                <a:gd name="T18" fmla="*/ 0 w 310"/>
                <a:gd name="T19" fmla="*/ 373 h 394"/>
                <a:gd name="T20" fmla="*/ 21 w 310"/>
                <a:gd name="T21" fmla="*/ 394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0" h="394">
                  <a:moveTo>
                    <a:pt x="21" y="394"/>
                  </a:moveTo>
                  <a:cubicBezTo>
                    <a:pt x="31" y="394"/>
                    <a:pt x="40" y="387"/>
                    <a:pt x="42" y="377"/>
                  </a:cubicBezTo>
                  <a:cubicBezTo>
                    <a:pt x="199" y="364"/>
                    <a:pt x="310" y="204"/>
                    <a:pt x="255" y="48"/>
                  </a:cubicBezTo>
                  <a:cubicBezTo>
                    <a:pt x="277" y="40"/>
                    <a:pt x="277" y="40"/>
                    <a:pt x="277" y="40"/>
                  </a:cubicBezTo>
                  <a:cubicBezTo>
                    <a:pt x="231" y="0"/>
                    <a:pt x="231" y="0"/>
                    <a:pt x="231" y="0"/>
                  </a:cubicBezTo>
                  <a:cubicBezTo>
                    <a:pt x="222" y="61"/>
                    <a:pt x="222" y="61"/>
                    <a:pt x="222" y="61"/>
                  </a:cubicBezTo>
                  <a:cubicBezTo>
                    <a:pt x="244" y="52"/>
                    <a:pt x="244" y="52"/>
                    <a:pt x="244" y="52"/>
                  </a:cubicBezTo>
                  <a:cubicBezTo>
                    <a:pt x="296" y="202"/>
                    <a:pt x="191" y="353"/>
                    <a:pt x="42" y="366"/>
                  </a:cubicBezTo>
                  <a:cubicBezTo>
                    <a:pt x="39" y="357"/>
                    <a:pt x="31" y="351"/>
                    <a:pt x="21" y="351"/>
                  </a:cubicBezTo>
                  <a:cubicBezTo>
                    <a:pt x="9" y="351"/>
                    <a:pt x="0" y="361"/>
                    <a:pt x="0" y="373"/>
                  </a:cubicBezTo>
                  <a:cubicBezTo>
                    <a:pt x="0" y="385"/>
                    <a:pt x="9" y="394"/>
                    <a:pt x="21" y="394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21" name="组合">
              <a:extLst>
                <a:ext uri="{FF2B5EF4-FFF2-40B4-BE49-F238E27FC236}">
                  <a16:creationId xmlns:a16="http://schemas.microsoft.com/office/drawing/2014/main" id="{FE77B476-7331-E3B1-2F3C-9C22D2A2DAFF}"/>
                </a:ext>
              </a:extLst>
            </p:cNvPr>
            <p:cNvGrpSpPr/>
            <p:nvPr/>
          </p:nvGrpSpPr>
          <p:grpSpPr>
            <a:xfrm>
              <a:off x="4812769" y="3115914"/>
              <a:ext cx="363669" cy="359489"/>
              <a:chOff x="4356100" y="3465513"/>
              <a:chExt cx="552450" cy="546100"/>
            </a:xfrm>
            <a:solidFill>
              <a:sysClr val="window" lastClr="FFFFFF"/>
            </a:solidFill>
          </p:grpSpPr>
          <p:sp>
            <p:nvSpPr>
              <p:cNvPr id="22" name="Freeform 242">
                <a:extLst>
                  <a:ext uri="{FF2B5EF4-FFF2-40B4-BE49-F238E27FC236}">
                    <a16:creationId xmlns:a16="http://schemas.microsoft.com/office/drawing/2014/main" id="{6323F46A-500B-D193-548D-F7151D70F4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86275" y="3465513"/>
                <a:ext cx="422275" cy="422275"/>
              </a:xfrm>
              <a:custGeom>
                <a:avLst/>
                <a:gdLst>
                  <a:gd name="T0" fmla="*/ 2000 w 2664"/>
                  <a:gd name="T1" fmla="*/ 115 h 2664"/>
                  <a:gd name="T2" fmla="*/ 2063 w 2664"/>
                  <a:gd name="T3" fmla="*/ 268 h 2664"/>
                  <a:gd name="T4" fmla="*/ 2150 w 2664"/>
                  <a:gd name="T5" fmla="*/ 560 h 2664"/>
                  <a:gd name="T6" fmla="*/ 2425 w 2664"/>
                  <a:gd name="T7" fmla="*/ 602 h 2664"/>
                  <a:gd name="T8" fmla="*/ 2566 w 2664"/>
                  <a:gd name="T9" fmla="*/ 688 h 2664"/>
                  <a:gd name="T10" fmla="*/ 2660 w 2664"/>
                  <a:gd name="T11" fmla="*/ 999 h 2664"/>
                  <a:gd name="T12" fmla="*/ 2552 w 2664"/>
                  <a:gd name="T13" fmla="*/ 1126 h 2664"/>
                  <a:gd name="T14" fmla="*/ 2552 w 2664"/>
                  <a:gd name="T15" fmla="*/ 1538 h 2664"/>
                  <a:gd name="T16" fmla="*/ 2660 w 2664"/>
                  <a:gd name="T17" fmla="*/ 1662 h 2664"/>
                  <a:gd name="T18" fmla="*/ 2565 w 2664"/>
                  <a:gd name="T19" fmla="*/ 1976 h 2664"/>
                  <a:gd name="T20" fmla="*/ 2426 w 2664"/>
                  <a:gd name="T21" fmla="*/ 2062 h 2664"/>
                  <a:gd name="T22" fmla="*/ 2149 w 2664"/>
                  <a:gd name="T23" fmla="*/ 2103 h 2664"/>
                  <a:gd name="T24" fmla="*/ 2062 w 2664"/>
                  <a:gd name="T25" fmla="*/ 2395 h 2664"/>
                  <a:gd name="T26" fmla="*/ 1999 w 2664"/>
                  <a:gd name="T27" fmla="*/ 2548 h 2664"/>
                  <a:gd name="T28" fmla="*/ 1706 w 2664"/>
                  <a:gd name="T29" fmla="*/ 2664 h 2664"/>
                  <a:gd name="T30" fmla="*/ 1551 w 2664"/>
                  <a:gd name="T31" fmla="*/ 2576 h 2664"/>
                  <a:gd name="T32" fmla="*/ 1481 w 2664"/>
                  <a:gd name="T33" fmla="*/ 2322 h 2664"/>
                  <a:gd name="T34" fmla="*/ 1579 w 2664"/>
                  <a:gd name="T35" fmla="*/ 2308 h 2664"/>
                  <a:gd name="T36" fmla="*/ 1691 w 2664"/>
                  <a:gd name="T37" fmla="*/ 2520 h 2664"/>
                  <a:gd name="T38" fmla="*/ 1914 w 2664"/>
                  <a:gd name="T39" fmla="*/ 2435 h 2664"/>
                  <a:gd name="T40" fmla="*/ 1849 w 2664"/>
                  <a:gd name="T41" fmla="*/ 2216 h 2664"/>
                  <a:gd name="T42" fmla="*/ 1982 w 2664"/>
                  <a:gd name="T43" fmla="*/ 2071 h 2664"/>
                  <a:gd name="T44" fmla="*/ 2179 w 2664"/>
                  <a:gd name="T45" fmla="*/ 1854 h 2664"/>
                  <a:gd name="T46" fmla="*/ 2421 w 2664"/>
                  <a:gd name="T47" fmla="*/ 1921 h 2664"/>
                  <a:gd name="T48" fmla="*/ 2524 w 2664"/>
                  <a:gd name="T49" fmla="*/ 1696 h 2664"/>
                  <a:gd name="T50" fmla="*/ 2310 w 2664"/>
                  <a:gd name="T51" fmla="*/ 1578 h 2664"/>
                  <a:gd name="T52" fmla="*/ 2316 w 2664"/>
                  <a:gd name="T53" fmla="*/ 1293 h 2664"/>
                  <a:gd name="T54" fmla="*/ 2322 w 2664"/>
                  <a:gd name="T55" fmla="*/ 1072 h 2664"/>
                  <a:gd name="T56" fmla="*/ 2525 w 2664"/>
                  <a:gd name="T57" fmla="*/ 962 h 2664"/>
                  <a:gd name="T58" fmla="*/ 2428 w 2664"/>
                  <a:gd name="T59" fmla="*/ 745 h 2664"/>
                  <a:gd name="T60" fmla="*/ 2180 w 2664"/>
                  <a:gd name="T61" fmla="*/ 810 h 2664"/>
                  <a:gd name="T62" fmla="*/ 1983 w 2664"/>
                  <a:gd name="T63" fmla="*/ 593 h 2664"/>
                  <a:gd name="T64" fmla="*/ 1850 w 2664"/>
                  <a:gd name="T65" fmla="*/ 448 h 2664"/>
                  <a:gd name="T66" fmla="*/ 1915 w 2664"/>
                  <a:gd name="T67" fmla="*/ 228 h 2664"/>
                  <a:gd name="T68" fmla="*/ 1686 w 2664"/>
                  <a:gd name="T69" fmla="*/ 146 h 2664"/>
                  <a:gd name="T70" fmla="*/ 1563 w 2664"/>
                  <a:gd name="T71" fmla="*/ 364 h 2664"/>
                  <a:gd name="T72" fmla="*/ 1218 w 2664"/>
                  <a:gd name="T73" fmla="*/ 354 h 2664"/>
                  <a:gd name="T74" fmla="*/ 1063 w 2664"/>
                  <a:gd name="T75" fmla="*/ 325 h 2664"/>
                  <a:gd name="T76" fmla="*/ 953 w 2664"/>
                  <a:gd name="T77" fmla="*/ 139 h 2664"/>
                  <a:gd name="T78" fmla="*/ 743 w 2664"/>
                  <a:gd name="T79" fmla="*/ 255 h 2664"/>
                  <a:gd name="T80" fmla="*/ 801 w 2664"/>
                  <a:gd name="T81" fmla="*/ 501 h 2664"/>
                  <a:gd name="T82" fmla="*/ 553 w 2664"/>
                  <a:gd name="T83" fmla="*/ 732 h 2664"/>
                  <a:gd name="T84" fmla="*/ 430 w 2664"/>
                  <a:gd name="T85" fmla="*/ 810 h 2664"/>
                  <a:gd name="T86" fmla="*/ 221 w 2664"/>
                  <a:gd name="T87" fmla="*/ 757 h 2664"/>
                  <a:gd name="T88" fmla="*/ 154 w 2664"/>
                  <a:gd name="T89" fmla="*/ 988 h 2664"/>
                  <a:gd name="T90" fmla="*/ 368 w 2664"/>
                  <a:gd name="T91" fmla="*/ 1116 h 2664"/>
                  <a:gd name="T92" fmla="*/ 309 w 2664"/>
                  <a:gd name="T93" fmla="*/ 1195 h 2664"/>
                  <a:gd name="T94" fmla="*/ 43 w 2664"/>
                  <a:gd name="T95" fmla="*/ 1074 h 2664"/>
                  <a:gd name="T96" fmla="*/ 4 w 2664"/>
                  <a:gd name="T97" fmla="*/ 915 h 2664"/>
                  <a:gd name="T98" fmla="*/ 159 w 2664"/>
                  <a:gd name="T99" fmla="*/ 627 h 2664"/>
                  <a:gd name="T100" fmla="*/ 324 w 2664"/>
                  <a:gd name="T101" fmla="*/ 615 h 2664"/>
                  <a:gd name="T102" fmla="*/ 660 w 2664"/>
                  <a:gd name="T103" fmla="*/ 430 h 2664"/>
                  <a:gd name="T104" fmla="*/ 616 w 2664"/>
                  <a:gd name="T105" fmla="*/ 184 h 2664"/>
                  <a:gd name="T106" fmla="*/ 889 w 2664"/>
                  <a:gd name="T107" fmla="*/ 13 h 2664"/>
                  <a:gd name="T108" fmla="*/ 1054 w 2664"/>
                  <a:gd name="T109" fmla="*/ 27 h 2664"/>
                  <a:gd name="T110" fmla="*/ 1252 w 2664"/>
                  <a:gd name="T111" fmla="*/ 211 h 2664"/>
                  <a:gd name="T112" fmla="*/ 1570 w 2664"/>
                  <a:gd name="T113" fmla="*/ 62 h 2664"/>
                  <a:gd name="T114" fmla="*/ 1720 w 2664"/>
                  <a:gd name="T115" fmla="*/ 0 h 26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2664" h="2664">
                    <a:moveTo>
                      <a:pt x="1720" y="0"/>
                    </a:moveTo>
                    <a:lnTo>
                      <a:pt x="1749" y="4"/>
                    </a:lnTo>
                    <a:lnTo>
                      <a:pt x="1777" y="13"/>
                    </a:lnTo>
                    <a:lnTo>
                      <a:pt x="1951" y="86"/>
                    </a:lnTo>
                    <a:lnTo>
                      <a:pt x="1977" y="98"/>
                    </a:lnTo>
                    <a:lnTo>
                      <a:pt x="2000" y="115"/>
                    </a:lnTo>
                    <a:lnTo>
                      <a:pt x="2020" y="135"/>
                    </a:lnTo>
                    <a:lnTo>
                      <a:pt x="2036" y="158"/>
                    </a:lnTo>
                    <a:lnTo>
                      <a:pt x="2050" y="185"/>
                    </a:lnTo>
                    <a:lnTo>
                      <a:pt x="2059" y="212"/>
                    </a:lnTo>
                    <a:lnTo>
                      <a:pt x="2063" y="240"/>
                    </a:lnTo>
                    <a:lnTo>
                      <a:pt x="2063" y="268"/>
                    </a:lnTo>
                    <a:lnTo>
                      <a:pt x="2059" y="296"/>
                    </a:lnTo>
                    <a:lnTo>
                      <a:pt x="2050" y="324"/>
                    </a:lnTo>
                    <a:lnTo>
                      <a:pt x="2005" y="431"/>
                    </a:lnTo>
                    <a:lnTo>
                      <a:pt x="2055" y="471"/>
                    </a:lnTo>
                    <a:lnTo>
                      <a:pt x="2104" y="515"/>
                    </a:lnTo>
                    <a:lnTo>
                      <a:pt x="2150" y="560"/>
                    </a:lnTo>
                    <a:lnTo>
                      <a:pt x="2193" y="608"/>
                    </a:lnTo>
                    <a:lnTo>
                      <a:pt x="2234" y="660"/>
                    </a:lnTo>
                    <a:lnTo>
                      <a:pt x="2341" y="615"/>
                    </a:lnTo>
                    <a:lnTo>
                      <a:pt x="2369" y="606"/>
                    </a:lnTo>
                    <a:lnTo>
                      <a:pt x="2396" y="602"/>
                    </a:lnTo>
                    <a:lnTo>
                      <a:pt x="2425" y="602"/>
                    </a:lnTo>
                    <a:lnTo>
                      <a:pt x="2453" y="606"/>
                    </a:lnTo>
                    <a:lnTo>
                      <a:pt x="2480" y="615"/>
                    </a:lnTo>
                    <a:lnTo>
                      <a:pt x="2506" y="628"/>
                    </a:lnTo>
                    <a:lnTo>
                      <a:pt x="2529" y="645"/>
                    </a:lnTo>
                    <a:lnTo>
                      <a:pt x="2549" y="665"/>
                    </a:lnTo>
                    <a:lnTo>
                      <a:pt x="2566" y="688"/>
                    </a:lnTo>
                    <a:lnTo>
                      <a:pt x="2580" y="714"/>
                    </a:lnTo>
                    <a:lnTo>
                      <a:pt x="2651" y="888"/>
                    </a:lnTo>
                    <a:lnTo>
                      <a:pt x="2660" y="915"/>
                    </a:lnTo>
                    <a:lnTo>
                      <a:pt x="2664" y="944"/>
                    </a:lnTo>
                    <a:lnTo>
                      <a:pt x="2664" y="971"/>
                    </a:lnTo>
                    <a:lnTo>
                      <a:pt x="2660" y="999"/>
                    </a:lnTo>
                    <a:lnTo>
                      <a:pt x="2651" y="1027"/>
                    </a:lnTo>
                    <a:lnTo>
                      <a:pt x="2638" y="1052"/>
                    </a:lnTo>
                    <a:lnTo>
                      <a:pt x="2621" y="1075"/>
                    </a:lnTo>
                    <a:lnTo>
                      <a:pt x="2601" y="1095"/>
                    </a:lnTo>
                    <a:lnTo>
                      <a:pt x="2577" y="1112"/>
                    </a:lnTo>
                    <a:lnTo>
                      <a:pt x="2552" y="1126"/>
                    </a:lnTo>
                    <a:lnTo>
                      <a:pt x="2445" y="1170"/>
                    </a:lnTo>
                    <a:lnTo>
                      <a:pt x="2453" y="1251"/>
                    </a:lnTo>
                    <a:lnTo>
                      <a:pt x="2456" y="1331"/>
                    </a:lnTo>
                    <a:lnTo>
                      <a:pt x="2453" y="1413"/>
                    </a:lnTo>
                    <a:lnTo>
                      <a:pt x="2445" y="1493"/>
                    </a:lnTo>
                    <a:lnTo>
                      <a:pt x="2552" y="1538"/>
                    </a:lnTo>
                    <a:lnTo>
                      <a:pt x="2579" y="1552"/>
                    </a:lnTo>
                    <a:lnTo>
                      <a:pt x="2602" y="1568"/>
                    </a:lnTo>
                    <a:lnTo>
                      <a:pt x="2622" y="1589"/>
                    </a:lnTo>
                    <a:lnTo>
                      <a:pt x="2638" y="1612"/>
                    </a:lnTo>
                    <a:lnTo>
                      <a:pt x="2650" y="1636"/>
                    </a:lnTo>
                    <a:lnTo>
                      <a:pt x="2660" y="1662"/>
                    </a:lnTo>
                    <a:lnTo>
                      <a:pt x="2664" y="1691"/>
                    </a:lnTo>
                    <a:lnTo>
                      <a:pt x="2664" y="1719"/>
                    </a:lnTo>
                    <a:lnTo>
                      <a:pt x="2660" y="1748"/>
                    </a:lnTo>
                    <a:lnTo>
                      <a:pt x="2651" y="1775"/>
                    </a:lnTo>
                    <a:lnTo>
                      <a:pt x="2579" y="1949"/>
                    </a:lnTo>
                    <a:lnTo>
                      <a:pt x="2565" y="1976"/>
                    </a:lnTo>
                    <a:lnTo>
                      <a:pt x="2548" y="2000"/>
                    </a:lnTo>
                    <a:lnTo>
                      <a:pt x="2528" y="2019"/>
                    </a:lnTo>
                    <a:lnTo>
                      <a:pt x="2505" y="2035"/>
                    </a:lnTo>
                    <a:lnTo>
                      <a:pt x="2479" y="2048"/>
                    </a:lnTo>
                    <a:lnTo>
                      <a:pt x="2453" y="2056"/>
                    </a:lnTo>
                    <a:lnTo>
                      <a:pt x="2426" y="2062"/>
                    </a:lnTo>
                    <a:lnTo>
                      <a:pt x="2397" y="2062"/>
                    </a:lnTo>
                    <a:lnTo>
                      <a:pt x="2369" y="2058"/>
                    </a:lnTo>
                    <a:lnTo>
                      <a:pt x="2340" y="2048"/>
                    </a:lnTo>
                    <a:lnTo>
                      <a:pt x="2233" y="2004"/>
                    </a:lnTo>
                    <a:lnTo>
                      <a:pt x="2192" y="2054"/>
                    </a:lnTo>
                    <a:lnTo>
                      <a:pt x="2149" y="2103"/>
                    </a:lnTo>
                    <a:lnTo>
                      <a:pt x="2103" y="2149"/>
                    </a:lnTo>
                    <a:lnTo>
                      <a:pt x="2054" y="2191"/>
                    </a:lnTo>
                    <a:lnTo>
                      <a:pt x="2004" y="2232"/>
                    </a:lnTo>
                    <a:lnTo>
                      <a:pt x="2048" y="2340"/>
                    </a:lnTo>
                    <a:lnTo>
                      <a:pt x="2058" y="2367"/>
                    </a:lnTo>
                    <a:lnTo>
                      <a:pt x="2062" y="2395"/>
                    </a:lnTo>
                    <a:lnTo>
                      <a:pt x="2062" y="2423"/>
                    </a:lnTo>
                    <a:lnTo>
                      <a:pt x="2058" y="2452"/>
                    </a:lnTo>
                    <a:lnTo>
                      <a:pt x="2048" y="2479"/>
                    </a:lnTo>
                    <a:lnTo>
                      <a:pt x="2035" y="2504"/>
                    </a:lnTo>
                    <a:lnTo>
                      <a:pt x="2019" y="2528"/>
                    </a:lnTo>
                    <a:lnTo>
                      <a:pt x="1999" y="2548"/>
                    </a:lnTo>
                    <a:lnTo>
                      <a:pt x="1975" y="2564"/>
                    </a:lnTo>
                    <a:lnTo>
                      <a:pt x="1950" y="2578"/>
                    </a:lnTo>
                    <a:lnTo>
                      <a:pt x="1776" y="2650"/>
                    </a:lnTo>
                    <a:lnTo>
                      <a:pt x="1753" y="2657"/>
                    </a:lnTo>
                    <a:lnTo>
                      <a:pt x="1730" y="2661"/>
                    </a:lnTo>
                    <a:lnTo>
                      <a:pt x="1706" y="2664"/>
                    </a:lnTo>
                    <a:lnTo>
                      <a:pt x="1672" y="2660"/>
                    </a:lnTo>
                    <a:lnTo>
                      <a:pt x="1637" y="2650"/>
                    </a:lnTo>
                    <a:lnTo>
                      <a:pt x="1610" y="2636"/>
                    </a:lnTo>
                    <a:lnTo>
                      <a:pt x="1588" y="2619"/>
                    </a:lnTo>
                    <a:lnTo>
                      <a:pt x="1568" y="2599"/>
                    </a:lnTo>
                    <a:lnTo>
                      <a:pt x="1551" y="2576"/>
                    </a:lnTo>
                    <a:lnTo>
                      <a:pt x="1538" y="2551"/>
                    </a:lnTo>
                    <a:lnTo>
                      <a:pt x="1472" y="2391"/>
                    </a:lnTo>
                    <a:lnTo>
                      <a:pt x="1467" y="2373"/>
                    </a:lnTo>
                    <a:lnTo>
                      <a:pt x="1467" y="2355"/>
                    </a:lnTo>
                    <a:lnTo>
                      <a:pt x="1472" y="2338"/>
                    </a:lnTo>
                    <a:lnTo>
                      <a:pt x="1481" y="2322"/>
                    </a:lnTo>
                    <a:lnTo>
                      <a:pt x="1493" y="2309"/>
                    </a:lnTo>
                    <a:lnTo>
                      <a:pt x="1510" y="2299"/>
                    </a:lnTo>
                    <a:lnTo>
                      <a:pt x="1528" y="2295"/>
                    </a:lnTo>
                    <a:lnTo>
                      <a:pt x="1546" y="2295"/>
                    </a:lnTo>
                    <a:lnTo>
                      <a:pt x="1564" y="2300"/>
                    </a:lnTo>
                    <a:lnTo>
                      <a:pt x="1579" y="2308"/>
                    </a:lnTo>
                    <a:lnTo>
                      <a:pt x="1593" y="2321"/>
                    </a:lnTo>
                    <a:lnTo>
                      <a:pt x="1602" y="2338"/>
                    </a:lnTo>
                    <a:lnTo>
                      <a:pt x="1667" y="2497"/>
                    </a:lnTo>
                    <a:lnTo>
                      <a:pt x="1674" y="2508"/>
                    </a:lnTo>
                    <a:lnTo>
                      <a:pt x="1681" y="2515"/>
                    </a:lnTo>
                    <a:lnTo>
                      <a:pt x="1691" y="2520"/>
                    </a:lnTo>
                    <a:lnTo>
                      <a:pt x="1701" y="2523"/>
                    </a:lnTo>
                    <a:lnTo>
                      <a:pt x="1713" y="2523"/>
                    </a:lnTo>
                    <a:lnTo>
                      <a:pt x="1722" y="2520"/>
                    </a:lnTo>
                    <a:lnTo>
                      <a:pt x="1896" y="2449"/>
                    </a:lnTo>
                    <a:lnTo>
                      <a:pt x="1906" y="2443"/>
                    </a:lnTo>
                    <a:lnTo>
                      <a:pt x="1914" y="2435"/>
                    </a:lnTo>
                    <a:lnTo>
                      <a:pt x="1919" y="2425"/>
                    </a:lnTo>
                    <a:lnTo>
                      <a:pt x="1923" y="2415"/>
                    </a:lnTo>
                    <a:lnTo>
                      <a:pt x="1923" y="2404"/>
                    </a:lnTo>
                    <a:lnTo>
                      <a:pt x="1919" y="2394"/>
                    </a:lnTo>
                    <a:lnTo>
                      <a:pt x="1853" y="2235"/>
                    </a:lnTo>
                    <a:lnTo>
                      <a:pt x="1849" y="2216"/>
                    </a:lnTo>
                    <a:lnTo>
                      <a:pt x="1849" y="2197"/>
                    </a:lnTo>
                    <a:lnTo>
                      <a:pt x="1855" y="2178"/>
                    </a:lnTo>
                    <a:lnTo>
                      <a:pt x="1865" y="2162"/>
                    </a:lnTo>
                    <a:lnTo>
                      <a:pt x="1879" y="2149"/>
                    </a:lnTo>
                    <a:lnTo>
                      <a:pt x="1932" y="2111"/>
                    </a:lnTo>
                    <a:lnTo>
                      <a:pt x="1982" y="2071"/>
                    </a:lnTo>
                    <a:lnTo>
                      <a:pt x="2028" y="2027"/>
                    </a:lnTo>
                    <a:lnTo>
                      <a:pt x="2072" y="1981"/>
                    </a:lnTo>
                    <a:lnTo>
                      <a:pt x="2112" y="1931"/>
                    </a:lnTo>
                    <a:lnTo>
                      <a:pt x="2150" y="1878"/>
                    </a:lnTo>
                    <a:lnTo>
                      <a:pt x="2163" y="1864"/>
                    </a:lnTo>
                    <a:lnTo>
                      <a:pt x="2179" y="1854"/>
                    </a:lnTo>
                    <a:lnTo>
                      <a:pt x="2197" y="1849"/>
                    </a:lnTo>
                    <a:lnTo>
                      <a:pt x="2216" y="1848"/>
                    </a:lnTo>
                    <a:lnTo>
                      <a:pt x="2236" y="1853"/>
                    </a:lnTo>
                    <a:lnTo>
                      <a:pt x="2395" y="1919"/>
                    </a:lnTo>
                    <a:lnTo>
                      <a:pt x="2408" y="1922"/>
                    </a:lnTo>
                    <a:lnTo>
                      <a:pt x="2421" y="1921"/>
                    </a:lnTo>
                    <a:lnTo>
                      <a:pt x="2433" y="1916"/>
                    </a:lnTo>
                    <a:lnTo>
                      <a:pt x="2442" y="1908"/>
                    </a:lnTo>
                    <a:lnTo>
                      <a:pt x="2450" y="1896"/>
                    </a:lnTo>
                    <a:lnTo>
                      <a:pt x="2523" y="1722"/>
                    </a:lnTo>
                    <a:lnTo>
                      <a:pt x="2525" y="1710"/>
                    </a:lnTo>
                    <a:lnTo>
                      <a:pt x="2524" y="1696"/>
                    </a:lnTo>
                    <a:lnTo>
                      <a:pt x="2519" y="1684"/>
                    </a:lnTo>
                    <a:lnTo>
                      <a:pt x="2511" y="1675"/>
                    </a:lnTo>
                    <a:lnTo>
                      <a:pt x="2499" y="1668"/>
                    </a:lnTo>
                    <a:lnTo>
                      <a:pt x="2340" y="1602"/>
                    </a:lnTo>
                    <a:lnTo>
                      <a:pt x="2323" y="1592"/>
                    </a:lnTo>
                    <a:lnTo>
                      <a:pt x="2310" y="1578"/>
                    </a:lnTo>
                    <a:lnTo>
                      <a:pt x="2301" y="1561"/>
                    </a:lnTo>
                    <a:lnTo>
                      <a:pt x="2297" y="1542"/>
                    </a:lnTo>
                    <a:lnTo>
                      <a:pt x="2298" y="1523"/>
                    </a:lnTo>
                    <a:lnTo>
                      <a:pt x="2310" y="1447"/>
                    </a:lnTo>
                    <a:lnTo>
                      <a:pt x="2316" y="1370"/>
                    </a:lnTo>
                    <a:lnTo>
                      <a:pt x="2316" y="1293"/>
                    </a:lnTo>
                    <a:lnTo>
                      <a:pt x="2310" y="1218"/>
                    </a:lnTo>
                    <a:lnTo>
                      <a:pt x="2298" y="1141"/>
                    </a:lnTo>
                    <a:lnTo>
                      <a:pt x="2297" y="1122"/>
                    </a:lnTo>
                    <a:lnTo>
                      <a:pt x="2301" y="1103"/>
                    </a:lnTo>
                    <a:lnTo>
                      <a:pt x="2310" y="1086"/>
                    </a:lnTo>
                    <a:lnTo>
                      <a:pt x="2322" y="1072"/>
                    </a:lnTo>
                    <a:lnTo>
                      <a:pt x="2340" y="1063"/>
                    </a:lnTo>
                    <a:lnTo>
                      <a:pt x="2499" y="996"/>
                    </a:lnTo>
                    <a:lnTo>
                      <a:pt x="2509" y="991"/>
                    </a:lnTo>
                    <a:lnTo>
                      <a:pt x="2517" y="983"/>
                    </a:lnTo>
                    <a:lnTo>
                      <a:pt x="2523" y="973"/>
                    </a:lnTo>
                    <a:lnTo>
                      <a:pt x="2525" y="962"/>
                    </a:lnTo>
                    <a:lnTo>
                      <a:pt x="2525" y="952"/>
                    </a:lnTo>
                    <a:lnTo>
                      <a:pt x="2523" y="941"/>
                    </a:lnTo>
                    <a:lnTo>
                      <a:pt x="2451" y="768"/>
                    </a:lnTo>
                    <a:lnTo>
                      <a:pt x="2445" y="758"/>
                    </a:lnTo>
                    <a:lnTo>
                      <a:pt x="2437" y="751"/>
                    </a:lnTo>
                    <a:lnTo>
                      <a:pt x="2428" y="745"/>
                    </a:lnTo>
                    <a:lnTo>
                      <a:pt x="2412" y="742"/>
                    </a:lnTo>
                    <a:lnTo>
                      <a:pt x="2396" y="745"/>
                    </a:lnTo>
                    <a:lnTo>
                      <a:pt x="2236" y="811"/>
                    </a:lnTo>
                    <a:lnTo>
                      <a:pt x="2217" y="816"/>
                    </a:lnTo>
                    <a:lnTo>
                      <a:pt x="2198" y="815"/>
                    </a:lnTo>
                    <a:lnTo>
                      <a:pt x="2180" y="810"/>
                    </a:lnTo>
                    <a:lnTo>
                      <a:pt x="2164" y="799"/>
                    </a:lnTo>
                    <a:lnTo>
                      <a:pt x="2150" y="784"/>
                    </a:lnTo>
                    <a:lnTo>
                      <a:pt x="2113" y="732"/>
                    </a:lnTo>
                    <a:lnTo>
                      <a:pt x="2072" y="682"/>
                    </a:lnTo>
                    <a:lnTo>
                      <a:pt x="2029" y="636"/>
                    </a:lnTo>
                    <a:lnTo>
                      <a:pt x="1983" y="593"/>
                    </a:lnTo>
                    <a:lnTo>
                      <a:pt x="1933" y="551"/>
                    </a:lnTo>
                    <a:lnTo>
                      <a:pt x="1880" y="515"/>
                    </a:lnTo>
                    <a:lnTo>
                      <a:pt x="1866" y="501"/>
                    </a:lnTo>
                    <a:lnTo>
                      <a:pt x="1855" y="485"/>
                    </a:lnTo>
                    <a:lnTo>
                      <a:pt x="1850" y="467"/>
                    </a:lnTo>
                    <a:lnTo>
                      <a:pt x="1850" y="448"/>
                    </a:lnTo>
                    <a:lnTo>
                      <a:pt x="1855" y="429"/>
                    </a:lnTo>
                    <a:lnTo>
                      <a:pt x="1920" y="269"/>
                    </a:lnTo>
                    <a:lnTo>
                      <a:pt x="1924" y="258"/>
                    </a:lnTo>
                    <a:lnTo>
                      <a:pt x="1924" y="248"/>
                    </a:lnTo>
                    <a:lnTo>
                      <a:pt x="1920" y="237"/>
                    </a:lnTo>
                    <a:lnTo>
                      <a:pt x="1915" y="228"/>
                    </a:lnTo>
                    <a:lnTo>
                      <a:pt x="1908" y="221"/>
                    </a:lnTo>
                    <a:lnTo>
                      <a:pt x="1898" y="215"/>
                    </a:lnTo>
                    <a:lnTo>
                      <a:pt x="1724" y="143"/>
                    </a:lnTo>
                    <a:lnTo>
                      <a:pt x="1711" y="139"/>
                    </a:lnTo>
                    <a:lnTo>
                      <a:pt x="1698" y="140"/>
                    </a:lnTo>
                    <a:lnTo>
                      <a:pt x="1686" y="146"/>
                    </a:lnTo>
                    <a:lnTo>
                      <a:pt x="1676" y="154"/>
                    </a:lnTo>
                    <a:lnTo>
                      <a:pt x="1670" y="165"/>
                    </a:lnTo>
                    <a:lnTo>
                      <a:pt x="1603" y="325"/>
                    </a:lnTo>
                    <a:lnTo>
                      <a:pt x="1594" y="342"/>
                    </a:lnTo>
                    <a:lnTo>
                      <a:pt x="1580" y="354"/>
                    </a:lnTo>
                    <a:lnTo>
                      <a:pt x="1563" y="364"/>
                    </a:lnTo>
                    <a:lnTo>
                      <a:pt x="1544" y="368"/>
                    </a:lnTo>
                    <a:lnTo>
                      <a:pt x="1524" y="367"/>
                    </a:lnTo>
                    <a:lnTo>
                      <a:pt x="1448" y="354"/>
                    </a:lnTo>
                    <a:lnTo>
                      <a:pt x="1372" y="348"/>
                    </a:lnTo>
                    <a:lnTo>
                      <a:pt x="1295" y="348"/>
                    </a:lnTo>
                    <a:lnTo>
                      <a:pt x="1218" y="354"/>
                    </a:lnTo>
                    <a:lnTo>
                      <a:pt x="1142" y="367"/>
                    </a:lnTo>
                    <a:lnTo>
                      <a:pt x="1122" y="368"/>
                    </a:lnTo>
                    <a:lnTo>
                      <a:pt x="1104" y="364"/>
                    </a:lnTo>
                    <a:lnTo>
                      <a:pt x="1087" y="355"/>
                    </a:lnTo>
                    <a:lnTo>
                      <a:pt x="1074" y="342"/>
                    </a:lnTo>
                    <a:lnTo>
                      <a:pt x="1063" y="325"/>
                    </a:lnTo>
                    <a:lnTo>
                      <a:pt x="998" y="165"/>
                    </a:lnTo>
                    <a:lnTo>
                      <a:pt x="991" y="155"/>
                    </a:lnTo>
                    <a:lnTo>
                      <a:pt x="984" y="148"/>
                    </a:lnTo>
                    <a:lnTo>
                      <a:pt x="975" y="143"/>
                    </a:lnTo>
                    <a:lnTo>
                      <a:pt x="964" y="139"/>
                    </a:lnTo>
                    <a:lnTo>
                      <a:pt x="953" y="139"/>
                    </a:lnTo>
                    <a:lnTo>
                      <a:pt x="943" y="143"/>
                    </a:lnTo>
                    <a:lnTo>
                      <a:pt x="769" y="214"/>
                    </a:lnTo>
                    <a:lnTo>
                      <a:pt x="757" y="222"/>
                    </a:lnTo>
                    <a:lnTo>
                      <a:pt x="749" y="231"/>
                    </a:lnTo>
                    <a:lnTo>
                      <a:pt x="745" y="243"/>
                    </a:lnTo>
                    <a:lnTo>
                      <a:pt x="743" y="255"/>
                    </a:lnTo>
                    <a:lnTo>
                      <a:pt x="746" y="269"/>
                    </a:lnTo>
                    <a:lnTo>
                      <a:pt x="812" y="428"/>
                    </a:lnTo>
                    <a:lnTo>
                      <a:pt x="817" y="447"/>
                    </a:lnTo>
                    <a:lnTo>
                      <a:pt x="816" y="466"/>
                    </a:lnTo>
                    <a:lnTo>
                      <a:pt x="811" y="484"/>
                    </a:lnTo>
                    <a:lnTo>
                      <a:pt x="801" y="501"/>
                    </a:lnTo>
                    <a:lnTo>
                      <a:pt x="786" y="514"/>
                    </a:lnTo>
                    <a:lnTo>
                      <a:pt x="733" y="551"/>
                    </a:lnTo>
                    <a:lnTo>
                      <a:pt x="684" y="592"/>
                    </a:lnTo>
                    <a:lnTo>
                      <a:pt x="637" y="635"/>
                    </a:lnTo>
                    <a:lnTo>
                      <a:pt x="593" y="682"/>
                    </a:lnTo>
                    <a:lnTo>
                      <a:pt x="553" y="732"/>
                    </a:lnTo>
                    <a:lnTo>
                      <a:pt x="515" y="784"/>
                    </a:lnTo>
                    <a:lnTo>
                      <a:pt x="502" y="798"/>
                    </a:lnTo>
                    <a:lnTo>
                      <a:pt x="486" y="809"/>
                    </a:lnTo>
                    <a:lnTo>
                      <a:pt x="468" y="814"/>
                    </a:lnTo>
                    <a:lnTo>
                      <a:pt x="449" y="815"/>
                    </a:lnTo>
                    <a:lnTo>
                      <a:pt x="430" y="810"/>
                    </a:lnTo>
                    <a:lnTo>
                      <a:pt x="270" y="743"/>
                    </a:lnTo>
                    <a:lnTo>
                      <a:pt x="260" y="741"/>
                    </a:lnTo>
                    <a:lnTo>
                      <a:pt x="249" y="741"/>
                    </a:lnTo>
                    <a:lnTo>
                      <a:pt x="238" y="743"/>
                    </a:lnTo>
                    <a:lnTo>
                      <a:pt x="229" y="750"/>
                    </a:lnTo>
                    <a:lnTo>
                      <a:pt x="221" y="757"/>
                    </a:lnTo>
                    <a:lnTo>
                      <a:pt x="215" y="766"/>
                    </a:lnTo>
                    <a:lnTo>
                      <a:pt x="144" y="940"/>
                    </a:lnTo>
                    <a:lnTo>
                      <a:pt x="140" y="953"/>
                    </a:lnTo>
                    <a:lnTo>
                      <a:pt x="141" y="966"/>
                    </a:lnTo>
                    <a:lnTo>
                      <a:pt x="146" y="978"/>
                    </a:lnTo>
                    <a:lnTo>
                      <a:pt x="154" y="988"/>
                    </a:lnTo>
                    <a:lnTo>
                      <a:pt x="166" y="995"/>
                    </a:lnTo>
                    <a:lnTo>
                      <a:pt x="326" y="1061"/>
                    </a:lnTo>
                    <a:lnTo>
                      <a:pt x="342" y="1070"/>
                    </a:lnTo>
                    <a:lnTo>
                      <a:pt x="354" y="1083"/>
                    </a:lnTo>
                    <a:lnTo>
                      <a:pt x="364" y="1098"/>
                    </a:lnTo>
                    <a:lnTo>
                      <a:pt x="368" y="1116"/>
                    </a:lnTo>
                    <a:lnTo>
                      <a:pt x="369" y="1134"/>
                    </a:lnTo>
                    <a:lnTo>
                      <a:pt x="364" y="1152"/>
                    </a:lnTo>
                    <a:lnTo>
                      <a:pt x="354" y="1169"/>
                    </a:lnTo>
                    <a:lnTo>
                      <a:pt x="342" y="1182"/>
                    </a:lnTo>
                    <a:lnTo>
                      <a:pt x="326" y="1191"/>
                    </a:lnTo>
                    <a:lnTo>
                      <a:pt x="309" y="1195"/>
                    </a:lnTo>
                    <a:lnTo>
                      <a:pt x="290" y="1195"/>
                    </a:lnTo>
                    <a:lnTo>
                      <a:pt x="272" y="1191"/>
                    </a:lnTo>
                    <a:lnTo>
                      <a:pt x="113" y="1125"/>
                    </a:lnTo>
                    <a:lnTo>
                      <a:pt x="87" y="1111"/>
                    </a:lnTo>
                    <a:lnTo>
                      <a:pt x="62" y="1094"/>
                    </a:lnTo>
                    <a:lnTo>
                      <a:pt x="43" y="1074"/>
                    </a:lnTo>
                    <a:lnTo>
                      <a:pt x="27" y="1051"/>
                    </a:lnTo>
                    <a:lnTo>
                      <a:pt x="14" y="1027"/>
                    </a:lnTo>
                    <a:lnTo>
                      <a:pt x="5" y="999"/>
                    </a:lnTo>
                    <a:lnTo>
                      <a:pt x="0" y="972"/>
                    </a:lnTo>
                    <a:lnTo>
                      <a:pt x="0" y="944"/>
                    </a:lnTo>
                    <a:lnTo>
                      <a:pt x="4" y="915"/>
                    </a:lnTo>
                    <a:lnTo>
                      <a:pt x="14" y="887"/>
                    </a:lnTo>
                    <a:lnTo>
                      <a:pt x="87" y="713"/>
                    </a:lnTo>
                    <a:lnTo>
                      <a:pt x="99" y="687"/>
                    </a:lnTo>
                    <a:lnTo>
                      <a:pt x="116" y="664"/>
                    </a:lnTo>
                    <a:lnTo>
                      <a:pt x="136" y="644"/>
                    </a:lnTo>
                    <a:lnTo>
                      <a:pt x="159" y="627"/>
                    </a:lnTo>
                    <a:lnTo>
                      <a:pt x="185" y="615"/>
                    </a:lnTo>
                    <a:lnTo>
                      <a:pt x="212" y="605"/>
                    </a:lnTo>
                    <a:lnTo>
                      <a:pt x="241" y="601"/>
                    </a:lnTo>
                    <a:lnTo>
                      <a:pt x="269" y="601"/>
                    </a:lnTo>
                    <a:lnTo>
                      <a:pt x="296" y="605"/>
                    </a:lnTo>
                    <a:lnTo>
                      <a:pt x="324" y="615"/>
                    </a:lnTo>
                    <a:lnTo>
                      <a:pt x="433" y="659"/>
                    </a:lnTo>
                    <a:lnTo>
                      <a:pt x="473" y="608"/>
                    </a:lnTo>
                    <a:lnTo>
                      <a:pt x="516" y="560"/>
                    </a:lnTo>
                    <a:lnTo>
                      <a:pt x="561" y="514"/>
                    </a:lnTo>
                    <a:lnTo>
                      <a:pt x="610" y="470"/>
                    </a:lnTo>
                    <a:lnTo>
                      <a:pt x="660" y="430"/>
                    </a:lnTo>
                    <a:lnTo>
                      <a:pt x="616" y="323"/>
                    </a:lnTo>
                    <a:lnTo>
                      <a:pt x="607" y="294"/>
                    </a:lnTo>
                    <a:lnTo>
                      <a:pt x="602" y="266"/>
                    </a:lnTo>
                    <a:lnTo>
                      <a:pt x="603" y="237"/>
                    </a:lnTo>
                    <a:lnTo>
                      <a:pt x="608" y="210"/>
                    </a:lnTo>
                    <a:lnTo>
                      <a:pt x="616" y="184"/>
                    </a:lnTo>
                    <a:lnTo>
                      <a:pt x="629" y="158"/>
                    </a:lnTo>
                    <a:lnTo>
                      <a:pt x="646" y="136"/>
                    </a:lnTo>
                    <a:lnTo>
                      <a:pt x="666" y="115"/>
                    </a:lnTo>
                    <a:lnTo>
                      <a:pt x="689" y="98"/>
                    </a:lnTo>
                    <a:lnTo>
                      <a:pt x="715" y="85"/>
                    </a:lnTo>
                    <a:lnTo>
                      <a:pt x="889" y="13"/>
                    </a:lnTo>
                    <a:lnTo>
                      <a:pt x="917" y="4"/>
                    </a:lnTo>
                    <a:lnTo>
                      <a:pt x="944" y="0"/>
                    </a:lnTo>
                    <a:lnTo>
                      <a:pt x="972" y="0"/>
                    </a:lnTo>
                    <a:lnTo>
                      <a:pt x="1001" y="4"/>
                    </a:lnTo>
                    <a:lnTo>
                      <a:pt x="1028" y="13"/>
                    </a:lnTo>
                    <a:lnTo>
                      <a:pt x="1054" y="27"/>
                    </a:lnTo>
                    <a:lnTo>
                      <a:pt x="1077" y="43"/>
                    </a:lnTo>
                    <a:lnTo>
                      <a:pt x="1097" y="64"/>
                    </a:lnTo>
                    <a:lnTo>
                      <a:pt x="1114" y="87"/>
                    </a:lnTo>
                    <a:lnTo>
                      <a:pt x="1126" y="112"/>
                    </a:lnTo>
                    <a:lnTo>
                      <a:pt x="1172" y="219"/>
                    </a:lnTo>
                    <a:lnTo>
                      <a:pt x="1252" y="211"/>
                    </a:lnTo>
                    <a:lnTo>
                      <a:pt x="1333" y="208"/>
                    </a:lnTo>
                    <a:lnTo>
                      <a:pt x="1414" y="211"/>
                    </a:lnTo>
                    <a:lnTo>
                      <a:pt x="1494" y="219"/>
                    </a:lnTo>
                    <a:lnTo>
                      <a:pt x="1540" y="112"/>
                    </a:lnTo>
                    <a:lnTo>
                      <a:pt x="1552" y="86"/>
                    </a:lnTo>
                    <a:lnTo>
                      <a:pt x="1570" y="62"/>
                    </a:lnTo>
                    <a:lnTo>
                      <a:pt x="1590" y="42"/>
                    </a:lnTo>
                    <a:lnTo>
                      <a:pt x="1613" y="26"/>
                    </a:lnTo>
                    <a:lnTo>
                      <a:pt x="1638" y="13"/>
                    </a:lnTo>
                    <a:lnTo>
                      <a:pt x="1664" y="4"/>
                    </a:lnTo>
                    <a:lnTo>
                      <a:pt x="1692" y="0"/>
                    </a:lnTo>
                    <a:lnTo>
                      <a:pt x="172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23" name="Freeform 243">
                <a:extLst>
                  <a:ext uri="{FF2B5EF4-FFF2-40B4-BE49-F238E27FC236}">
                    <a16:creationId xmlns:a16="http://schemas.microsoft.com/office/drawing/2014/main" id="{C5A788FF-38D9-AF82-41F0-FCCE57247E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06925" y="3586163"/>
                <a:ext cx="180975" cy="180975"/>
              </a:xfrm>
              <a:custGeom>
                <a:avLst/>
                <a:gdLst>
                  <a:gd name="T0" fmla="*/ 573 w 1145"/>
                  <a:gd name="T1" fmla="*/ 0 h 1143"/>
                  <a:gd name="T2" fmla="*/ 694 w 1145"/>
                  <a:gd name="T3" fmla="*/ 13 h 1143"/>
                  <a:gd name="T4" fmla="*/ 807 w 1145"/>
                  <a:gd name="T5" fmla="*/ 51 h 1143"/>
                  <a:gd name="T6" fmla="*/ 908 w 1145"/>
                  <a:gd name="T7" fmla="*/ 109 h 1143"/>
                  <a:gd name="T8" fmla="*/ 995 w 1145"/>
                  <a:gd name="T9" fmla="*/ 187 h 1143"/>
                  <a:gd name="T10" fmla="*/ 1065 w 1145"/>
                  <a:gd name="T11" fmla="*/ 280 h 1143"/>
                  <a:gd name="T12" fmla="*/ 1114 w 1145"/>
                  <a:gd name="T13" fmla="*/ 388 h 1143"/>
                  <a:gd name="T14" fmla="*/ 1140 w 1145"/>
                  <a:gd name="T15" fmla="*/ 505 h 1143"/>
                  <a:gd name="T16" fmla="*/ 1142 w 1145"/>
                  <a:gd name="T17" fmla="*/ 625 h 1143"/>
                  <a:gd name="T18" fmla="*/ 1119 w 1145"/>
                  <a:gd name="T19" fmla="*/ 737 h 1143"/>
                  <a:gd name="T20" fmla="*/ 1077 w 1145"/>
                  <a:gd name="T21" fmla="*/ 840 h 1143"/>
                  <a:gd name="T22" fmla="*/ 1016 w 1145"/>
                  <a:gd name="T23" fmla="*/ 932 h 1143"/>
                  <a:gd name="T24" fmla="*/ 939 w 1145"/>
                  <a:gd name="T25" fmla="*/ 1010 h 1143"/>
                  <a:gd name="T26" fmla="*/ 848 w 1145"/>
                  <a:gd name="T27" fmla="*/ 1072 h 1143"/>
                  <a:gd name="T28" fmla="*/ 746 w 1145"/>
                  <a:gd name="T29" fmla="*/ 1116 h 1143"/>
                  <a:gd name="T30" fmla="*/ 634 w 1145"/>
                  <a:gd name="T31" fmla="*/ 1139 h 1143"/>
                  <a:gd name="T32" fmla="*/ 575 w 1145"/>
                  <a:gd name="T33" fmla="*/ 1143 h 1143"/>
                  <a:gd name="T34" fmla="*/ 540 w 1145"/>
                  <a:gd name="T35" fmla="*/ 1133 h 1143"/>
                  <a:gd name="T36" fmla="*/ 515 w 1145"/>
                  <a:gd name="T37" fmla="*/ 1108 h 1143"/>
                  <a:gd name="T38" fmla="*/ 506 w 1145"/>
                  <a:gd name="T39" fmla="*/ 1073 h 1143"/>
                  <a:gd name="T40" fmla="*/ 514 w 1145"/>
                  <a:gd name="T41" fmla="*/ 1037 h 1143"/>
                  <a:gd name="T42" fmla="*/ 539 w 1145"/>
                  <a:gd name="T43" fmla="*/ 1012 h 1143"/>
                  <a:gd name="T44" fmla="*/ 575 w 1145"/>
                  <a:gd name="T45" fmla="*/ 1002 h 1143"/>
                  <a:gd name="T46" fmla="*/ 673 w 1145"/>
                  <a:gd name="T47" fmla="*/ 990 h 1143"/>
                  <a:gd name="T48" fmla="*/ 764 w 1145"/>
                  <a:gd name="T49" fmla="*/ 957 h 1143"/>
                  <a:gd name="T50" fmla="*/ 844 w 1145"/>
                  <a:gd name="T51" fmla="*/ 905 h 1143"/>
                  <a:gd name="T52" fmla="*/ 910 w 1145"/>
                  <a:gd name="T53" fmla="*/ 838 h 1143"/>
                  <a:gd name="T54" fmla="*/ 960 w 1145"/>
                  <a:gd name="T55" fmla="*/ 758 h 1143"/>
                  <a:gd name="T56" fmla="*/ 992 w 1145"/>
                  <a:gd name="T57" fmla="*/ 666 h 1143"/>
                  <a:gd name="T58" fmla="*/ 1003 w 1145"/>
                  <a:gd name="T59" fmla="*/ 568 h 1143"/>
                  <a:gd name="T60" fmla="*/ 990 w 1145"/>
                  <a:gd name="T61" fmla="*/ 463 h 1143"/>
                  <a:gd name="T62" fmla="*/ 952 w 1145"/>
                  <a:gd name="T63" fmla="*/ 367 h 1143"/>
                  <a:gd name="T64" fmla="*/ 893 w 1145"/>
                  <a:gd name="T65" fmla="*/ 284 h 1143"/>
                  <a:gd name="T66" fmla="*/ 817 w 1145"/>
                  <a:gd name="T67" fmla="*/ 216 h 1143"/>
                  <a:gd name="T68" fmla="*/ 727 w 1145"/>
                  <a:gd name="T69" fmla="*/ 169 h 1143"/>
                  <a:gd name="T70" fmla="*/ 626 w 1145"/>
                  <a:gd name="T71" fmla="*/ 143 h 1143"/>
                  <a:gd name="T72" fmla="*/ 569 w 1145"/>
                  <a:gd name="T73" fmla="*/ 139 h 1143"/>
                  <a:gd name="T74" fmla="*/ 473 w 1145"/>
                  <a:gd name="T75" fmla="*/ 151 h 1143"/>
                  <a:gd name="T76" fmla="*/ 382 w 1145"/>
                  <a:gd name="T77" fmla="*/ 184 h 1143"/>
                  <a:gd name="T78" fmla="*/ 301 w 1145"/>
                  <a:gd name="T79" fmla="*/ 235 h 1143"/>
                  <a:gd name="T80" fmla="*/ 232 w 1145"/>
                  <a:gd name="T81" fmla="*/ 305 h 1143"/>
                  <a:gd name="T82" fmla="*/ 182 w 1145"/>
                  <a:gd name="T83" fmla="*/ 387 h 1143"/>
                  <a:gd name="T84" fmla="*/ 151 w 1145"/>
                  <a:gd name="T85" fmla="*/ 478 h 1143"/>
                  <a:gd name="T86" fmla="*/ 141 w 1145"/>
                  <a:gd name="T87" fmla="*/ 575 h 1143"/>
                  <a:gd name="T88" fmla="*/ 132 w 1145"/>
                  <a:gd name="T89" fmla="*/ 610 h 1143"/>
                  <a:gd name="T90" fmla="*/ 107 w 1145"/>
                  <a:gd name="T91" fmla="*/ 636 h 1143"/>
                  <a:gd name="T92" fmla="*/ 71 w 1145"/>
                  <a:gd name="T93" fmla="*/ 645 h 1143"/>
                  <a:gd name="T94" fmla="*/ 52 w 1145"/>
                  <a:gd name="T95" fmla="*/ 643 h 1143"/>
                  <a:gd name="T96" fmla="*/ 21 w 1145"/>
                  <a:gd name="T97" fmla="*/ 625 h 1143"/>
                  <a:gd name="T98" fmla="*/ 3 w 1145"/>
                  <a:gd name="T99" fmla="*/ 593 h 1143"/>
                  <a:gd name="T100" fmla="*/ 3 w 1145"/>
                  <a:gd name="T101" fmla="*/ 519 h 1143"/>
                  <a:gd name="T102" fmla="*/ 24 w 1145"/>
                  <a:gd name="T103" fmla="*/ 409 h 1143"/>
                  <a:gd name="T104" fmla="*/ 66 w 1145"/>
                  <a:gd name="T105" fmla="*/ 306 h 1143"/>
                  <a:gd name="T106" fmla="*/ 127 w 1145"/>
                  <a:gd name="T107" fmla="*/ 213 h 1143"/>
                  <a:gd name="T108" fmla="*/ 207 w 1145"/>
                  <a:gd name="T109" fmla="*/ 132 h 1143"/>
                  <a:gd name="T110" fmla="*/ 300 w 1145"/>
                  <a:gd name="T111" fmla="*/ 69 h 1143"/>
                  <a:gd name="T112" fmla="*/ 402 w 1145"/>
                  <a:gd name="T113" fmla="*/ 25 h 1143"/>
                  <a:gd name="T114" fmla="*/ 512 w 1145"/>
                  <a:gd name="T115" fmla="*/ 3 h 1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145" h="1143">
                    <a:moveTo>
                      <a:pt x="569" y="0"/>
                    </a:moveTo>
                    <a:lnTo>
                      <a:pt x="573" y="0"/>
                    </a:lnTo>
                    <a:lnTo>
                      <a:pt x="634" y="3"/>
                    </a:lnTo>
                    <a:lnTo>
                      <a:pt x="694" y="13"/>
                    </a:lnTo>
                    <a:lnTo>
                      <a:pt x="752" y="29"/>
                    </a:lnTo>
                    <a:lnTo>
                      <a:pt x="807" y="51"/>
                    </a:lnTo>
                    <a:lnTo>
                      <a:pt x="860" y="77"/>
                    </a:lnTo>
                    <a:lnTo>
                      <a:pt x="908" y="109"/>
                    </a:lnTo>
                    <a:lnTo>
                      <a:pt x="954" y="146"/>
                    </a:lnTo>
                    <a:lnTo>
                      <a:pt x="995" y="187"/>
                    </a:lnTo>
                    <a:lnTo>
                      <a:pt x="1033" y="232"/>
                    </a:lnTo>
                    <a:lnTo>
                      <a:pt x="1065" y="280"/>
                    </a:lnTo>
                    <a:lnTo>
                      <a:pt x="1092" y="332"/>
                    </a:lnTo>
                    <a:lnTo>
                      <a:pt x="1114" y="388"/>
                    </a:lnTo>
                    <a:lnTo>
                      <a:pt x="1130" y="445"/>
                    </a:lnTo>
                    <a:lnTo>
                      <a:pt x="1140" y="505"/>
                    </a:lnTo>
                    <a:lnTo>
                      <a:pt x="1145" y="567"/>
                    </a:lnTo>
                    <a:lnTo>
                      <a:pt x="1142" y="625"/>
                    </a:lnTo>
                    <a:lnTo>
                      <a:pt x="1133" y="682"/>
                    </a:lnTo>
                    <a:lnTo>
                      <a:pt x="1119" y="737"/>
                    </a:lnTo>
                    <a:lnTo>
                      <a:pt x="1101" y="790"/>
                    </a:lnTo>
                    <a:lnTo>
                      <a:pt x="1077" y="840"/>
                    </a:lnTo>
                    <a:lnTo>
                      <a:pt x="1049" y="888"/>
                    </a:lnTo>
                    <a:lnTo>
                      <a:pt x="1016" y="932"/>
                    </a:lnTo>
                    <a:lnTo>
                      <a:pt x="979" y="972"/>
                    </a:lnTo>
                    <a:lnTo>
                      <a:pt x="939" y="1010"/>
                    </a:lnTo>
                    <a:lnTo>
                      <a:pt x="896" y="1042"/>
                    </a:lnTo>
                    <a:lnTo>
                      <a:pt x="848" y="1072"/>
                    </a:lnTo>
                    <a:lnTo>
                      <a:pt x="799" y="1096"/>
                    </a:lnTo>
                    <a:lnTo>
                      <a:pt x="746" y="1116"/>
                    </a:lnTo>
                    <a:lnTo>
                      <a:pt x="691" y="1130"/>
                    </a:lnTo>
                    <a:lnTo>
                      <a:pt x="634" y="1139"/>
                    </a:lnTo>
                    <a:lnTo>
                      <a:pt x="576" y="1143"/>
                    </a:lnTo>
                    <a:lnTo>
                      <a:pt x="575" y="1143"/>
                    </a:lnTo>
                    <a:lnTo>
                      <a:pt x="557" y="1140"/>
                    </a:lnTo>
                    <a:lnTo>
                      <a:pt x="540" y="1133"/>
                    </a:lnTo>
                    <a:lnTo>
                      <a:pt x="526" y="1123"/>
                    </a:lnTo>
                    <a:lnTo>
                      <a:pt x="515" y="1108"/>
                    </a:lnTo>
                    <a:lnTo>
                      <a:pt x="508" y="1092"/>
                    </a:lnTo>
                    <a:lnTo>
                      <a:pt x="506" y="1073"/>
                    </a:lnTo>
                    <a:lnTo>
                      <a:pt x="508" y="1054"/>
                    </a:lnTo>
                    <a:lnTo>
                      <a:pt x="514" y="1037"/>
                    </a:lnTo>
                    <a:lnTo>
                      <a:pt x="525" y="1022"/>
                    </a:lnTo>
                    <a:lnTo>
                      <a:pt x="539" y="1012"/>
                    </a:lnTo>
                    <a:lnTo>
                      <a:pt x="556" y="1005"/>
                    </a:lnTo>
                    <a:lnTo>
                      <a:pt x="575" y="1002"/>
                    </a:lnTo>
                    <a:lnTo>
                      <a:pt x="625" y="999"/>
                    </a:lnTo>
                    <a:lnTo>
                      <a:pt x="673" y="990"/>
                    </a:lnTo>
                    <a:lnTo>
                      <a:pt x="720" y="976"/>
                    </a:lnTo>
                    <a:lnTo>
                      <a:pt x="764" y="957"/>
                    </a:lnTo>
                    <a:lnTo>
                      <a:pt x="805" y="933"/>
                    </a:lnTo>
                    <a:lnTo>
                      <a:pt x="844" y="905"/>
                    </a:lnTo>
                    <a:lnTo>
                      <a:pt x="879" y="873"/>
                    </a:lnTo>
                    <a:lnTo>
                      <a:pt x="910" y="838"/>
                    </a:lnTo>
                    <a:lnTo>
                      <a:pt x="937" y="799"/>
                    </a:lnTo>
                    <a:lnTo>
                      <a:pt x="960" y="758"/>
                    </a:lnTo>
                    <a:lnTo>
                      <a:pt x="979" y="714"/>
                    </a:lnTo>
                    <a:lnTo>
                      <a:pt x="992" y="666"/>
                    </a:lnTo>
                    <a:lnTo>
                      <a:pt x="1000" y="618"/>
                    </a:lnTo>
                    <a:lnTo>
                      <a:pt x="1003" y="568"/>
                    </a:lnTo>
                    <a:lnTo>
                      <a:pt x="999" y="514"/>
                    </a:lnTo>
                    <a:lnTo>
                      <a:pt x="990" y="463"/>
                    </a:lnTo>
                    <a:lnTo>
                      <a:pt x="973" y="413"/>
                    </a:lnTo>
                    <a:lnTo>
                      <a:pt x="952" y="367"/>
                    </a:lnTo>
                    <a:lnTo>
                      <a:pt x="924" y="324"/>
                    </a:lnTo>
                    <a:lnTo>
                      <a:pt x="893" y="284"/>
                    </a:lnTo>
                    <a:lnTo>
                      <a:pt x="857" y="248"/>
                    </a:lnTo>
                    <a:lnTo>
                      <a:pt x="817" y="216"/>
                    </a:lnTo>
                    <a:lnTo>
                      <a:pt x="773" y="190"/>
                    </a:lnTo>
                    <a:lnTo>
                      <a:pt x="727" y="169"/>
                    </a:lnTo>
                    <a:lnTo>
                      <a:pt x="678" y="153"/>
                    </a:lnTo>
                    <a:lnTo>
                      <a:pt x="626" y="143"/>
                    </a:lnTo>
                    <a:lnTo>
                      <a:pt x="572" y="139"/>
                    </a:lnTo>
                    <a:lnTo>
                      <a:pt x="569" y="139"/>
                    </a:lnTo>
                    <a:lnTo>
                      <a:pt x="520" y="142"/>
                    </a:lnTo>
                    <a:lnTo>
                      <a:pt x="473" y="151"/>
                    </a:lnTo>
                    <a:lnTo>
                      <a:pt x="427" y="165"/>
                    </a:lnTo>
                    <a:lnTo>
                      <a:pt x="382" y="184"/>
                    </a:lnTo>
                    <a:lnTo>
                      <a:pt x="341" y="207"/>
                    </a:lnTo>
                    <a:lnTo>
                      <a:pt x="301" y="235"/>
                    </a:lnTo>
                    <a:lnTo>
                      <a:pt x="265" y="268"/>
                    </a:lnTo>
                    <a:lnTo>
                      <a:pt x="232" y="305"/>
                    </a:lnTo>
                    <a:lnTo>
                      <a:pt x="205" y="345"/>
                    </a:lnTo>
                    <a:lnTo>
                      <a:pt x="182" y="387"/>
                    </a:lnTo>
                    <a:lnTo>
                      <a:pt x="164" y="431"/>
                    </a:lnTo>
                    <a:lnTo>
                      <a:pt x="151" y="478"/>
                    </a:lnTo>
                    <a:lnTo>
                      <a:pt x="143" y="525"/>
                    </a:lnTo>
                    <a:lnTo>
                      <a:pt x="141" y="575"/>
                    </a:lnTo>
                    <a:lnTo>
                      <a:pt x="139" y="592"/>
                    </a:lnTo>
                    <a:lnTo>
                      <a:pt x="132" y="610"/>
                    </a:lnTo>
                    <a:lnTo>
                      <a:pt x="121" y="624"/>
                    </a:lnTo>
                    <a:lnTo>
                      <a:pt x="107" y="636"/>
                    </a:lnTo>
                    <a:lnTo>
                      <a:pt x="90" y="643"/>
                    </a:lnTo>
                    <a:lnTo>
                      <a:pt x="71" y="645"/>
                    </a:lnTo>
                    <a:lnTo>
                      <a:pt x="70" y="645"/>
                    </a:lnTo>
                    <a:lnTo>
                      <a:pt x="52" y="643"/>
                    </a:lnTo>
                    <a:lnTo>
                      <a:pt x="35" y="636"/>
                    </a:lnTo>
                    <a:lnTo>
                      <a:pt x="21" y="625"/>
                    </a:lnTo>
                    <a:lnTo>
                      <a:pt x="10" y="610"/>
                    </a:lnTo>
                    <a:lnTo>
                      <a:pt x="3" y="593"/>
                    </a:lnTo>
                    <a:lnTo>
                      <a:pt x="0" y="576"/>
                    </a:lnTo>
                    <a:lnTo>
                      <a:pt x="3" y="519"/>
                    </a:lnTo>
                    <a:lnTo>
                      <a:pt x="11" y="463"/>
                    </a:lnTo>
                    <a:lnTo>
                      <a:pt x="24" y="409"/>
                    </a:lnTo>
                    <a:lnTo>
                      <a:pt x="42" y="356"/>
                    </a:lnTo>
                    <a:lnTo>
                      <a:pt x="66" y="306"/>
                    </a:lnTo>
                    <a:lnTo>
                      <a:pt x="94" y="258"/>
                    </a:lnTo>
                    <a:lnTo>
                      <a:pt x="127" y="213"/>
                    </a:lnTo>
                    <a:lnTo>
                      <a:pt x="165" y="170"/>
                    </a:lnTo>
                    <a:lnTo>
                      <a:pt x="207" y="132"/>
                    </a:lnTo>
                    <a:lnTo>
                      <a:pt x="251" y="98"/>
                    </a:lnTo>
                    <a:lnTo>
                      <a:pt x="300" y="69"/>
                    </a:lnTo>
                    <a:lnTo>
                      <a:pt x="350" y="44"/>
                    </a:lnTo>
                    <a:lnTo>
                      <a:pt x="402" y="25"/>
                    </a:lnTo>
                    <a:lnTo>
                      <a:pt x="456" y="12"/>
                    </a:lnTo>
                    <a:lnTo>
                      <a:pt x="512" y="3"/>
                    </a:lnTo>
                    <a:lnTo>
                      <a:pt x="56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24" name="Freeform 244">
                <a:extLst>
                  <a:ext uri="{FF2B5EF4-FFF2-40B4-BE49-F238E27FC236}">
                    <a16:creationId xmlns:a16="http://schemas.microsoft.com/office/drawing/2014/main" id="{18D6DDEF-E83E-2E5A-05C0-4CF74B37170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356100" y="3684588"/>
                <a:ext cx="327025" cy="327025"/>
              </a:xfrm>
              <a:custGeom>
                <a:avLst/>
                <a:gdLst>
                  <a:gd name="T0" fmla="*/ 950 w 2058"/>
                  <a:gd name="T1" fmla="*/ 279 h 2058"/>
                  <a:gd name="T2" fmla="*/ 789 w 2058"/>
                  <a:gd name="T3" fmla="*/ 378 h 2058"/>
                  <a:gd name="T4" fmla="*/ 571 w 2058"/>
                  <a:gd name="T5" fmla="*/ 455 h 2058"/>
                  <a:gd name="T6" fmla="*/ 453 w 2058"/>
                  <a:gd name="T7" fmla="*/ 350 h 2058"/>
                  <a:gd name="T8" fmla="*/ 353 w 2058"/>
                  <a:gd name="T9" fmla="*/ 465 h 2058"/>
                  <a:gd name="T10" fmla="*/ 422 w 2058"/>
                  <a:gd name="T11" fmla="*/ 688 h 2058"/>
                  <a:gd name="T12" fmla="*/ 315 w 2058"/>
                  <a:gd name="T13" fmla="*/ 938 h 2058"/>
                  <a:gd name="T14" fmla="*/ 142 w 2058"/>
                  <a:gd name="T15" fmla="*/ 957 h 2058"/>
                  <a:gd name="T16" fmla="*/ 153 w 2058"/>
                  <a:gd name="T17" fmla="*/ 1109 h 2058"/>
                  <a:gd name="T18" fmla="*/ 360 w 2058"/>
                  <a:gd name="T19" fmla="*/ 1219 h 2058"/>
                  <a:gd name="T20" fmla="*/ 461 w 2058"/>
                  <a:gd name="T21" fmla="*/ 1470 h 2058"/>
                  <a:gd name="T22" fmla="*/ 351 w 2058"/>
                  <a:gd name="T23" fmla="*/ 1605 h 2058"/>
                  <a:gd name="T24" fmla="*/ 463 w 2058"/>
                  <a:gd name="T25" fmla="*/ 1708 h 2058"/>
                  <a:gd name="T26" fmla="*/ 643 w 2058"/>
                  <a:gd name="T27" fmla="*/ 1607 h 2058"/>
                  <a:gd name="T28" fmla="*/ 928 w 2058"/>
                  <a:gd name="T29" fmla="*/ 1730 h 2058"/>
                  <a:gd name="T30" fmla="*/ 954 w 2058"/>
                  <a:gd name="T31" fmla="*/ 1916 h 2058"/>
                  <a:gd name="T32" fmla="*/ 1109 w 2058"/>
                  <a:gd name="T33" fmla="*/ 1911 h 2058"/>
                  <a:gd name="T34" fmla="*/ 1167 w 2058"/>
                  <a:gd name="T35" fmla="*/ 1713 h 2058"/>
                  <a:gd name="T36" fmla="*/ 1453 w 2058"/>
                  <a:gd name="T37" fmla="*/ 1597 h 2058"/>
                  <a:gd name="T38" fmla="*/ 1602 w 2058"/>
                  <a:gd name="T39" fmla="*/ 1710 h 2058"/>
                  <a:gd name="T40" fmla="*/ 1710 w 2058"/>
                  <a:gd name="T41" fmla="*/ 1602 h 2058"/>
                  <a:gd name="T42" fmla="*/ 1598 w 2058"/>
                  <a:gd name="T43" fmla="*/ 1454 h 2058"/>
                  <a:gd name="T44" fmla="*/ 1713 w 2058"/>
                  <a:gd name="T45" fmla="*/ 1167 h 2058"/>
                  <a:gd name="T46" fmla="*/ 1911 w 2058"/>
                  <a:gd name="T47" fmla="*/ 1110 h 2058"/>
                  <a:gd name="T48" fmla="*/ 1917 w 2058"/>
                  <a:gd name="T49" fmla="*/ 955 h 2058"/>
                  <a:gd name="T50" fmla="*/ 1731 w 2058"/>
                  <a:gd name="T51" fmla="*/ 928 h 2058"/>
                  <a:gd name="T52" fmla="*/ 1609 w 2058"/>
                  <a:gd name="T53" fmla="*/ 644 h 2058"/>
                  <a:gd name="T54" fmla="*/ 1708 w 2058"/>
                  <a:gd name="T55" fmla="*/ 464 h 2058"/>
                  <a:gd name="T56" fmla="*/ 1607 w 2058"/>
                  <a:gd name="T57" fmla="*/ 352 h 2058"/>
                  <a:gd name="T58" fmla="*/ 1490 w 2058"/>
                  <a:gd name="T59" fmla="*/ 455 h 2058"/>
                  <a:gd name="T60" fmla="*/ 1272 w 2058"/>
                  <a:gd name="T61" fmla="*/ 378 h 2058"/>
                  <a:gd name="T62" fmla="*/ 1110 w 2058"/>
                  <a:gd name="T63" fmla="*/ 279 h 2058"/>
                  <a:gd name="T64" fmla="*/ 962 w 2058"/>
                  <a:gd name="T65" fmla="*/ 141 h 2058"/>
                  <a:gd name="T66" fmla="*/ 1224 w 2058"/>
                  <a:gd name="T67" fmla="*/ 67 h 2058"/>
                  <a:gd name="T68" fmla="*/ 1398 w 2058"/>
                  <a:gd name="T69" fmla="*/ 279 h 2058"/>
                  <a:gd name="T70" fmla="*/ 1602 w 2058"/>
                  <a:gd name="T71" fmla="*/ 209 h 2058"/>
                  <a:gd name="T72" fmla="*/ 1834 w 2058"/>
                  <a:gd name="T73" fmla="*/ 388 h 2058"/>
                  <a:gd name="T74" fmla="*/ 1805 w 2058"/>
                  <a:gd name="T75" fmla="*/ 564 h 2058"/>
                  <a:gd name="T76" fmla="*/ 1937 w 2058"/>
                  <a:gd name="T77" fmla="*/ 812 h 2058"/>
                  <a:gd name="T78" fmla="*/ 2058 w 2058"/>
                  <a:gd name="T79" fmla="*/ 960 h 2058"/>
                  <a:gd name="T80" fmla="*/ 1966 w 2058"/>
                  <a:gd name="T81" fmla="*/ 1238 h 2058"/>
                  <a:gd name="T82" fmla="*/ 1756 w 2058"/>
                  <a:gd name="T83" fmla="*/ 1444 h 2058"/>
                  <a:gd name="T84" fmla="*/ 1848 w 2058"/>
                  <a:gd name="T85" fmla="*/ 1631 h 2058"/>
                  <a:gd name="T86" fmla="*/ 1648 w 2058"/>
                  <a:gd name="T87" fmla="*/ 1841 h 2058"/>
                  <a:gd name="T88" fmla="*/ 1445 w 2058"/>
                  <a:gd name="T89" fmla="*/ 1755 h 2058"/>
                  <a:gd name="T90" fmla="*/ 1238 w 2058"/>
                  <a:gd name="T91" fmla="*/ 1965 h 2058"/>
                  <a:gd name="T92" fmla="*/ 961 w 2058"/>
                  <a:gd name="T93" fmla="*/ 2058 h 2058"/>
                  <a:gd name="T94" fmla="*/ 812 w 2058"/>
                  <a:gd name="T95" fmla="*/ 1936 h 2058"/>
                  <a:gd name="T96" fmla="*/ 564 w 2058"/>
                  <a:gd name="T97" fmla="*/ 1805 h 2058"/>
                  <a:gd name="T98" fmla="*/ 400 w 2058"/>
                  <a:gd name="T99" fmla="*/ 1837 h 2058"/>
                  <a:gd name="T100" fmla="*/ 210 w 2058"/>
                  <a:gd name="T101" fmla="*/ 1614 h 2058"/>
                  <a:gd name="T102" fmla="*/ 278 w 2058"/>
                  <a:gd name="T103" fmla="*/ 1397 h 2058"/>
                  <a:gd name="T104" fmla="*/ 67 w 2058"/>
                  <a:gd name="T105" fmla="*/ 1223 h 2058"/>
                  <a:gd name="T106" fmla="*/ 3 w 2058"/>
                  <a:gd name="T107" fmla="*/ 930 h 2058"/>
                  <a:gd name="T108" fmla="*/ 152 w 2058"/>
                  <a:gd name="T109" fmla="*/ 809 h 2058"/>
                  <a:gd name="T110" fmla="*/ 236 w 2058"/>
                  <a:gd name="T111" fmla="*/ 543 h 2058"/>
                  <a:gd name="T112" fmla="*/ 236 w 2058"/>
                  <a:gd name="T113" fmla="*/ 371 h 2058"/>
                  <a:gd name="T114" fmla="*/ 458 w 2058"/>
                  <a:gd name="T115" fmla="*/ 209 h 2058"/>
                  <a:gd name="T116" fmla="*/ 709 w 2058"/>
                  <a:gd name="T117" fmla="*/ 256 h 2058"/>
                  <a:gd name="T118" fmla="*/ 853 w 2058"/>
                  <a:gd name="T119" fmla="*/ 45 h 20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058" h="2058">
                    <a:moveTo>
                      <a:pt x="962" y="141"/>
                    </a:moveTo>
                    <a:lnTo>
                      <a:pt x="958" y="143"/>
                    </a:lnTo>
                    <a:lnTo>
                      <a:pt x="954" y="145"/>
                    </a:lnTo>
                    <a:lnTo>
                      <a:pt x="952" y="147"/>
                    </a:lnTo>
                    <a:lnTo>
                      <a:pt x="951" y="150"/>
                    </a:lnTo>
                    <a:lnTo>
                      <a:pt x="950" y="153"/>
                    </a:lnTo>
                    <a:lnTo>
                      <a:pt x="950" y="279"/>
                    </a:lnTo>
                    <a:lnTo>
                      <a:pt x="947" y="299"/>
                    </a:lnTo>
                    <a:lnTo>
                      <a:pt x="940" y="315"/>
                    </a:lnTo>
                    <a:lnTo>
                      <a:pt x="928" y="330"/>
                    </a:lnTo>
                    <a:lnTo>
                      <a:pt x="912" y="342"/>
                    </a:lnTo>
                    <a:lnTo>
                      <a:pt x="893" y="348"/>
                    </a:lnTo>
                    <a:lnTo>
                      <a:pt x="840" y="361"/>
                    </a:lnTo>
                    <a:lnTo>
                      <a:pt x="789" y="378"/>
                    </a:lnTo>
                    <a:lnTo>
                      <a:pt x="738" y="398"/>
                    </a:lnTo>
                    <a:lnTo>
                      <a:pt x="690" y="423"/>
                    </a:lnTo>
                    <a:lnTo>
                      <a:pt x="643" y="451"/>
                    </a:lnTo>
                    <a:lnTo>
                      <a:pt x="625" y="460"/>
                    </a:lnTo>
                    <a:lnTo>
                      <a:pt x="607" y="464"/>
                    </a:lnTo>
                    <a:lnTo>
                      <a:pt x="588" y="462"/>
                    </a:lnTo>
                    <a:lnTo>
                      <a:pt x="571" y="455"/>
                    </a:lnTo>
                    <a:lnTo>
                      <a:pt x="555" y="443"/>
                    </a:lnTo>
                    <a:lnTo>
                      <a:pt x="466" y="352"/>
                    </a:lnTo>
                    <a:lnTo>
                      <a:pt x="463" y="350"/>
                    </a:lnTo>
                    <a:lnTo>
                      <a:pt x="461" y="349"/>
                    </a:lnTo>
                    <a:lnTo>
                      <a:pt x="458" y="349"/>
                    </a:lnTo>
                    <a:lnTo>
                      <a:pt x="456" y="349"/>
                    </a:lnTo>
                    <a:lnTo>
                      <a:pt x="453" y="350"/>
                    </a:lnTo>
                    <a:lnTo>
                      <a:pt x="450" y="352"/>
                    </a:lnTo>
                    <a:lnTo>
                      <a:pt x="353" y="449"/>
                    </a:lnTo>
                    <a:lnTo>
                      <a:pt x="351" y="452"/>
                    </a:lnTo>
                    <a:lnTo>
                      <a:pt x="350" y="456"/>
                    </a:lnTo>
                    <a:lnTo>
                      <a:pt x="350" y="459"/>
                    </a:lnTo>
                    <a:lnTo>
                      <a:pt x="351" y="462"/>
                    </a:lnTo>
                    <a:lnTo>
                      <a:pt x="353" y="465"/>
                    </a:lnTo>
                    <a:lnTo>
                      <a:pt x="443" y="554"/>
                    </a:lnTo>
                    <a:lnTo>
                      <a:pt x="455" y="569"/>
                    </a:lnTo>
                    <a:lnTo>
                      <a:pt x="461" y="587"/>
                    </a:lnTo>
                    <a:lnTo>
                      <a:pt x="463" y="606"/>
                    </a:lnTo>
                    <a:lnTo>
                      <a:pt x="460" y="625"/>
                    </a:lnTo>
                    <a:lnTo>
                      <a:pt x="451" y="642"/>
                    </a:lnTo>
                    <a:lnTo>
                      <a:pt x="422" y="688"/>
                    </a:lnTo>
                    <a:lnTo>
                      <a:pt x="398" y="737"/>
                    </a:lnTo>
                    <a:lnTo>
                      <a:pt x="376" y="788"/>
                    </a:lnTo>
                    <a:lnTo>
                      <a:pt x="360" y="839"/>
                    </a:lnTo>
                    <a:lnTo>
                      <a:pt x="347" y="892"/>
                    </a:lnTo>
                    <a:lnTo>
                      <a:pt x="341" y="911"/>
                    </a:lnTo>
                    <a:lnTo>
                      <a:pt x="330" y="927"/>
                    </a:lnTo>
                    <a:lnTo>
                      <a:pt x="315" y="938"/>
                    </a:lnTo>
                    <a:lnTo>
                      <a:pt x="297" y="947"/>
                    </a:lnTo>
                    <a:lnTo>
                      <a:pt x="278" y="949"/>
                    </a:lnTo>
                    <a:lnTo>
                      <a:pt x="153" y="949"/>
                    </a:lnTo>
                    <a:lnTo>
                      <a:pt x="149" y="950"/>
                    </a:lnTo>
                    <a:lnTo>
                      <a:pt x="146" y="951"/>
                    </a:lnTo>
                    <a:lnTo>
                      <a:pt x="143" y="954"/>
                    </a:lnTo>
                    <a:lnTo>
                      <a:pt x="142" y="957"/>
                    </a:lnTo>
                    <a:lnTo>
                      <a:pt x="141" y="960"/>
                    </a:lnTo>
                    <a:lnTo>
                      <a:pt x="141" y="1097"/>
                    </a:lnTo>
                    <a:lnTo>
                      <a:pt x="142" y="1101"/>
                    </a:lnTo>
                    <a:lnTo>
                      <a:pt x="143" y="1104"/>
                    </a:lnTo>
                    <a:lnTo>
                      <a:pt x="146" y="1107"/>
                    </a:lnTo>
                    <a:lnTo>
                      <a:pt x="149" y="1108"/>
                    </a:lnTo>
                    <a:lnTo>
                      <a:pt x="153" y="1109"/>
                    </a:lnTo>
                    <a:lnTo>
                      <a:pt x="278" y="1109"/>
                    </a:lnTo>
                    <a:lnTo>
                      <a:pt x="297" y="1111"/>
                    </a:lnTo>
                    <a:lnTo>
                      <a:pt x="315" y="1120"/>
                    </a:lnTo>
                    <a:lnTo>
                      <a:pt x="330" y="1131"/>
                    </a:lnTo>
                    <a:lnTo>
                      <a:pt x="341" y="1147"/>
                    </a:lnTo>
                    <a:lnTo>
                      <a:pt x="347" y="1166"/>
                    </a:lnTo>
                    <a:lnTo>
                      <a:pt x="360" y="1219"/>
                    </a:lnTo>
                    <a:lnTo>
                      <a:pt x="376" y="1270"/>
                    </a:lnTo>
                    <a:lnTo>
                      <a:pt x="398" y="1321"/>
                    </a:lnTo>
                    <a:lnTo>
                      <a:pt x="422" y="1368"/>
                    </a:lnTo>
                    <a:lnTo>
                      <a:pt x="451" y="1416"/>
                    </a:lnTo>
                    <a:lnTo>
                      <a:pt x="460" y="1433"/>
                    </a:lnTo>
                    <a:lnTo>
                      <a:pt x="463" y="1452"/>
                    </a:lnTo>
                    <a:lnTo>
                      <a:pt x="461" y="1470"/>
                    </a:lnTo>
                    <a:lnTo>
                      <a:pt x="455" y="1488"/>
                    </a:lnTo>
                    <a:lnTo>
                      <a:pt x="443" y="1504"/>
                    </a:lnTo>
                    <a:lnTo>
                      <a:pt x="353" y="1593"/>
                    </a:lnTo>
                    <a:lnTo>
                      <a:pt x="351" y="1596"/>
                    </a:lnTo>
                    <a:lnTo>
                      <a:pt x="350" y="1599"/>
                    </a:lnTo>
                    <a:lnTo>
                      <a:pt x="350" y="1602"/>
                    </a:lnTo>
                    <a:lnTo>
                      <a:pt x="351" y="1605"/>
                    </a:lnTo>
                    <a:lnTo>
                      <a:pt x="353" y="1609"/>
                    </a:lnTo>
                    <a:lnTo>
                      <a:pt x="450" y="1704"/>
                    </a:lnTo>
                    <a:lnTo>
                      <a:pt x="453" y="1708"/>
                    </a:lnTo>
                    <a:lnTo>
                      <a:pt x="456" y="1709"/>
                    </a:lnTo>
                    <a:lnTo>
                      <a:pt x="458" y="1709"/>
                    </a:lnTo>
                    <a:lnTo>
                      <a:pt x="461" y="1709"/>
                    </a:lnTo>
                    <a:lnTo>
                      <a:pt x="463" y="1708"/>
                    </a:lnTo>
                    <a:lnTo>
                      <a:pt x="466" y="1704"/>
                    </a:lnTo>
                    <a:lnTo>
                      <a:pt x="555" y="1616"/>
                    </a:lnTo>
                    <a:lnTo>
                      <a:pt x="569" y="1605"/>
                    </a:lnTo>
                    <a:lnTo>
                      <a:pt x="586" y="1598"/>
                    </a:lnTo>
                    <a:lnTo>
                      <a:pt x="604" y="1596"/>
                    </a:lnTo>
                    <a:lnTo>
                      <a:pt x="624" y="1599"/>
                    </a:lnTo>
                    <a:lnTo>
                      <a:pt x="643" y="1607"/>
                    </a:lnTo>
                    <a:lnTo>
                      <a:pt x="690" y="1636"/>
                    </a:lnTo>
                    <a:lnTo>
                      <a:pt x="738" y="1661"/>
                    </a:lnTo>
                    <a:lnTo>
                      <a:pt x="789" y="1682"/>
                    </a:lnTo>
                    <a:lnTo>
                      <a:pt x="840" y="1699"/>
                    </a:lnTo>
                    <a:lnTo>
                      <a:pt x="893" y="1713"/>
                    </a:lnTo>
                    <a:lnTo>
                      <a:pt x="912" y="1719"/>
                    </a:lnTo>
                    <a:lnTo>
                      <a:pt x="928" y="1730"/>
                    </a:lnTo>
                    <a:lnTo>
                      <a:pt x="940" y="1745"/>
                    </a:lnTo>
                    <a:lnTo>
                      <a:pt x="948" y="1762"/>
                    </a:lnTo>
                    <a:lnTo>
                      <a:pt x="950" y="1781"/>
                    </a:lnTo>
                    <a:lnTo>
                      <a:pt x="950" y="1907"/>
                    </a:lnTo>
                    <a:lnTo>
                      <a:pt x="951" y="1911"/>
                    </a:lnTo>
                    <a:lnTo>
                      <a:pt x="952" y="1914"/>
                    </a:lnTo>
                    <a:lnTo>
                      <a:pt x="954" y="1916"/>
                    </a:lnTo>
                    <a:lnTo>
                      <a:pt x="958" y="1918"/>
                    </a:lnTo>
                    <a:lnTo>
                      <a:pt x="962" y="1918"/>
                    </a:lnTo>
                    <a:lnTo>
                      <a:pt x="1099" y="1918"/>
                    </a:lnTo>
                    <a:lnTo>
                      <a:pt x="1102" y="1918"/>
                    </a:lnTo>
                    <a:lnTo>
                      <a:pt x="1105" y="1916"/>
                    </a:lnTo>
                    <a:lnTo>
                      <a:pt x="1108" y="1914"/>
                    </a:lnTo>
                    <a:lnTo>
                      <a:pt x="1109" y="1911"/>
                    </a:lnTo>
                    <a:lnTo>
                      <a:pt x="1110" y="1907"/>
                    </a:lnTo>
                    <a:lnTo>
                      <a:pt x="1110" y="1781"/>
                    </a:lnTo>
                    <a:lnTo>
                      <a:pt x="1113" y="1762"/>
                    </a:lnTo>
                    <a:lnTo>
                      <a:pt x="1121" y="1745"/>
                    </a:lnTo>
                    <a:lnTo>
                      <a:pt x="1133" y="1730"/>
                    </a:lnTo>
                    <a:lnTo>
                      <a:pt x="1148" y="1719"/>
                    </a:lnTo>
                    <a:lnTo>
                      <a:pt x="1167" y="1713"/>
                    </a:lnTo>
                    <a:lnTo>
                      <a:pt x="1220" y="1700"/>
                    </a:lnTo>
                    <a:lnTo>
                      <a:pt x="1272" y="1683"/>
                    </a:lnTo>
                    <a:lnTo>
                      <a:pt x="1321" y="1662"/>
                    </a:lnTo>
                    <a:lnTo>
                      <a:pt x="1370" y="1638"/>
                    </a:lnTo>
                    <a:lnTo>
                      <a:pt x="1417" y="1610"/>
                    </a:lnTo>
                    <a:lnTo>
                      <a:pt x="1434" y="1600"/>
                    </a:lnTo>
                    <a:lnTo>
                      <a:pt x="1453" y="1597"/>
                    </a:lnTo>
                    <a:lnTo>
                      <a:pt x="1472" y="1599"/>
                    </a:lnTo>
                    <a:lnTo>
                      <a:pt x="1490" y="1605"/>
                    </a:lnTo>
                    <a:lnTo>
                      <a:pt x="1506" y="1618"/>
                    </a:lnTo>
                    <a:lnTo>
                      <a:pt x="1594" y="1707"/>
                    </a:lnTo>
                    <a:lnTo>
                      <a:pt x="1598" y="1709"/>
                    </a:lnTo>
                    <a:lnTo>
                      <a:pt x="1600" y="1710"/>
                    </a:lnTo>
                    <a:lnTo>
                      <a:pt x="1602" y="1710"/>
                    </a:lnTo>
                    <a:lnTo>
                      <a:pt x="1605" y="1710"/>
                    </a:lnTo>
                    <a:lnTo>
                      <a:pt x="1607" y="1709"/>
                    </a:lnTo>
                    <a:lnTo>
                      <a:pt x="1610" y="1707"/>
                    </a:lnTo>
                    <a:lnTo>
                      <a:pt x="1706" y="1610"/>
                    </a:lnTo>
                    <a:lnTo>
                      <a:pt x="1708" y="1607"/>
                    </a:lnTo>
                    <a:lnTo>
                      <a:pt x="1709" y="1604"/>
                    </a:lnTo>
                    <a:lnTo>
                      <a:pt x="1710" y="1602"/>
                    </a:lnTo>
                    <a:lnTo>
                      <a:pt x="1709" y="1600"/>
                    </a:lnTo>
                    <a:lnTo>
                      <a:pt x="1708" y="1597"/>
                    </a:lnTo>
                    <a:lnTo>
                      <a:pt x="1706" y="1594"/>
                    </a:lnTo>
                    <a:lnTo>
                      <a:pt x="1618" y="1505"/>
                    </a:lnTo>
                    <a:lnTo>
                      <a:pt x="1606" y="1489"/>
                    </a:lnTo>
                    <a:lnTo>
                      <a:pt x="1600" y="1473"/>
                    </a:lnTo>
                    <a:lnTo>
                      <a:pt x="1598" y="1454"/>
                    </a:lnTo>
                    <a:lnTo>
                      <a:pt x="1601" y="1435"/>
                    </a:lnTo>
                    <a:lnTo>
                      <a:pt x="1609" y="1417"/>
                    </a:lnTo>
                    <a:lnTo>
                      <a:pt x="1638" y="1370"/>
                    </a:lnTo>
                    <a:lnTo>
                      <a:pt x="1663" y="1322"/>
                    </a:lnTo>
                    <a:lnTo>
                      <a:pt x="1683" y="1271"/>
                    </a:lnTo>
                    <a:lnTo>
                      <a:pt x="1700" y="1220"/>
                    </a:lnTo>
                    <a:lnTo>
                      <a:pt x="1713" y="1167"/>
                    </a:lnTo>
                    <a:lnTo>
                      <a:pt x="1719" y="1148"/>
                    </a:lnTo>
                    <a:lnTo>
                      <a:pt x="1731" y="1132"/>
                    </a:lnTo>
                    <a:lnTo>
                      <a:pt x="1745" y="1121"/>
                    </a:lnTo>
                    <a:lnTo>
                      <a:pt x="1762" y="1113"/>
                    </a:lnTo>
                    <a:lnTo>
                      <a:pt x="1782" y="1110"/>
                    </a:lnTo>
                    <a:lnTo>
                      <a:pt x="1908" y="1110"/>
                    </a:lnTo>
                    <a:lnTo>
                      <a:pt x="1911" y="1110"/>
                    </a:lnTo>
                    <a:lnTo>
                      <a:pt x="1914" y="1108"/>
                    </a:lnTo>
                    <a:lnTo>
                      <a:pt x="1917" y="1106"/>
                    </a:lnTo>
                    <a:lnTo>
                      <a:pt x="1918" y="1103"/>
                    </a:lnTo>
                    <a:lnTo>
                      <a:pt x="1919" y="1098"/>
                    </a:lnTo>
                    <a:lnTo>
                      <a:pt x="1919" y="961"/>
                    </a:lnTo>
                    <a:lnTo>
                      <a:pt x="1918" y="958"/>
                    </a:lnTo>
                    <a:lnTo>
                      <a:pt x="1917" y="955"/>
                    </a:lnTo>
                    <a:lnTo>
                      <a:pt x="1914" y="953"/>
                    </a:lnTo>
                    <a:lnTo>
                      <a:pt x="1911" y="951"/>
                    </a:lnTo>
                    <a:lnTo>
                      <a:pt x="1908" y="951"/>
                    </a:lnTo>
                    <a:lnTo>
                      <a:pt x="1782" y="951"/>
                    </a:lnTo>
                    <a:lnTo>
                      <a:pt x="1762" y="948"/>
                    </a:lnTo>
                    <a:lnTo>
                      <a:pt x="1745" y="940"/>
                    </a:lnTo>
                    <a:lnTo>
                      <a:pt x="1731" y="928"/>
                    </a:lnTo>
                    <a:lnTo>
                      <a:pt x="1719" y="912"/>
                    </a:lnTo>
                    <a:lnTo>
                      <a:pt x="1713" y="894"/>
                    </a:lnTo>
                    <a:lnTo>
                      <a:pt x="1700" y="840"/>
                    </a:lnTo>
                    <a:lnTo>
                      <a:pt x="1683" y="789"/>
                    </a:lnTo>
                    <a:lnTo>
                      <a:pt x="1663" y="739"/>
                    </a:lnTo>
                    <a:lnTo>
                      <a:pt x="1638" y="691"/>
                    </a:lnTo>
                    <a:lnTo>
                      <a:pt x="1609" y="644"/>
                    </a:lnTo>
                    <a:lnTo>
                      <a:pt x="1601" y="626"/>
                    </a:lnTo>
                    <a:lnTo>
                      <a:pt x="1598" y="607"/>
                    </a:lnTo>
                    <a:lnTo>
                      <a:pt x="1599" y="588"/>
                    </a:lnTo>
                    <a:lnTo>
                      <a:pt x="1606" y="570"/>
                    </a:lnTo>
                    <a:lnTo>
                      <a:pt x="1618" y="555"/>
                    </a:lnTo>
                    <a:lnTo>
                      <a:pt x="1706" y="466"/>
                    </a:lnTo>
                    <a:lnTo>
                      <a:pt x="1708" y="464"/>
                    </a:lnTo>
                    <a:lnTo>
                      <a:pt x="1709" y="461"/>
                    </a:lnTo>
                    <a:lnTo>
                      <a:pt x="1710" y="459"/>
                    </a:lnTo>
                    <a:lnTo>
                      <a:pt x="1709" y="457"/>
                    </a:lnTo>
                    <a:lnTo>
                      <a:pt x="1708" y="453"/>
                    </a:lnTo>
                    <a:lnTo>
                      <a:pt x="1706" y="450"/>
                    </a:lnTo>
                    <a:lnTo>
                      <a:pt x="1610" y="354"/>
                    </a:lnTo>
                    <a:lnTo>
                      <a:pt x="1607" y="352"/>
                    </a:lnTo>
                    <a:lnTo>
                      <a:pt x="1605" y="351"/>
                    </a:lnTo>
                    <a:lnTo>
                      <a:pt x="1602" y="350"/>
                    </a:lnTo>
                    <a:lnTo>
                      <a:pt x="1600" y="351"/>
                    </a:lnTo>
                    <a:lnTo>
                      <a:pt x="1598" y="352"/>
                    </a:lnTo>
                    <a:lnTo>
                      <a:pt x="1594" y="354"/>
                    </a:lnTo>
                    <a:lnTo>
                      <a:pt x="1506" y="443"/>
                    </a:lnTo>
                    <a:lnTo>
                      <a:pt x="1490" y="455"/>
                    </a:lnTo>
                    <a:lnTo>
                      <a:pt x="1472" y="462"/>
                    </a:lnTo>
                    <a:lnTo>
                      <a:pt x="1453" y="463"/>
                    </a:lnTo>
                    <a:lnTo>
                      <a:pt x="1434" y="460"/>
                    </a:lnTo>
                    <a:lnTo>
                      <a:pt x="1417" y="451"/>
                    </a:lnTo>
                    <a:lnTo>
                      <a:pt x="1370" y="423"/>
                    </a:lnTo>
                    <a:lnTo>
                      <a:pt x="1321" y="398"/>
                    </a:lnTo>
                    <a:lnTo>
                      <a:pt x="1272" y="378"/>
                    </a:lnTo>
                    <a:lnTo>
                      <a:pt x="1220" y="361"/>
                    </a:lnTo>
                    <a:lnTo>
                      <a:pt x="1167" y="348"/>
                    </a:lnTo>
                    <a:lnTo>
                      <a:pt x="1148" y="342"/>
                    </a:lnTo>
                    <a:lnTo>
                      <a:pt x="1133" y="330"/>
                    </a:lnTo>
                    <a:lnTo>
                      <a:pt x="1120" y="315"/>
                    </a:lnTo>
                    <a:lnTo>
                      <a:pt x="1113" y="299"/>
                    </a:lnTo>
                    <a:lnTo>
                      <a:pt x="1110" y="279"/>
                    </a:lnTo>
                    <a:lnTo>
                      <a:pt x="1110" y="153"/>
                    </a:lnTo>
                    <a:lnTo>
                      <a:pt x="1109" y="150"/>
                    </a:lnTo>
                    <a:lnTo>
                      <a:pt x="1108" y="147"/>
                    </a:lnTo>
                    <a:lnTo>
                      <a:pt x="1105" y="145"/>
                    </a:lnTo>
                    <a:lnTo>
                      <a:pt x="1102" y="143"/>
                    </a:lnTo>
                    <a:lnTo>
                      <a:pt x="1099" y="141"/>
                    </a:lnTo>
                    <a:lnTo>
                      <a:pt x="962" y="141"/>
                    </a:lnTo>
                    <a:close/>
                    <a:moveTo>
                      <a:pt x="961" y="0"/>
                    </a:moveTo>
                    <a:lnTo>
                      <a:pt x="1098" y="0"/>
                    </a:lnTo>
                    <a:lnTo>
                      <a:pt x="1128" y="3"/>
                    </a:lnTo>
                    <a:lnTo>
                      <a:pt x="1157" y="12"/>
                    </a:lnTo>
                    <a:lnTo>
                      <a:pt x="1183" y="26"/>
                    </a:lnTo>
                    <a:lnTo>
                      <a:pt x="1205" y="45"/>
                    </a:lnTo>
                    <a:lnTo>
                      <a:pt x="1224" y="67"/>
                    </a:lnTo>
                    <a:lnTo>
                      <a:pt x="1238" y="93"/>
                    </a:lnTo>
                    <a:lnTo>
                      <a:pt x="1246" y="121"/>
                    </a:lnTo>
                    <a:lnTo>
                      <a:pt x="1250" y="152"/>
                    </a:lnTo>
                    <a:lnTo>
                      <a:pt x="1250" y="223"/>
                    </a:lnTo>
                    <a:lnTo>
                      <a:pt x="1300" y="237"/>
                    </a:lnTo>
                    <a:lnTo>
                      <a:pt x="1350" y="256"/>
                    </a:lnTo>
                    <a:lnTo>
                      <a:pt x="1398" y="279"/>
                    </a:lnTo>
                    <a:lnTo>
                      <a:pt x="1445" y="303"/>
                    </a:lnTo>
                    <a:lnTo>
                      <a:pt x="1494" y="253"/>
                    </a:lnTo>
                    <a:lnTo>
                      <a:pt x="1512" y="237"/>
                    </a:lnTo>
                    <a:lnTo>
                      <a:pt x="1532" y="225"/>
                    </a:lnTo>
                    <a:lnTo>
                      <a:pt x="1554" y="216"/>
                    </a:lnTo>
                    <a:lnTo>
                      <a:pt x="1578" y="211"/>
                    </a:lnTo>
                    <a:lnTo>
                      <a:pt x="1602" y="209"/>
                    </a:lnTo>
                    <a:lnTo>
                      <a:pt x="1631" y="212"/>
                    </a:lnTo>
                    <a:lnTo>
                      <a:pt x="1660" y="221"/>
                    </a:lnTo>
                    <a:lnTo>
                      <a:pt x="1686" y="234"/>
                    </a:lnTo>
                    <a:lnTo>
                      <a:pt x="1708" y="253"/>
                    </a:lnTo>
                    <a:lnTo>
                      <a:pt x="1805" y="350"/>
                    </a:lnTo>
                    <a:lnTo>
                      <a:pt x="1821" y="368"/>
                    </a:lnTo>
                    <a:lnTo>
                      <a:pt x="1834" y="388"/>
                    </a:lnTo>
                    <a:lnTo>
                      <a:pt x="1842" y="410"/>
                    </a:lnTo>
                    <a:lnTo>
                      <a:pt x="1849" y="433"/>
                    </a:lnTo>
                    <a:lnTo>
                      <a:pt x="1850" y="457"/>
                    </a:lnTo>
                    <a:lnTo>
                      <a:pt x="1848" y="487"/>
                    </a:lnTo>
                    <a:lnTo>
                      <a:pt x="1838" y="516"/>
                    </a:lnTo>
                    <a:lnTo>
                      <a:pt x="1824" y="541"/>
                    </a:lnTo>
                    <a:lnTo>
                      <a:pt x="1805" y="564"/>
                    </a:lnTo>
                    <a:lnTo>
                      <a:pt x="1756" y="614"/>
                    </a:lnTo>
                    <a:lnTo>
                      <a:pt x="1781" y="661"/>
                    </a:lnTo>
                    <a:lnTo>
                      <a:pt x="1802" y="709"/>
                    </a:lnTo>
                    <a:lnTo>
                      <a:pt x="1821" y="758"/>
                    </a:lnTo>
                    <a:lnTo>
                      <a:pt x="1837" y="809"/>
                    </a:lnTo>
                    <a:lnTo>
                      <a:pt x="1907" y="809"/>
                    </a:lnTo>
                    <a:lnTo>
                      <a:pt x="1937" y="812"/>
                    </a:lnTo>
                    <a:lnTo>
                      <a:pt x="1966" y="820"/>
                    </a:lnTo>
                    <a:lnTo>
                      <a:pt x="1992" y="835"/>
                    </a:lnTo>
                    <a:lnTo>
                      <a:pt x="2014" y="853"/>
                    </a:lnTo>
                    <a:lnTo>
                      <a:pt x="2033" y="875"/>
                    </a:lnTo>
                    <a:lnTo>
                      <a:pt x="2047" y="901"/>
                    </a:lnTo>
                    <a:lnTo>
                      <a:pt x="2055" y="930"/>
                    </a:lnTo>
                    <a:lnTo>
                      <a:pt x="2058" y="960"/>
                    </a:lnTo>
                    <a:lnTo>
                      <a:pt x="2058" y="1097"/>
                    </a:lnTo>
                    <a:lnTo>
                      <a:pt x="2055" y="1128"/>
                    </a:lnTo>
                    <a:lnTo>
                      <a:pt x="2047" y="1156"/>
                    </a:lnTo>
                    <a:lnTo>
                      <a:pt x="2033" y="1182"/>
                    </a:lnTo>
                    <a:lnTo>
                      <a:pt x="2014" y="1205"/>
                    </a:lnTo>
                    <a:lnTo>
                      <a:pt x="1992" y="1223"/>
                    </a:lnTo>
                    <a:lnTo>
                      <a:pt x="1966" y="1238"/>
                    </a:lnTo>
                    <a:lnTo>
                      <a:pt x="1937" y="1246"/>
                    </a:lnTo>
                    <a:lnTo>
                      <a:pt x="1907" y="1249"/>
                    </a:lnTo>
                    <a:lnTo>
                      <a:pt x="1837" y="1249"/>
                    </a:lnTo>
                    <a:lnTo>
                      <a:pt x="1821" y="1300"/>
                    </a:lnTo>
                    <a:lnTo>
                      <a:pt x="1802" y="1349"/>
                    </a:lnTo>
                    <a:lnTo>
                      <a:pt x="1781" y="1397"/>
                    </a:lnTo>
                    <a:lnTo>
                      <a:pt x="1756" y="1444"/>
                    </a:lnTo>
                    <a:lnTo>
                      <a:pt x="1805" y="1494"/>
                    </a:lnTo>
                    <a:lnTo>
                      <a:pt x="1821" y="1512"/>
                    </a:lnTo>
                    <a:lnTo>
                      <a:pt x="1834" y="1532"/>
                    </a:lnTo>
                    <a:lnTo>
                      <a:pt x="1842" y="1554"/>
                    </a:lnTo>
                    <a:lnTo>
                      <a:pt x="1849" y="1577"/>
                    </a:lnTo>
                    <a:lnTo>
                      <a:pt x="1850" y="1600"/>
                    </a:lnTo>
                    <a:lnTo>
                      <a:pt x="1848" y="1631"/>
                    </a:lnTo>
                    <a:lnTo>
                      <a:pt x="1838" y="1659"/>
                    </a:lnTo>
                    <a:lnTo>
                      <a:pt x="1824" y="1684"/>
                    </a:lnTo>
                    <a:lnTo>
                      <a:pt x="1805" y="1708"/>
                    </a:lnTo>
                    <a:lnTo>
                      <a:pt x="1708" y="1805"/>
                    </a:lnTo>
                    <a:lnTo>
                      <a:pt x="1690" y="1820"/>
                    </a:lnTo>
                    <a:lnTo>
                      <a:pt x="1670" y="1833"/>
                    </a:lnTo>
                    <a:lnTo>
                      <a:pt x="1648" y="1841"/>
                    </a:lnTo>
                    <a:lnTo>
                      <a:pt x="1625" y="1847"/>
                    </a:lnTo>
                    <a:lnTo>
                      <a:pt x="1602" y="1849"/>
                    </a:lnTo>
                    <a:lnTo>
                      <a:pt x="1571" y="1846"/>
                    </a:lnTo>
                    <a:lnTo>
                      <a:pt x="1544" y="1837"/>
                    </a:lnTo>
                    <a:lnTo>
                      <a:pt x="1517" y="1824"/>
                    </a:lnTo>
                    <a:lnTo>
                      <a:pt x="1494" y="1805"/>
                    </a:lnTo>
                    <a:lnTo>
                      <a:pt x="1445" y="1755"/>
                    </a:lnTo>
                    <a:lnTo>
                      <a:pt x="1398" y="1779"/>
                    </a:lnTo>
                    <a:lnTo>
                      <a:pt x="1350" y="1801"/>
                    </a:lnTo>
                    <a:lnTo>
                      <a:pt x="1300" y="1820"/>
                    </a:lnTo>
                    <a:lnTo>
                      <a:pt x="1250" y="1835"/>
                    </a:lnTo>
                    <a:lnTo>
                      <a:pt x="1250" y="1906"/>
                    </a:lnTo>
                    <a:lnTo>
                      <a:pt x="1246" y="1936"/>
                    </a:lnTo>
                    <a:lnTo>
                      <a:pt x="1238" y="1965"/>
                    </a:lnTo>
                    <a:lnTo>
                      <a:pt x="1224" y="1991"/>
                    </a:lnTo>
                    <a:lnTo>
                      <a:pt x="1205" y="2013"/>
                    </a:lnTo>
                    <a:lnTo>
                      <a:pt x="1183" y="2032"/>
                    </a:lnTo>
                    <a:lnTo>
                      <a:pt x="1157" y="2046"/>
                    </a:lnTo>
                    <a:lnTo>
                      <a:pt x="1128" y="2054"/>
                    </a:lnTo>
                    <a:lnTo>
                      <a:pt x="1098" y="2058"/>
                    </a:lnTo>
                    <a:lnTo>
                      <a:pt x="961" y="2058"/>
                    </a:lnTo>
                    <a:lnTo>
                      <a:pt x="930" y="2054"/>
                    </a:lnTo>
                    <a:lnTo>
                      <a:pt x="903" y="2046"/>
                    </a:lnTo>
                    <a:lnTo>
                      <a:pt x="876" y="2032"/>
                    </a:lnTo>
                    <a:lnTo>
                      <a:pt x="854" y="2013"/>
                    </a:lnTo>
                    <a:lnTo>
                      <a:pt x="835" y="1991"/>
                    </a:lnTo>
                    <a:lnTo>
                      <a:pt x="821" y="1965"/>
                    </a:lnTo>
                    <a:lnTo>
                      <a:pt x="812" y="1936"/>
                    </a:lnTo>
                    <a:lnTo>
                      <a:pt x="809" y="1906"/>
                    </a:lnTo>
                    <a:lnTo>
                      <a:pt x="809" y="1835"/>
                    </a:lnTo>
                    <a:lnTo>
                      <a:pt x="758" y="1820"/>
                    </a:lnTo>
                    <a:lnTo>
                      <a:pt x="709" y="1801"/>
                    </a:lnTo>
                    <a:lnTo>
                      <a:pt x="661" y="1779"/>
                    </a:lnTo>
                    <a:lnTo>
                      <a:pt x="615" y="1755"/>
                    </a:lnTo>
                    <a:lnTo>
                      <a:pt x="564" y="1805"/>
                    </a:lnTo>
                    <a:lnTo>
                      <a:pt x="546" y="1820"/>
                    </a:lnTo>
                    <a:lnTo>
                      <a:pt x="526" y="1833"/>
                    </a:lnTo>
                    <a:lnTo>
                      <a:pt x="504" y="1841"/>
                    </a:lnTo>
                    <a:lnTo>
                      <a:pt x="481" y="1847"/>
                    </a:lnTo>
                    <a:lnTo>
                      <a:pt x="458" y="1849"/>
                    </a:lnTo>
                    <a:lnTo>
                      <a:pt x="427" y="1846"/>
                    </a:lnTo>
                    <a:lnTo>
                      <a:pt x="400" y="1837"/>
                    </a:lnTo>
                    <a:lnTo>
                      <a:pt x="373" y="1824"/>
                    </a:lnTo>
                    <a:lnTo>
                      <a:pt x="350" y="1805"/>
                    </a:lnTo>
                    <a:lnTo>
                      <a:pt x="253" y="1708"/>
                    </a:lnTo>
                    <a:lnTo>
                      <a:pt x="236" y="1687"/>
                    </a:lnTo>
                    <a:lnTo>
                      <a:pt x="223" y="1663"/>
                    </a:lnTo>
                    <a:lnTo>
                      <a:pt x="214" y="1639"/>
                    </a:lnTo>
                    <a:lnTo>
                      <a:pt x="210" y="1614"/>
                    </a:lnTo>
                    <a:lnTo>
                      <a:pt x="210" y="1587"/>
                    </a:lnTo>
                    <a:lnTo>
                      <a:pt x="214" y="1562"/>
                    </a:lnTo>
                    <a:lnTo>
                      <a:pt x="223" y="1538"/>
                    </a:lnTo>
                    <a:lnTo>
                      <a:pt x="236" y="1515"/>
                    </a:lnTo>
                    <a:lnTo>
                      <a:pt x="253" y="1494"/>
                    </a:lnTo>
                    <a:lnTo>
                      <a:pt x="304" y="1444"/>
                    </a:lnTo>
                    <a:lnTo>
                      <a:pt x="278" y="1397"/>
                    </a:lnTo>
                    <a:lnTo>
                      <a:pt x="256" y="1349"/>
                    </a:lnTo>
                    <a:lnTo>
                      <a:pt x="237" y="1300"/>
                    </a:lnTo>
                    <a:lnTo>
                      <a:pt x="223" y="1249"/>
                    </a:lnTo>
                    <a:lnTo>
                      <a:pt x="152" y="1249"/>
                    </a:lnTo>
                    <a:lnTo>
                      <a:pt x="121" y="1246"/>
                    </a:lnTo>
                    <a:lnTo>
                      <a:pt x="93" y="1238"/>
                    </a:lnTo>
                    <a:lnTo>
                      <a:pt x="67" y="1223"/>
                    </a:lnTo>
                    <a:lnTo>
                      <a:pt x="44" y="1205"/>
                    </a:lnTo>
                    <a:lnTo>
                      <a:pt x="26" y="1182"/>
                    </a:lnTo>
                    <a:lnTo>
                      <a:pt x="12" y="1156"/>
                    </a:lnTo>
                    <a:lnTo>
                      <a:pt x="3" y="1128"/>
                    </a:lnTo>
                    <a:lnTo>
                      <a:pt x="0" y="1097"/>
                    </a:lnTo>
                    <a:lnTo>
                      <a:pt x="0" y="960"/>
                    </a:lnTo>
                    <a:lnTo>
                      <a:pt x="3" y="930"/>
                    </a:lnTo>
                    <a:lnTo>
                      <a:pt x="12" y="901"/>
                    </a:lnTo>
                    <a:lnTo>
                      <a:pt x="26" y="875"/>
                    </a:lnTo>
                    <a:lnTo>
                      <a:pt x="44" y="853"/>
                    </a:lnTo>
                    <a:lnTo>
                      <a:pt x="67" y="835"/>
                    </a:lnTo>
                    <a:lnTo>
                      <a:pt x="93" y="820"/>
                    </a:lnTo>
                    <a:lnTo>
                      <a:pt x="121" y="812"/>
                    </a:lnTo>
                    <a:lnTo>
                      <a:pt x="152" y="809"/>
                    </a:lnTo>
                    <a:lnTo>
                      <a:pt x="223" y="809"/>
                    </a:lnTo>
                    <a:lnTo>
                      <a:pt x="237" y="758"/>
                    </a:lnTo>
                    <a:lnTo>
                      <a:pt x="256" y="709"/>
                    </a:lnTo>
                    <a:lnTo>
                      <a:pt x="278" y="661"/>
                    </a:lnTo>
                    <a:lnTo>
                      <a:pt x="304" y="614"/>
                    </a:lnTo>
                    <a:lnTo>
                      <a:pt x="253" y="564"/>
                    </a:lnTo>
                    <a:lnTo>
                      <a:pt x="236" y="543"/>
                    </a:lnTo>
                    <a:lnTo>
                      <a:pt x="223" y="520"/>
                    </a:lnTo>
                    <a:lnTo>
                      <a:pt x="214" y="496"/>
                    </a:lnTo>
                    <a:lnTo>
                      <a:pt x="210" y="470"/>
                    </a:lnTo>
                    <a:lnTo>
                      <a:pt x="210" y="444"/>
                    </a:lnTo>
                    <a:lnTo>
                      <a:pt x="214" y="419"/>
                    </a:lnTo>
                    <a:lnTo>
                      <a:pt x="223" y="394"/>
                    </a:lnTo>
                    <a:lnTo>
                      <a:pt x="236" y="371"/>
                    </a:lnTo>
                    <a:lnTo>
                      <a:pt x="253" y="350"/>
                    </a:lnTo>
                    <a:lnTo>
                      <a:pt x="350" y="253"/>
                    </a:lnTo>
                    <a:lnTo>
                      <a:pt x="368" y="237"/>
                    </a:lnTo>
                    <a:lnTo>
                      <a:pt x="388" y="225"/>
                    </a:lnTo>
                    <a:lnTo>
                      <a:pt x="410" y="216"/>
                    </a:lnTo>
                    <a:lnTo>
                      <a:pt x="433" y="211"/>
                    </a:lnTo>
                    <a:lnTo>
                      <a:pt x="458" y="209"/>
                    </a:lnTo>
                    <a:lnTo>
                      <a:pt x="487" y="212"/>
                    </a:lnTo>
                    <a:lnTo>
                      <a:pt x="516" y="221"/>
                    </a:lnTo>
                    <a:lnTo>
                      <a:pt x="542" y="234"/>
                    </a:lnTo>
                    <a:lnTo>
                      <a:pt x="564" y="253"/>
                    </a:lnTo>
                    <a:lnTo>
                      <a:pt x="615" y="303"/>
                    </a:lnTo>
                    <a:lnTo>
                      <a:pt x="661" y="279"/>
                    </a:lnTo>
                    <a:lnTo>
                      <a:pt x="709" y="256"/>
                    </a:lnTo>
                    <a:lnTo>
                      <a:pt x="758" y="237"/>
                    </a:lnTo>
                    <a:lnTo>
                      <a:pt x="809" y="223"/>
                    </a:lnTo>
                    <a:lnTo>
                      <a:pt x="809" y="152"/>
                    </a:lnTo>
                    <a:lnTo>
                      <a:pt x="812" y="121"/>
                    </a:lnTo>
                    <a:lnTo>
                      <a:pt x="820" y="93"/>
                    </a:lnTo>
                    <a:lnTo>
                      <a:pt x="835" y="67"/>
                    </a:lnTo>
                    <a:lnTo>
                      <a:pt x="853" y="45"/>
                    </a:lnTo>
                    <a:lnTo>
                      <a:pt x="876" y="26"/>
                    </a:lnTo>
                    <a:lnTo>
                      <a:pt x="902" y="12"/>
                    </a:lnTo>
                    <a:lnTo>
                      <a:pt x="930" y="3"/>
                    </a:lnTo>
                    <a:lnTo>
                      <a:pt x="96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25" name="Freeform 245">
                <a:extLst>
                  <a:ext uri="{FF2B5EF4-FFF2-40B4-BE49-F238E27FC236}">
                    <a16:creationId xmlns:a16="http://schemas.microsoft.com/office/drawing/2014/main" id="{0A947F9B-B9DD-1223-30D2-7A98375811F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452938" y="3783013"/>
                <a:ext cx="133350" cy="131763"/>
              </a:xfrm>
              <a:custGeom>
                <a:avLst/>
                <a:gdLst>
                  <a:gd name="T0" fmla="*/ 376 w 834"/>
                  <a:gd name="T1" fmla="*/ 143 h 834"/>
                  <a:gd name="T2" fmla="*/ 300 w 834"/>
                  <a:gd name="T3" fmla="*/ 166 h 834"/>
                  <a:gd name="T4" fmla="*/ 235 w 834"/>
                  <a:gd name="T5" fmla="*/ 208 h 834"/>
                  <a:gd name="T6" fmla="*/ 184 w 834"/>
                  <a:gd name="T7" fmla="*/ 266 h 834"/>
                  <a:gd name="T8" fmla="*/ 152 w 834"/>
                  <a:gd name="T9" fmla="*/ 337 h 834"/>
                  <a:gd name="T10" fmla="*/ 140 w 834"/>
                  <a:gd name="T11" fmla="*/ 417 h 834"/>
                  <a:gd name="T12" fmla="*/ 152 w 834"/>
                  <a:gd name="T13" fmla="*/ 497 h 834"/>
                  <a:gd name="T14" fmla="*/ 184 w 834"/>
                  <a:gd name="T15" fmla="*/ 568 h 834"/>
                  <a:gd name="T16" fmla="*/ 235 w 834"/>
                  <a:gd name="T17" fmla="*/ 626 h 834"/>
                  <a:gd name="T18" fmla="*/ 300 w 834"/>
                  <a:gd name="T19" fmla="*/ 668 h 834"/>
                  <a:gd name="T20" fmla="*/ 376 w 834"/>
                  <a:gd name="T21" fmla="*/ 691 h 834"/>
                  <a:gd name="T22" fmla="*/ 457 w 834"/>
                  <a:gd name="T23" fmla="*/ 691 h 834"/>
                  <a:gd name="T24" fmla="*/ 533 w 834"/>
                  <a:gd name="T25" fmla="*/ 668 h 834"/>
                  <a:gd name="T26" fmla="*/ 599 w 834"/>
                  <a:gd name="T27" fmla="*/ 626 h 834"/>
                  <a:gd name="T28" fmla="*/ 649 w 834"/>
                  <a:gd name="T29" fmla="*/ 568 h 834"/>
                  <a:gd name="T30" fmla="*/ 682 w 834"/>
                  <a:gd name="T31" fmla="*/ 497 h 834"/>
                  <a:gd name="T32" fmla="*/ 694 w 834"/>
                  <a:gd name="T33" fmla="*/ 417 h 834"/>
                  <a:gd name="T34" fmla="*/ 682 w 834"/>
                  <a:gd name="T35" fmla="*/ 337 h 834"/>
                  <a:gd name="T36" fmla="*/ 649 w 834"/>
                  <a:gd name="T37" fmla="*/ 266 h 834"/>
                  <a:gd name="T38" fmla="*/ 599 w 834"/>
                  <a:gd name="T39" fmla="*/ 208 h 834"/>
                  <a:gd name="T40" fmla="*/ 533 w 834"/>
                  <a:gd name="T41" fmla="*/ 166 h 834"/>
                  <a:gd name="T42" fmla="*/ 457 w 834"/>
                  <a:gd name="T43" fmla="*/ 143 h 834"/>
                  <a:gd name="T44" fmla="*/ 416 w 834"/>
                  <a:gd name="T45" fmla="*/ 0 h 834"/>
                  <a:gd name="T46" fmla="*/ 519 w 834"/>
                  <a:gd name="T47" fmla="*/ 12 h 834"/>
                  <a:gd name="T48" fmla="*/ 612 w 834"/>
                  <a:gd name="T49" fmla="*/ 48 h 834"/>
                  <a:gd name="T50" fmla="*/ 694 w 834"/>
                  <a:gd name="T51" fmla="*/ 105 h 834"/>
                  <a:gd name="T52" fmla="*/ 759 w 834"/>
                  <a:gd name="T53" fmla="*/ 179 h 834"/>
                  <a:gd name="T54" fmla="*/ 805 w 834"/>
                  <a:gd name="T55" fmla="*/ 266 h 834"/>
                  <a:gd name="T56" fmla="*/ 831 w 834"/>
                  <a:gd name="T57" fmla="*/ 364 h 834"/>
                  <a:gd name="T58" fmla="*/ 831 w 834"/>
                  <a:gd name="T59" fmla="*/ 470 h 834"/>
                  <a:gd name="T60" fmla="*/ 805 w 834"/>
                  <a:gd name="T61" fmla="*/ 568 h 834"/>
                  <a:gd name="T62" fmla="*/ 759 w 834"/>
                  <a:gd name="T63" fmla="*/ 655 h 834"/>
                  <a:gd name="T64" fmla="*/ 694 w 834"/>
                  <a:gd name="T65" fmla="*/ 729 h 834"/>
                  <a:gd name="T66" fmla="*/ 612 w 834"/>
                  <a:gd name="T67" fmla="*/ 785 h 834"/>
                  <a:gd name="T68" fmla="*/ 520 w 834"/>
                  <a:gd name="T69" fmla="*/ 822 h 834"/>
                  <a:gd name="T70" fmla="*/ 417 w 834"/>
                  <a:gd name="T71" fmla="*/ 834 h 834"/>
                  <a:gd name="T72" fmla="*/ 314 w 834"/>
                  <a:gd name="T73" fmla="*/ 822 h 834"/>
                  <a:gd name="T74" fmla="*/ 221 w 834"/>
                  <a:gd name="T75" fmla="*/ 785 h 834"/>
                  <a:gd name="T76" fmla="*/ 140 w 834"/>
                  <a:gd name="T77" fmla="*/ 729 h 834"/>
                  <a:gd name="T78" fmla="*/ 75 w 834"/>
                  <a:gd name="T79" fmla="*/ 655 h 834"/>
                  <a:gd name="T80" fmla="*/ 27 w 834"/>
                  <a:gd name="T81" fmla="*/ 568 h 834"/>
                  <a:gd name="T82" fmla="*/ 3 w 834"/>
                  <a:gd name="T83" fmla="*/ 470 h 834"/>
                  <a:gd name="T84" fmla="*/ 3 w 834"/>
                  <a:gd name="T85" fmla="*/ 364 h 834"/>
                  <a:gd name="T86" fmla="*/ 27 w 834"/>
                  <a:gd name="T87" fmla="*/ 266 h 834"/>
                  <a:gd name="T88" fmla="*/ 74 w 834"/>
                  <a:gd name="T89" fmla="*/ 179 h 834"/>
                  <a:gd name="T90" fmla="*/ 139 w 834"/>
                  <a:gd name="T91" fmla="*/ 105 h 834"/>
                  <a:gd name="T92" fmla="*/ 220 w 834"/>
                  <a:gd name="T93" fmla="*/ 48 h 834"/>
                  <a:gd name="T94" fmla="*/ 314 w 834"/>
                  <a:gd name="T95" fmla="*/ 12 h 834"/>
                  <a:gd name="T96" fmla="*/ 416 w 834"/>
                  <a:gd name="T97" fmla="*/ 0 h 8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834" h="834">
                    <a:moveTo>
                      <a:pt x="417" y="140"/>
                    </a:moveTo>
                    <a:lnTo>
                      <a:pt x="376" y="143"/>
                    </a:lnTo>
                    <a:lnTo>
                      <a:pt x="337" y="151"/>
                    </a:lnTo>
                    <a:lnTo>
                      <a:pt x="300" y="166"/>
                    </a:lnTo>
                    <a:lnTo>
                      <a:pt x="266" y="185"/>
                    </a:lnTo>
                    <a:lnTo>
                      <a:pt x="235" y="208"/>
                    </a:lnTo>
                    <a:lnTo>
                      <a:pt x="207" y="236"/>
                    </a:lnTo>
                    <a:lnTo>
                      <a:pt x="184" y="266"/>
                    </a:lnTo>
                    <a:lnTo>
                      <a:pt x="165" y="300"/>
                    </a:lnTo>
                    <a:lnTo>
                      <a:pt x="152" y="337"/>
                    </a:lnTo>
                    <a:lnTo>
                      <a:pt x="143" y="376"/>
                    </a:lnTo>
                    <a:lnTo>
                      <a:pt x="140" y="417"/>
                    </a:lnTo>
                    <a:lnTo>
                      <a:pt x="143" y="458"/>
                    </a:lnTo>
                    <a:lnTo>
                      <a:pt x="152" y="497"/>
                    </a:lnTo>
                    <a:lnTo>
                      <a:pt x="165" y="533"/>
                    </a:lnTo>
                    <a:lnTo>
                      <a:pt x="184" y="568"/>
                    </a:lnTo>
                    <a:lnTo>
                      <a:pt x="207" y="598"/>
                    </a:lnTo>
                    <a:lnTo>
                      <a:pt x="235" y="626"/>
                    </a:lnTo>
                    <a:lnTo>
                      <a:pt x="266" y="649"/>
                    </a:lnTo>
                    <a:lnTo>
                      <a:pt x="300" y="668"/>
                    </a:lnTo>
                    <a:lnTo>
                      <a:pt x="337" y="681"/>
                    </a:lnTo>
                    <a:lnTo>
                      <a:pt x="376" y="691"/>
                    </a:lnTo>
                    <a:lnTo>
                      <a:pt x="417" y="694"/>
                    </a:lnTo>
                    <a:lnTo>
                      <a:pt x="457" y="691"/>
                    </a:lnTo>
                    <a:lnTo>
                      <a:pt x="496" y="681"/>
                    </a:lnTo>
                    <a:lnTo>
                      <a:pt x="533" y="668"/>
                    </a:lnTo>
                    <a:lnTo>
                      <a:pt x="567" y="649"/>
                    </a:lnTo>
                    <a:lnTo>
                      <a:pt x="599" y="626"/>
                    </a:lnTo>
                    <a:lnTo>
                      <a:pt x="626" y="598"/>
                    </a:lnTo>
                    <a:lnTo>
                      <a:pt x="649" y="568"/>
                    </a:lnTo>
                    <a:lnTo>
                      <a:pt x="668" y="534"/>
                    </a:lnTo>
                    <a:lnTo>
                      <a:pt x="682" y="497"/>
                    </a:lnTo>
                    <a:lnTo>
                      <a:pt x="690" y="458"/>
                    </a:lnTo>
                    <a:lnTo>
                      <a:pt x="694" y="417"/>
                    </a:lnTo>
                    <a:lnTo>
                      <a:pt x="690" y="376"/>
                    </a:lnTo>
                    <a:lnTo>
                      <a:pt x="682" y="337"/>
                    </a:lnTo>
                    <a:lnTo>
                      <a:pt x="668" y="300"/>
                    </a:lnTo>
                    <a:lnTo>
                      <a:pt x="649" y="266"/>
                    </a:lnTo>
                    <a:lnTo>
                      <a:pt x="626" y="236"/>
                    </a:lnTo>
                    <a:lnTo>
                      <a:pt x="599" y="208"/>
                    </a:lnTo>
                    <a:lnTo>
                      <a:pt x="567" y="185"/>
                    </a:lnTo>
                    <a:lnTo>
                      <a:pt x="533" y="166"/>
                    </a:lnTo>
                    <a:lnTo>
                      <a:pt x="496" y="151"/>
                    </a:lnTo>
                    <a:lnTo>
                      <a:pt x="457" y="143"/>
                    </a:lnTo>
                    <a:lnTo>
                      <a:pt x="417" y="140"/>
                    </a:lnTo>
                    <a:close/>
                    <a:moveTo>
                      <a:pt x="416" y="0"/>
                    </a:moveTo>
                    <a:lnTo>
                      <a:pt x="468" y="3"/>
                    </a:lnTo>
                    <a:lnTo>
                      <a:pt x="519" y="12"/>
                    </a:lnTo>
                    <a:lnTo>
                      <a:pt x="567" y="28"/>
                    </a:lnTo>
                    <a:lnTo>
                      <a:pt x="612" y="48"/>
                    </a:lnTo>
                    <a:lnTo>
                      <a:pt x="655" y="74"/>
                    </a:lnTo>
                    <a:lnTo>
                      <a:pt x="694" y="105"/>
                    </a:lnTo>
                    <a:lnTo>
                      <a:pt x="728" y="140"/>
                    </a:lnTo>
                    <a:lnTo>
                      <a:pt x="759" y="179"/>
                    </a:lnTo>
                    <a:lnTo>
                      <a:pt x="784" y="221"/>
                    </a:lnTo>
                    <a:lnTo>
                      <a:pt x="805" y="266"/>
                    </a:lnTo>
                    <a:lnTo>
                      <a:pt x="821" y="315"/>
                    </a:lnTo>
                    <a:lnTo>
                      <a:pt x="831" y="364"/>
                    </a:lnTo>
                    <a:lnTo>
                      <a:pt x="834" y="417"/>
                    </a:lnTo>
                    <a:lnTo>
                      <a:pt x="831" y="470"/>
                    </a:lnTo>
                    <a:lnTo>
                      <a:pt x="821" y="519"/>
                    </a:lnTo>
                    <a:lnTo>
                      <a:pt x="805" y="568"/>
                    </a:lnTo>
                    <a:lnTo>
                      <a:pt x="785" y="613"/>
                    </a:lnTo>
                    <a:lnTo>
                      <a:pt x="759" y="655"/>
                    </a:lnTo>
                    <a:lnTo>
                      <a:pt x="728" y="694"/>
                    </a:lnTo>
                    <a:lnTo>
                      <a:pt x="694" y="729"/>
                    </a:lnTo>
                    <a:lnTo>
                      <a:pt x="655" y="759"/>
                    </a:lnTo>
                    <a:lnTo>
                      <a:pt x="612" y="785"/>
                    </a:lnTo>
                    <a:lnTo>
                      <a:pt x="567" y="806"/>
                    </a:lnTo>
                    <a:lnTo>
                      <a:pt x="520" y="822"/>
                    </a:lnTo>
                    <a:lnTo>
                      <a:pt x="469" y="831"/>
                    </a:lnTo>
                    <a:lnTo>
                      <a:pt x="417" y="834"/>
                    </a:lnTo>
                    <a:lnTo>
                      <a:pt x="365" y="831"/>
                    </a:lnTo>
                    <a:lnTo>
                      <a:pt x="314" y="822"/>
                    </a:lnTo>
                    <a:lnTo>
                      <a:pt x="266" y="806"/>
                    </a:lnTo>
                    <a:lnTo>
                      <a:pt x="221" y="785"/>
                    </a:lnTo>
                    <a:lnTo>
                      <a:pt x="179" y="759"/>
                    </a:lnTo>
                    <a:lnTo>
                      <a:pt x="140" y="729"/>
                    </a:lnTo>
                    <a:lnTo>
                      <a:pt x="105" y="694"/>
                    </a:lnTo>
                    <a:lnTo>
                      <a:pt x="75" y="655"/>
                    </a:lnTo>
                    <a:lnTo>
                      <a:pt x="48" y="613"/>
                    </a:lnTo>
                    <a:lnTo>
                      <a:pt x="27" y="568"/>
                    </a:lnTo>
                    <a:lnTo>
                      <a:pt x="12" y="519"/>
                    </a:lnTo>
                    <a:lnTo>
                      <a:pt x="3" y="470"/>
                    </a:lnTo>
                    <a:lnTo>
                      <a:pt x="0" y="417"/>
                    </a:lnTo>
                    <a:lnTo>
                      <a:pt x="3" y="364"/>
                    </a:lnTo>
                    <a:lnTo>
                      <a:pt x="12" y="315"/>
                    </a:lnTo>
                    <a:lnTo>
                      <a:pt x="27" y="266"/>
                    </a:lnTo>
                    <a:lnTo>
                      <a:pt x="48" y="221"/>
                    </a:lnTo>
                    <a:lnTo>
                      <a:pt x="74" y="179"/>
                    </a:lnTo>
                    <a:lnTo>
                      <a:pt x="104" y="140"/>
                    </a:lnTo>
                    <a:lnTo>
                      <a:pt x="139" y="105"/>
                    </a:lnTo>
                    <a:lnTo>
                      <a:pt x="178" y="74"/>
                    </a:lnTo>
                    <a:lnTo>
                      <a:pt x="220" y="48"/>
                    </a:lnTo>
                    <a:lnTo>
                      <a:pt x="265" y="28"/>
                    </a:lnTo>
                    <a:lnTo>
                      <a:pt x="314" y="12"/>
                    </a:lnTo>
                    <a:lnTo>
                      <a:pt x="364" y="3"/>
                    </a:lnTo>
                    <a:lnTo>
                      <a:pt x="41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A66B8079-2545-8A99-E4AC-2867A44497DC}"/>
              </a:ext>
            </a:extLst>
          </p:cNvPr>
          <p:cNvGrpSpPr/>
          <p:nvPr/>
        </p:nvGrpSpPr>
        <p:grpSpPr>
          <a:xfrm>
            <a:off x="1572948" y="3900632"/>
            <a:ext cx="3496791" cy="921660"/>
            <a:chOff x="1370416" y="3820421"/>
            <a:chExt cx="3496791" cy="921660"/>
          </a:xfrm>
        </p:grpSpPr>
        <p:sp>
          <p:nvSpPr>
            <p:cNvPr id="29" name="矩形">
              <a:extLst>
                <a:ext uri="{FF2B5EF4-FFF2-40B4-BE49-F238E27FC236}">
                  <a16:creationId xmlns:a16="http://schemas.microsoft.com/office/drawing/2014/main" id="{FFDC0E48-43BA-7EEE-F56C-2A5B04A72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416" y="3820421"/>
              <a:ext cx="2888008" cy="726510"/>
            </a:xfrm>
            <a:custGeom>
              <a:avLst/>
              <a:gdLst>
                <a:gd name="T0" fmla="*/ 0 w 1361"/>
                <a:gd name="T1" fmla="*/ 0 h 342"/>
                <a:gd name="T2" fmla="*/ 1361 w 1361"/>
                <a:gd name="T3" fmla="*/ 0 h 342"/>
                <a:gd name="T4" fmla="*/ 1190 w 1361"/>
                <a:gd name="T5" fmla="*/ 171 h 342"/>
                <a:gd name="T6" fmla="*/ 1361 w 1361"/>
                <a:gd name="T7" fmla="*/ 342 h 342"/>
                <a:gd name="T8" fmla="*/ 66 w 1361"/>
                <a:gd name="T9" fmla="*/ 342 h 342"/>
                <a:gd name="T10" fmla="*/ 0 w 1361"/>
                <a:gd name="T11" fmla="*/ 276 h 342"/>
                <a:gd name="T12" fmla="*/ 0 w 1361"/>
                <a:gd name="T13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61" h="342">
                  <a:moveTo>
                    <a:pt x="0" y="0"/>
                  </a:moveTo>
                  <a:cubicBezTo>
                    <a:pt x="1361" y="0"/>
                    <a:pt x="1361" y="0"/>
                    <a:pt x="1361" y="0"/>
                  </a:cubicBezTo>
                  <a:cubicBezTo>
                    <a:pt x="1266" y="0"/>
                    <a:pt x="1190" y="76"/>
                    <a:pt x="1190" y="171"/>
                  </a:cubicBezTo>
                  <a:cubicBezTo>
                    <a:pt x="1190" y="265"/>
                    <a:pt x="1266" y="342"/>
                    <a:pt x="1361" y="342"/>
                  </a:cubicBezTo>
                  <a:cubicBezTo>
                    <a:pt x="66" y="342"/>
                    <a:pt x="66" y="342"/>
                    <a:pt x="66" y="342"/>
                  </a:cubicBezTo>
                  <a:cubicBezTo>
                    <a:pt x="30" y="342"/>
                    <a:pt x="0" y="312"/>
                    <a:pt x="0" y="276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zh-CN" altLang="en-US" sz="2000" b="1" kern="0" dirty="0">
                  <a:solidFill>
                    <a:prstClr val="white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添加标题</a:t>
              </a:r>
              <a:endParaRPr lang="en-US" altLang="zh-CN" sz="2000" b="1" kern="0" dirty="0">
                <a:solidFill>
                  <a:prstClr val="white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30" name="组合">
              <a:extLst>
                <a:ext uri="{FF2B5EF4-FFF2-40B4-BE49-F238E27FC236}">
                  <a16:creationId xmlns:a16="http://schemas.microsoft.com/office/drawing/2014/main" id="{34AA7507-137E-6022-AE51-75403E3573F5}"/>
                </a:ext>
              </a:extLst>
            </p:cNvPr>
            <p:cNvGrpSpPr/>
            <p:nvPr/>
          </p:nvGrpSpPr>
          <p:grpSpPr>
            <a:xfrm>
              <a:off x="3895699" y="3820421"/>
              <a:ext cx="725449" cy="726510"/>
              <a:chOff x="5123283" y="3981051"/>
              <a:chExt cx="1014647" cy="1016131"/>
            </a:xfrm>
          </p:grpSpPr>
          <p:sp>
            <p:nvSpPr>
              <p:cNvPr id="36" name="圆形">
                <a:extLst>
                  <a:ext uri="{FF2B5EF4-FFF2-40B4-BE49-F238E27FC236}">
                    <a16:creationId xmlns:a16="http://schemas.microsoft.com/office/drawing/2014/main" id="{CBC18FC1-3BCB-03C9-E1D5-453DB68F9E3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123283" y="3981051"/>
                <a:ext cx="1014647" cy="1016131"/>
              </a:xfrm>
              <a:custGeom>
                <a:avLst/>
                <a:gdLst>
                  <a:gd name="T0" fmla="*/ 171 w 342"/>
                  <a:gd name="T1" fmla="*/ 0 h 342"/>
                  <a:gd name="T2" fmla="*/ 342 w 342"/>
                  <a:gd name="T3" fmla="*/ 171 h 342"/>
                  <a:gd name="T4" fmla="*/ 171 w 342"/>
                  <a:gd name="T5" fmla="*/ 342 h 342"/>
                  <a:gd name="T6" fmla="*/ 0 w 342"/>
                  <a:gd name="T7" fmla="*/ 171 h 342"/>
                  <a:gd name="T8" fmla="*/ 171 w 342"/>
                  <a:gd name="T9" fmla="*/ 0 h 342"/>
                  <a:gd name="T10" fmla="*/ 171 w 342"/>
                  <a:gd name="T11" fmla="*/ 24 h 342"/>
                  <a:gd name="T12" fmla="*/ 318 w 342"/>
                  <a:gd name="T13" fmla="*/ 171 h 342"/>
                  <a:gd name="T14" fmla="*/ 171 w 342"/>
                  <a:gd name="T15" fmla="*/ 318 h 342"/>
                  <a:gd name="T16" fmla="*/ 24 w 342"/>
                  <a:gd name="T17" fmla="*/ 171 h 342"/>
                  <a:gd name="T18" fmla="*/ 171 w 342"/>
                  <a:gd name="T19" fmla="*/ 24 h 3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2" h="342">
                    <a:moveTo>
                      <a:pt x="171" y="0"/>
                    </a:moveTo>
                    <a:cubicBezTo>
                      <a:pt x="266" y="0"/>
                      <a:pt x="342" y="76"/>
                      <a:pt x="342" y="171"/>
                    </a:cubicBezTo>
                    <a:cubicBezTo>
                      <a:pt x="342" y="265"/>
                      <a:pt x="266" y="342"/>
                      <a:pt x="171" y="342"/>
                    </a:cubicBezTo>
                    <a:cubicBezTo>
                      <a:pt x="77" y="342"/>
                      <a:pt x="0" y="265"/>
                      <a:pt x="0" y="171"/>
                    </a:cubicBezTo>
                    <a:cubicBezTo>
                      <a:pt x="0" y="76"/>
                      <a:pt x="77" y="0"/>
                      <a:pt x="171" y="0"/>
                    </a:cubicBezTo>
                    <a:close/>
                    <a:moveTo>
                      <a:pt x="171" y="24"/>
                    </a:moveTo>
                    <a:cubicBezTo>
                      <a:pt x="252" y="24"/>
                      <a:pt x="318" y="89"/>
                      <a:pt x="318" y="171"/>
                    </a:cubicBezTo>
                    <a:cubicBezTo>
                      <a:pt x="318" y="252"/>
                      <a:pt x="252" y="318"/>
                      <a:pt x="171" y="318"/>
                    </a:cubicBezTo>
                    <a:cubicBezTo>
                      <a:pt x="90" y="318"/>
                      <a:pt x="24" y="252"/>
                      <a:pt x="24" y="171"/>
                    </a:cubicBezTo>
                    <a:cubicBezTo>
                      <a:pt x="24" y="89"/>
                      <a:pt x="90" y="24"/>
                      <a:pt x="171" y="24"/>
                    </a:cubicBezTo>
                    <a:close/>
                  </a:path>
                </a:pathLst>
              </a:custGeom>
              <a:solidFill>
                <a:sysClr val="window" lastClr="FFFFFF">
                  <a:lumMod val="95000"/>
                </a:sys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37" name="图标">
                <a:extLst>
                  <a:ext uri="{FF2B5EF4-FFF2-40B4-BE49-F238E27FC236}">
                    <a16:creationId xmlns:a16="http://schemas.microsoft.com/office/drawing/2014/main" id="{C046870A-B928-428A-9C24-0F652EA45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94486" y="4052254"/>
                <a:ext cx="872240" cy="873724"/>
              </a:xfrm>
              <a:prstGeom prst="ellipse">
                <a:avLst/>
              </a:prstGeom>
              <a:solidFill>
                <a:srgbClr val="174677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  <p:sp>
          <p:nvSpPr>
            <p:cNvPr id="31" name="箭头">
              <a:extLst>
                <a:ext uri="{FF2B5EF4-FFF2-40B4-BE49-F238E27FC236}">
                  <a16:creationId xmlns:a16="http://schemas.microsoft.com/office/drawing/2014/main" id="{2BEDB73F-7870-2D63-1A46-61095CB467C8}"/>
                </a:ext>
              </a:extLst>
            </p:cNvPr>
            <p:cNvSpPr>
              <a:spLocks/>
            </p:cNvSpPr>
            <p:nvPr/>
          </p:nvSpPr>
          <p:spPr bwMode="auto">
            <a:xfrm>
              <a:off x="4209636" y="3905269"/>
              <a:ext cx="657571" cy="836812"/>
            </a:xfrm>
            <a:custGeom>
              <a:avLst/>
              <a:gdLst>
                <a:gd name="T0" fmla="*/ 21 w 310"/>
                <a:gd name="T1" fmla="*/ 394 h 394"/>
                <a:gd name="T2" fmla="*/ 42 w 310"/>
                <a:gd name="T3" fmla="*/ 377 h 394"/>
                <a:gd name="T4" fmla="*/ 255 w 310"/>
                <a:gd name="T5" fmla="*/ 48 h 394"/>
                <a:gd name="T6" fmla="*/ 277 w 310"/>
                <a:gd name="T7" fmla="*/ 40 h 394"/>
                <a:gd name="T8" fmla="*/ 231 w 310"/>
                <a:gd name="T9" fmla="*/ 0 h 394"/>
                <a:gd name="T10" fmla="*/ 222 w 310"/>
                <a:gd name="T11" fmla="*/ 61 h 394"/>
                <a:gd name="T12" fmla="*/ 244 w 310"/>
                <a:gd name="T13" fmla="*/ 52 h 394"/>
                <a:gd name="T14" fmla="*/ 42 w 310"/>
                <a:gd name="T15" fmla="*/ 366 h 394"/>
                <a:gd name="T16" fmla="*/ 21 w 310"/>
                <a:gd name="T17" fmla="*/ 351 h 394"/>
                <a:gd name="T18" fmla="*/ 0 w 310"/>
                <a:gd name="T19" fmla="*/ 373 h 394"/>
                <a:gd name="T20" fmla="*/ 21 w 310"/>
                <a:gd name="T21" fmla="*/ 394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0" h="394">
                  <a:moveTo>
                    <a:pt x="21" y="394"/>
                  </a:moveTo>
                  <a:cubicBezTo>
                    <a:pt x="31" y="394"/>
                    <a:pt x="40" y="387"/>
                    <a:pt x="42" y="377"/>
                  </a:cubicBezTo>
                  <a:cubicBezTo>
                    <a:pt x="199" y="364"/>
                    <a:pt x="310" y="204"/>
                    <a:pt x="255" y="48"/>
                  </a:cubicBezTo>
                  <a:cubicBezTo>
                    <a:pt x="277" y="40"/>
                    <a:pt x="277" y="40"/>
                    <a:pt x="277" y="40"/>
                  </a:cubicBezTo>
                  <a:cubicBezTo>
                    <a:pt x="231" y="0"/>
                    <a:pt x="231" y="0"/>
                    <a:pt x="231" y="0"/>
                  </a:cubicBezTo>
                  <a:cubicBezTo>
                    <a:pt x="222" y="61"/>
                    <a:pt x="222" y="61"/>
                    <a:pt x="222" y="61"/>
                  </a:cubicBezTo>
                  <a:cubicBezTo>
                    <a:pt x="244" y="52"/>
                    <a:pt x="244" y="52"/>
                    <a:pt x="244" y="52"/>
                  </a:cubicBezTo>
                  <a:cubicBezTo>
                    <a:pt x="296" y="202"/>
                    <a:pt x="191" y="353"/>
                    <a:pt x="42" y="366"/>
                  </a:cubicBezTo>
                  <a:cubicBezTo>
                    <a:pt x="39" y="357"/>
                    <a:pt x="31" y="351"/>
                    <a:pt x="21" y="351"/>
                  </a:cubicBezTo>
                  <a:cubicBezTo>
                    <a:pt x="9" y="351"/>
                    <a:pt x="0" y="361"/>
                    <a:pt x="0" y="373"/>
                  </a:cubicBezTo>
                  <a:cubicBezTo>
                    <a:pt x="0" y="385"/>
                    <a:pt x="9" y="394"/>
                    <a:pt x="21" y="394"/>
                  </a:cubicBezTo>
                  <a:close/>
                </a:path>
              </a:pathLst>
            </a:custGeom>
            <a:solidFill>
              <a:srgbClr val="17467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32" name="组合">
              <a:extLst>
                <a:ext uri="{FF2B5EF4-FFF2-40B4-BE49-F238E27FC236}">
                  <a16:creationId xmlns:a16="http://schemas.microsoft.com/office/drawing/2014/main" id="{51A0BD63-0D1A-BEE3-D0BA-214BA7A9E1B2}"/>
                </a:ext>
              </a:extLst>
            </p:cNvPr>
            <p:cNvGrpSpPr/>
            <p:nvPr/>
          </p:nvGrpSpPr>
          <p:grpSpPr>
            <a:xfrm>
              <a:off x="4085825" y="3986805"/>
              <a:ext cx="336465" cy="376623"/>
              <a:chOff x="3471863" y="1916113"/>
              <a:chExt cx="492125" cy="550863"/>
            </a:xfrm>
            <a:solidFill>
              <a:sysClr val="window" lastClr="FFFFFF"/>
            </a:solidFill>
          </p:grpSpPr>
          <p:sp>
            <p:nvSpPr>
              <p:cNvPr id="33" name="Freeform 70">
                <a:extLst>
                  <a:ext uri="{FF2B5EF4-FFF2-40B4-BE49-F238E27FC236}">
                    <a16:creationId xmlns:a16="http://schemas.microsoft.com/office/drawing/2014/main" id="{0E341FFC-11BF-9D6C-B546-618D5553D03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633788" y="1916113"/>
                <a:ext cx="330200" cy="330200"/>
              </a:xfrm>
              <a:custGeom>
                <a:avLst/>
                <a:gdLst>
                  <a:gd name="T0" fmla="*/ 958 w 2077"/>
                  <a:gd name="T1" fmla="*/ 277 h 2076"/>
                  <a:gd name="T2" fmla="*/ 796 w 2077"/>
                  <a:gd name="T3" fmla="*/ 377 h 2076"/>
                  <a:gd name="T4" fmla="*/ 576 w 2077"/>
                  <a:gd name="T5" fmla="*/ 455 h 2076"/>
                  <a:gd name="T6" fmla="*/ 456 w 2077"/>
                  <a:gd name="T7" fmla="*/ 350 h 2076"/>
                  <a:gd name="T8" fmla="*/ 457 w 2077"/>
                  <a:gd name="T9" fmla="*/ 573 h 2076"/>
                  <a:gd name="T10" fmla="*/ 379 w 2077"/>
                  <a:gd name="T11" fmla="*/ 793 h 2076"/>
                  <a:gd name="T12" fmla="*/ 281 w 2077"/>
                  <a:gd name="T13" fmla="*/ 955 h 2076"/>
                  <a:gd name="T14" fmla="*/ 142 w 2077"/>
                  <a:gd name="T15" fmla="*/ 1105 h 2076"/>
                  <a:gd name="T16" fmla="*/ 300 w 2077"/>
                  <a:gd name="T17" fmla="*/ 1120 h 2076"/>
                  <a:gd name="T18" fmla="*/ 400 w 2077"/>
                  <a:gd name="T19" fmla="*/ 1331 h 2076"/>
                  <a:gd name="T20" fmla="*/ 446 w 2077"/>
                  <a:gd name="T21" fmla="*/ 1515 h 2076"/>
                  <a:gd name="T22" fmla="*/ 459 w 2077"/>
                  <a:gd name="T23" fmla="*/ 1723 h 2076"/>
                  <a:gd name="T24" fmla="*/ 591 w 2077"/>
                  <a:gd name="T25" fmla="*/ 1612 h 2076"/>
                  <a:gd name="T26" fmla="*/ 846 w 2077"/>
                  <a:gd name="T27" fmla="*/ 1714 h 2076"/>
                  <a:gd name="T28" fmla="*/ 957 w 2077"/>
                  <a:gd name="T29" fmla="*/ 1922 h 2076"/>
                  <a:gd name="T30" fmla="*/ 1111 w 2077"/>
                  <a:gd name="T31" fmla="*/ 1934 h 2076"/>
                  <a:gd name="T32" fmla="*/ 1130 w 2077"/>
                  <a:gd name="T33" fmla="*/ 1759 h 2076"/>
                  <a:gd name="T34" fmla="*/ 1382 w 2077"/>
                  <a:gd name="T35" fmla="*/ 1650 h 2076"/>
                  <a:gd name="T36" fmla="*/ 1608 w 2077"/>
                  <a:gd name="T37" fmla="*/ 1720 h 2076"/>
                  <a:gd name="T38" fmla="*/ 1723 w 2077"/>
                  <a:gd name="T39" fmla="*/ 1623 h 2076"/>
                  <a:gd name="T40" fmla="*/ 1613 w 2077"/>
                  <a:gd name="T41" fmla="*/ 1464 h 2076"/>
                  <a:gd name="T42" fmla="*/ 1730 w 2077"/>
                  <a:gd name="T43" fmla="*/ 1175 h 2076"/>
                  <a:gd name="T44" fmla="*/ 1929 w 2077"/>
                  <a:gd name="T45" fmla="*/ 1118 h 2076"/>
                  <a:gd name="T46" fmla="*/ 1934 w 2077"/>
                  <a:gd name="T47" fmla="*/ 962 h 2076"/>
                  <a:gd name="T48" fmla="*/ 1747 w 2077"/>
                  <a:gd name="T49" fmla="*/ 934 h 2076"/>
                  <a:gd name="T50" fmla="*/ 1624 w 2077"/>
                  <a:gd name="T51" fmla="*/ 648 h 2076"/>
                  <a:gd name="T52" fmla="*/ 1728 w 2077"/>
                  <a:gd name="T53" fmla="*/ 463 h 2076"/>
                  <a:gd name="T54" fmla="*/ 1616 w 2077"/>
                  <a:gd name="T55" fmla="*/ 350 h 2076"/>
                  <a:gd name="T56" fmla="*/ 1449 w 2077"/>
                  <a:gd name="T57" fmla="*/ 461 h 2076"/>
                  <a:gd name="T58" fmla="*/ 1159 w 2077"/>
                  <a:gd name="T59" fmla="*/ 341 h 2076"/>
                  <a:gd name="T60" fmla="*/ 1119 w 2077"/>
                  <a:gd name="T61" fmla="*/ 145 h 2076"/>
                  <a:gd name="T62" fmla="*/ 1139 w 2077"/>
                  <a:gd name="T63" fmla="*/ 3 h 2076"/>
                  <a:gd name="T64" fmla="*/ 1260 w 2077"/>
                  <a:gd name="T65" fmla="*/ 152 h 2076"/>
                  <a:gd name="T66" fmla="*/ 1547 w 2077"/>
                  <a:gd name="T67" fmla="*/ 227 h 2076"/>
                  <a:gd name="T68" fmla="*/ 1705 w 2077"/>
                  <a:gd name="T69" fmla="*/ 239 h 2076"/>
                  <a:gd name="T70" fmla="*/ 1866 w 2077"/>
                  <a:gd name="T71" fmla="*/ 474 h 2076"/>
                  <a:gd name="T72" fmla="*/ 1819 w 2077"/>
                  <a:gd name="T73" fmla="*/ 714 h 2076"/>
                  <a:gd name="T74" fmla="*/ 2032 w 2077"/>
                  <a:gd name="T75" fmla="*/ 861 h 2076"/>
                  <a:gd name="T76" fmla="*/ 2065 w 2077"/>
                  <a:gd name="T77" fmla="*/ 1165 h 2076"/>
                  <a:gd name="T78" fmla="*/ 1925 w 2077"/>
                  <a:gd name="T79" fmla="*/ 1259 h 2076"/>
                  <a:gd name="T80" fmla="*/ 1852 w 2077"/>
                  <a:gd name="T81" fmla="*/ 1551 h 2076"/>
                  <a:gd name="T82" fmla="*/ 1821 w 2077"/>
                  <a:gd name="T83" fmla="*/ 1722 h 2076"/>
                  <a:gd name="T84" fmla="*/ 1592 w 2077"/>
                  <a:gd name="T85" fmla="*/ 1863 h 2076"/>
                  <a:gd name="T86" fmla="*/ 1361 w 2077"/>
                  <a:gd name="T87" fmla="*/ 1818 h 2076"/>
                  <a:gd name="T88" fmla="*/ 1216 w 2077"/>
                  <a:gd name="T89" fmla="*/ 2031 h 2076"/>
                  <a:gd name="T90" fmla="*/ 910 w 2077"/>
                  <a:gd name="T91" fmla="*/ 2064 h 2076"/>
                  <a:gd name="T92" fmla="*/ 817 w 2077"/>
                  <a:gd name="T93" fmla="*/ 1852 h 2076"/>
                  <a:gd name="T94" fmla="*/ 508 w 2077"/>
                  <a:gd name="T95" fmla="*/ 1857 h 2076"/>
                  <a:gd name="T96" fmla="*/ 354 w 2077"/>
                  <a:gd name="T97" fmla="*/ 1820 h 2076"/>
                  <a:gd name="T98" fmla="*/ 216 w 2077"/>
                  <a:gd name="T99" fmla="*/ 1577 h 2076"/>
                  <a:gd name="T100" fmla="*/ 240 w 2077"/>
                  <a:gd name="T101" fmla="*/ 1311 h 2076"/>
                  <a:gd name="T102" fmla="*/ 26 w 2077"/>
                  <a:gd name="T103" fmla="*/ 1192 h 2076"/>
                  <a:gd name="T104" fmla="*/ 26 w 2077"/>
                  <a:gd name="T105" fmla="*/ 884 h 2076"/>
                  <a:gd name="T106" fmla="*/ 246 w 2077"/>
                  <a:gd name="T107" fmla="*/ 748 h 2076"/>
                  <a:gd name="T108" fmla="*/ 211 w 2077"/>
                  <a:gd name="T109" fmla="*/ 474 h 2076"/>
                  <a:gd name="T110" fmla="*/ 372 w 2077"/>
                  <a:gd name="T111" fmla="*/ 239 h 2076"/>
                  <a:gd name="T112" fmla="*/ 530 w 2077"/>
                  <a:gd name="T113" fmla="*/ 227 h 2076"/>
                  <a:gd name="T114" fmla="*/ 817 w 2077"/>
                  <a:gd name="T115" fmla="*/ 224 h 2076"/>
                  <a:gd name="T116" fmla="*/ 910 w 2077"/>
                  <a:gd name="T117" fmla="*/ 12 h 20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077" h="2076">
                    <a:moveTo>
                      <a:pt x="971" y="140"/>
                    </a:moveTo>
                    <a:lnTo>
                      <a:pt x="967" y="140"/>
                    </a:lnTo>
                    <a:lnTo>
                      <a:pt x="964" y="142"/>
                    </a:lnTo>
                    <a:lnTo>
                      <a:pt x="961" y="145"/>
                    </a:lnTo>
                    <a:lnTo>
                      <a:pt x="959" y="149"/>
                    </a:lnTo>
                    <a:lnTo>
                      <a:pt x="958" y="152"/>
                    </a:lnTo>
                    <a:lnTo>
                      <a:pt x="958" y="277"/>
                    </a:lnTo>
                    <a:lnTo>
                      <a:pt x="956" y="296"/>
                    </a:lnTo>
                    <a:lnTo>
                      <a:pt x="948" y="314"/>
                    </a:lnTo>
                    <a:lnTo>
                      <a:pt x="936" y="329"/>
                    </a:lnTo>
                    <a:lnTo>
                      <a:pt x="920" y="340"/>
                    </a:lnTo>
                    <a:lnTo>
                      <a:pt x="902" y="346"/>
                    </a:lnTo>
                    <a:lnTo>
                      <a:pt x="849" y="360"/>
                    </a:lnTo>
                    <a:lnTo>
                      <a:pt x="796" y="377"/>
                    </a:lnTo>
                    <a:lnTo>
                      <a:pt x="745" y="397"/>
                    </a:lnTo>
                    <a:lnTo>
                      <a:pt x="697" y="422"/>
                    </a:lnTo>
                    <a:lnTo>
                      <a:pt x="649" y="451"/>
                    </a:lnTo>
                    <a:lnTo>
                      <a:pt x="631" y="460"/>
                    </a:lnTo>
                    <a:lnTo>
                      <a:pt x="612" y="463"/>
                    </a:lnTo>
                    <a:lnTo>
                      <a:pt x="594" y="461"/>
                    </a:lnTo>
                    <a:lnTo>
                      <a:pt x="576" y="455"/>
                    </a:lnTo>
                    <a:lnTo>
                      <a:pt x="561" y="443"/>
                    </a:lnTo>
                    <a:lnTo>
                      <a:pt x="471" y="352"/>
                    </a:lnTo>
                    <a:lnTo>
                      <a:pt x="468" y="350"/>
                    </a:lnTo>
                    <a:lnTo>
                      <a:pt x="465" y="349"/>
                    </a:lnTo>
                    <a:lnTo>
                      <a:pt x="462" y="349"/>
                    </a:lnTo>
                    <a:lnTo>
                      <a:pt x="459" y="349"/>
                    </a:lnTo>
                    <a:lnTo>
                      <a:pt x="456" y="350"/>
                    </a:lnTo>
                    <a:lnTo>
                      <a:pt x="453" y="352"/>
                    </a:lnTo>
                    <a:lnTo>
                      <a:pt x="356" y="450"/>
                    </a:lnTo>
                    <a:lnTo>
                      <a:pt x="353" y="456"/>
                    </a:lnTo>
                    <a:lnTo>
                      <a:pt x="353" y="462"/>
                    </a:lnTo>
                    <a:lnTo>
                      <a:pt x="356" y="467"/>
                    </a:lnTo>
                    <a:lnTo>
                      <a:pt x="446" y="557"/>
                    </a:lnTo>
                    <a:lnTo>
                      <a:pt x="457" y="573"/>
                    </a:lnTo>
                    <a:lnTo>
                      <a:pt x="465" y="591"/>
                    </a:lnTo>
                    <a:lnTo>
                      <a:pt x="466" y="610"/>
                    </a:lnTo>
                    <a:lnTo>
                      <a:pt x="462" y="629"/>
                    </a:lnTo>
                    <a:lnTo>
                      <a:pt x="454" y="645"/>
                    </a:lnTo>
                    <a:lnTo>
                      <a:pt x="425" y="693"/>
                    </a:lnTo>
                    <a:lnTo>
                      <a:pt x="400" y="742"/>
                    </a:lnTo>
                    <a:lnTo>
                      <a:pt x="379" y="793"/>
                    </a:lnTo>
                    <a:lnTo>
                      <a:pt x="362" y="845"/>
                    </a:lnTo>
                    <a:lnTo>
                      <a:pt x="350" y="899"/>
                    </a:lnTo>
                    <a:lnTo>
                      <a:pt x="343" y="918"/>
                    </a:lnTo>
                    <a:lnTo>
                      <a:pt x="332" y="933"/>
                    </a:lnTo>
                    <a:lnTo>
                      <a:pt x="317" y="945"/>
                    </a:lnTo>
                    <a:lnTo>
                      <a:pt x="300" y="952"/>
                    </a:lnTo>
                    <a:lnTo>
                      <a:pt x="281" y="955"/>
                    </a:lnTo>
                    <a:lnTo>
                      <a:pt x="153" y="955"/>
                    </a:lnTo>
                    <a:lnTo>
                      <a:pt x="150" y="955"/>
                    </a:lnTo>
                    <a:lnTo>
                      <a:pt x="147" y="958"/>
                    </a:lnTo>
                    <a:lnTo>
                      <a:pt x="144" y="961"/>
                    </a:lnTo>
                    <a:lnTo>
                      <a:pt x="143" y="964"/>
                    </a:lnTo>
                    <a:lnTo>
                      <a:pt x="142" y="967"/>
                    </a:lnTo>
                    <a:lnTo>
                      <a:pt x="142" y="1105"/>
                    </a:lnTo>
                    <a:lnTo>
                      <a:pt x="143" y="1109"/>
                    </a:lnTo>
                    <a:lnTo>
                      <a:pt x="144" y="1113"/>
                    </a:lnTo>
                    <a:lnTo>
                      <a:pt x="147" y="1115"/>
                    </a:lnTo>
                    <a:lnTo>
                      <a:pt x="150" y="1117"/>
                    </a:lnTo>
                    <a:lnTo>
                      <a:pt x="153" y="1118"/>
                    </a:lnTo>
                    <a:lnTo>
                      <a:pt x="281" y="1118"/>
                    </a:lnTo>
                    <a:lnTo>
                      <a:pt x="300" y="1120"/>
                    </a:lnTo>
                    <a:lnTo>
                      <a:pt x="317" y="1128"/>
                    </a:lnTo>
                    <a:lnTo>
                      <a:pt x="332" y="1140"/>
                    </a:lnTo>
                    <a:lnTo>
                      <a:pt x="343" y="1156"/>
                    </a:lnTo>
                    <a:lnTo>
                      <a:pt x="350" y="1174"/>
                    </a:lnTo>
                    <a:lnTo>
                      <a:pt x="362" y="1228"/>
                    </a:lnTo>
                    <a:lnTo>
                      <a:pt x="379" y="1280"/>
                    </a:lnTo>
                    <a:lnTo>
                      <a:pt x="400" y="1331"/>
                    </a:lnTo>
                    <a:lnTo>
                      <a:pt x="425" y="1379"/>
                    </a:lnTo>
                    <a:lnTo>
                      <a:pt x="454" y="1427"/>
                    </a:lnTo>
                    <a:lnTo>
                      <a:pt x="462" y="1445"/>
                    </a:lnTo>
                    <a:lnTo>
                      <a:pt x="467" y="1464"/>
                    </a:lnTo>
                    <a:lnTo>
                      <a:pt x="465" y="1483"/>
                    </a:lnTo>
                    <a:lnTo>
                      <a:pt x="457" y="1500"/>
                    </a:lnTo>
                    <a:lnTo>
                      <a:pt x="446" y="1515"/>
                    </a:lnTo>
                    <a:lnTo>
                      <a:pt x="356" y="1606"/>
                    </a:lnTo>
                    <a:lnTo>
                      <a:pt x="353" y="1611"/>
                    </a:lnTo>
                    <a:lnTo>
                      <a:pt x="353" y="1617"/>
                    </a:lnTo>
                    <a:lnTo>
                      <a:pt x="356" y="1623"/>
                    </a:lnTo>
                    <a:lnTo>
                      <a:pt x="453" y="1720"/>
                    </a:lnTo>
                    <a:lnTo>
                      <a:pt x="456" y="1722"/>
                    </a:lnTo>
                    <a:lnTo>
                      <a:pt x="459" y="1723"/>
                    </a:lnTo>
                    <a:lnTo>
                      <a:pt x="462" y="1724"/>
                    </a:lnTo>
                    <a:lnTo>
                      <a:pt x="465" y="1723"/>
                    </a:lnTo>
                    <a:lnTo>
                      <a:pt x="468" y="1722"/>
                    </a:lnTo>
                    <a:lnTo>
                      <a:pt x="471" y="1720"/>
                    </a:lnTo>
                    <a:lnTo>
                      <a:pt x="559" y="1630"/>
                    </a:lnTo>
                    <a:lnTo>
                      <a:pt x="574" y="1619"/>
                    </a:lnTo>
                    <a:lnTo>
                      <a:pt x="591" y="1612"/>
                    </a:lnTo>
                    <a:lnTo>
                      <a:pt x="609" y="1610"/>
                    </a:lnTo>
                    <a:lnTo>
                      <a:pt x="629" y="1614"/>
                    </a:lnTo>
                    <a:lnTo>
                      <a:pt x="648" y="1622"/>
                    </a:lnTo>
                    <a:lnTo>
                      <a:pt x="695" y="1651"/>
                    </a:lnTo>
                    <a:lnTo>
                      <a:pt x="744" y="1676"/>
                    </a:lnTo>
                    <a:lnTo>
                      <a:pt x="795" y="1697"/>
                    </a:lnTo>
                    <a:lnTo>
                      <a:pt x="846" y="1714"/>
                    </a:lnTo>
                    <a:lnTo>
                      <a:pt x="900" y="1726"/>
                    </a:lnTo>
                    <a:lnTo>
                      <a:pt x="919" y="1733"/>
                    </a:lnTo>
                    <a:lnTo>
                      <a:pt x="935" y="1744"/>
                    </a:lnTo>
                    <a:lnTo>
                      <a:pt x="947" y="1759"/>
                    </a:lnTo>
                    <a:lnTo>
                      <a:pt x="955" y="1776"/>
                    </a:lnTo>
                    <a:lnTo>
                      <a:pt x="957" y="1796"/>
                    </a:lnTo>
                    <a:lnTo>
                      <a:pt x="957" y="1922"/>
                    </a:lnTo>
                    <a:lnTo>
                      <a:pt x="958" y="1926"/>
                    </a:lnTo>
                    <a:lnTo>
                      <a:pt x="959" y="1929"/>
                    </a:lnTo>
                    <a:lnTo>
                      <a:pt x="963" y="1932"/>
                    </a:lnTo>
                    <a:lnTo>
                      <a:pt x="966" y="1934"/>
                    </a:lnTo>
                    <a:lnTo>
                      <a:pt x="970" y="1934"/>
                    </a:lnTo>
                    <a:lnTo>
                      <a:pt x="1108" y="1934"/>
                    </a:lnTo>
                    <a:lnTo>
                      <a:pt x="1111" y="1934"/>
                    </a:lnTo>
                    <a:lnTo>
                      <a:pt x="1114" y="1932"/>
                    </a:lnTo>
                    <a:lnTo>
                      <a:pt x="1118" y="1929"/>
                    </a:lnTo>
                    <a:lnTo>
                      <a:pt x="1119" y="1926"/>
                    </a:lnTo>
                    <a:lnTo>
                      <a:pt x="1120" y="1922"/>
                    </a:lnTo>
                    <a:lnTo>
                      <a:pt x="1120" y="1796"/>
                    </a:lnTo>
                    <a:lnTo>
                      <a:pt x="1123" y="1776"/>
                    </a:lnTo>
                    <a:lnTo>
                      <a:pt x="1130" y="1759"/>
                    </a:lnTo>
                    <a:lnTo>
                      <a:pt x="1142" y="1744"/>
                    </a:lnTo>
                    <a:lnTo>
                      <a:pt x="1158" y="1733"/>
                    </a:lnTo>
                    <a:lnTo>
                      <a:pt x="1177" y="1726"/>
                    </a:lnTo>
                    <a:lnTo>
                      <a:pt x="1231" y="1714"/>
                    </a:lnTo>
                    <a:lnTo>
                      <a:pt x="1282" y="1697"/>
                    </a:lnTo>
                    <a:lnTo>
                      <a:pt x="1333" y="1676"/>
                    </a:lnTo>
                    <a:lnTo>
                      <a:pt x="1382" y="1650"/>
                    </a:lnTo>
                    <a:lnTo>
                      <a:pt x="1430" y="1622"/>
                    </a:lnTo>
                    <a:lnTo>
                      <a:pt x="1447" y="1614"/>
                    </a:lnTo>
                    <a:lnTo>
                      <a:pt x="1466" y="1610"/>
                    </a:lnTo>
                    <a:lnTo>
                      <a:pt x="1485" y="1611"/>
                    </a:lnTo>
                    <a:lnTo>
                      <a:pt x="1503" y="1619"/>
                    </a:lnTo>
                    <a:lnTo>
                      <a:pt x="1518" y="1630"/>
                    </a:lnTo>
                    <a:lnTo>
                      <a:pt x="1608" y="1720"/>
                    </a:lnTo>
                    <a:lnTo>
                      <a:pt x="1611" y="1722"/>
                    </a:lnTo>
                    <a:lnTo>
                      <a:pt x="1614" y="1723"/>
                    </a:lnTo>
                    <a:lnTo>
                      <a:pt x="1617" y="1724"/>
                    </a:lnTo>
                    <a:lnTo>
                      <a:pt x="1619" y="1723"/>
                    </a:lnTo>
                    <a:lnTo>
                      <a:pt x="1622" y="1722"/>
                    </a:lnTo>
                    <a:lnTo>
                      <a:pt x="1625" y="1720"/>
                    </a:lnTo>
                    <a:lnTo>
                      <a:pt x="1723" y="1623"/>
                    </a:lnTo>
                    <a:lnTo>
                      <a:pt x="1726" y="1618"/>
                    </a:lnTo>
                    <a:lnTo>
                      <a:pt x="1726" y="1611"/>
                    </a:lnTo>
                    <a:lnTo>
                      <a:pt x="1723" y="1606"/>
                    </a:lnTo>
                    <a:lnTo>
                      <a:pt x="1633" y="1516"/>
                    </a:lnTo>
                    <a:lnTo>
                      <a:pt x="1621" y="1501"/>
                    </a:lnTo>
                    <a:lnTo>
                      <a:pt x="1615" y="1483"/>
                    </a:lnTo>
                    <a:lnTo>
                      <a:pt x="1613" y="1464"/>
                    </a:lnTo>
                    <a:lnTo>
                      <a:pt x="1616" y="1446"/>
                    </a:lnTo>
                    <a:lnTo>
                      <a:pt x="1624" y="1428"/>
                    </a:lnTo>
                    <a:lnTo>
                      <a:pt x="1654" y="1380"/>
                    </a:lnTo>
                    <a:lnTo>
                      <a:pt x="1679" y="1332"/>
                    </a:lnTo>
                    <a:lnTo>
                      <a:pt x="1700" y="1281"/>
                    </a:lnTo>
                    <a:lnTo>
                      <a:pt x="1717" y="1229"/>
                    </a:lnTo>
                    <a:lnTo>
                      <a:pt x="1730" y="1175"/>
                    </a:lnTo>
                    <a:lnTo>
                      <a:pt x="1736" y="1156"/>
                    </a:lnTo>
                    <a:lnTo>
                      <a:pt x="1747" y="1141"/>
                    </a:lnTo>
                    <a:lnTo>
                      <a:pt x="1761" y="1128"/>
                    </a:lnTo>
                    <a:lnTo>
                      <a:pt x="1779" y="1121"/>
                    </a:lnTo>
                    <a:lnTo>
                      <a:pt x="1798" y="1119"/>
                    </a:lnTo>
                    <a:lnTo>
                      <a:pt x="1925" y="1119"/>
                    </a:lnTo>
                    <a:lnTo>
                      <a:pt x="1929" y="1118"/>
                    </a:lnTo>
                    <a:lnTo>
                      <a:pt x="1932" y="1117"/>
                    </a:lnTo>
                    <a:lnTo>
                      <a:pt x="1934" y="1114"/>
                    </a:lnTo>
                    <a:lnTo>
                      <a:pt x="1936" y="1110"/>
                    </a:lnTo>
                    <a:lnTo>
                      <a:pt x="1936" y="1107"/>
                    </a:lnTo>
                    <a:lnTo>
                      <a:pt x="1936" y="969"/>
                    </a:lnTo>
                    <a:lnTo>
                      <a:pt x="1936" y="965"/>
                    </a:lnTo>
                    <a:lnTo>
                      <a:pt x="1934" y="962"/>
                    </a:lnTo>
                    <a:lnTo>
                      <a:pt x="1932" y="959"/>
                    </a:lnTo>
                    <a:lnTo>
                      <a:pt x="1929" y="958"/>
                    </a:lnTo>
                    <a:lnTo>
                      <a:pt x="1925" y="957"/>
                    </a:lnTo>
                    <a:lnTo>
                      <a:pt x="1798" y="957"/>
                    </a:lnTo>
                    <a:lnTo>
                      <a:pt x="1779" y="954"/>
                    </a:lnTo>
                    <a:lnTo>
                      <a:pt x="1761" y="946"/>
                    </a:lnTo>
                    <a:lnTo>
                      <a:pt x="1747" y="934"/>
                    </a:lnTo>
                    <a:lnTo>
                      <a:pt x="1736" y="919"/>
                    </a:lnTo>
                    <a:lnTo>
                      <a:pt x="1730" y="900"/>
                    </a:lnTo>
                    <a:lnTo>
                      <a:pt x="1716" y="847"/>
                    </a:lnTo>
                    <a:lnTo>
                      <a:pt x="1699" y="794"/>
                    </a:lnTo>
                    <a:lnTo>
                      <a:pt x="1678" y="744"/>
                    </a:lnTo>
                    <a:lnTo>
                      <a:pt x="1654" y="694"/>
                    </a:lnTo>
                    <a:lnTo>
                      <a:pt x="1624" y="648"/>
                    </a:lnTo>
                    <a:lnTo>
                      <a:pt x="1616" y="630"/>
                    </a:lnTo>
                    <a:lnTo>
                      <a:pt x="1613" y="611"/>
                    </a:lnTo>
                    <a:lnTo>
                      <a:pt x="1615" y="592"/>
                    </a:lnTo>
                    <a:lnTo>
                      <a:pt x="1621" y="574"/>
                    </a:lnTo>
                    <a:lnTo>
                      <a:pt x="1633" y="559"/>
                    </a:lnTo>
                    <a:lnTo>
                      <a:pt x="1724" y="468"/>
                    </a:lnTo>
                    <a:lnTo>
                      <a:pt x="1728" y="463"/>
                    </a:lnTo>
                    <a:lnTo>
                      <a:pt x="1728" y="457"/>
                    </a:lnTo>
                    <a:lnTo>
                      <a:pt x="1724" y="451"/>
                    </a:lnTo>
                    <a:lnTo>
                      <a:pt x="1626" y="354"/>
                    </a:lnTo>
                    <a:lnTo>
                      <a:pt x="1623" y="351"/>
                    </a:lnTo>
                    <a:lnTo>
                      <a:pt x="1621" y="350"/>
                    </a:lnTo>
                    <a:lnTo>
                      <a:pt x="1618" y="350"/>
                    </a:lnTo>
                    <a:lnTo>
                      <a:pt x="1616" y="350"/>
                    </a:lnTo>
                    <a:lnTo>
                      <a:pt x="1613" y="351"/>
                    </a:lnTo>
                    <a:lnTo>
                      <a:pt x="1609" y="354"/>
                    </a:lnTo>
                    <a:lnTo>
                      <a:pt x="1520" y="444"/>
                    </a:lnTo>
                    <a:lnTo>
                      <a:pt x="1504" y="456"/>
                    </a:lnTo>
                    <a:lnTo>
                      <a:pt x="1486" y="462"/>
                    </a:lnTo>
                    <a:lnTo>
                      <a:pt x="1467" y="464"/>
                    </a:lnTo>
                    <a:lnTo>
                      <a:pt x="1449" y="461"/>
                    </a:lnTo>
                    <a:lnTo>
                      <a:pt x="1431" y="452"/>
                    </a:lnTo>
                    <a:lnTo>
                      <a:pt x="1384" y="423"/>
                    </a:lnTo>
                    <a:lnTo>
                      <a:pt x="1335" y="399"/>
                    </a:lnTo>
                    <a:lnTo>
                      <a:pt x="1284" y="378"/>
                    </a:lnTo>
                    <a:lnTo>
                      <a:pt x="1232" y="361"/>
                    </a:lnTo>
                    <a:lnTo>
                      <a:pt x="1178" y="348"/>
                    </a:lnTo>
                    <a:lnTo>
                      <a:pt x="1159" y="341"/>
                    </a:lnTo>
                    <a:lnTo>
                      <a:pt x="1143" y="330"/>
                    </a:lnTo>
                    <a:lnTo>
                      <a:pt x="1131" y="315"/>
                    </a:lnTo>
                    <a:lnTo>
                      <a:pt x="1124" y="298"/>
                    </a:lnTo>
                    <a:lnTo>
                      <a:pt x="1121" y="278"/>
                    </a:lnTo>
                    <a:lnTo>
                      <a:pt x="1121" y="152"/>
                    </a:lnTo>
                    <a:lnTo>
                      <a:pt x="1121" y="149"/>
                    </a:lnTo>
                    <a:lnTo>
                      <a:pt x="1119" y="145"/>
                    </a:lnTo>
                    <a:lnTo>
                      <a:pt x="1117" y="142"/>
                    </a:lnTo>
                    <a:lnTo>
                      <a:pt x="1112" y="140"/>
                    </a:lnTo>
                    <a:lnTo>
                      <a:pt x="1109" y="140"/>
                    </a:lnTo>
                    <a:lnTo>
                      <a:pt x="971" y="140"/>
                    </a:lnTo>
                    <a:close/>
                    <a:moveTo>
                      <a:pt x="970" y="0"/>
                    </a:moveTo>
                    <a:lnTo>
                      <a:pt x="1108" y="0"/>
                    </a:lnTo>
                    <a:lnTo>
                      <a:pt x="1139" y="3"/>
                    </a:lnTo>
                    <a:lnTo>
                      <a:pt x="1167" y="12"/>
                    </a:lnTo>
                    <a:lnTo>
                      <a:pt x="1193" y="25"/>
                    </a:lnTo>
                    <a:lnTo>
                      <a:pt x="1216" y="44"/>
                    </a:lnTo>
                    <a:lnTo>
                      <a:pt x="1234" y="66"/>
                    </a:lnTo>
                    <a:lnTo>
                      <a:pt x="1248" y="93"/>
                    </a:lnTo>
                    <a:lnTo>
                      <a:pt x="1257" y="121"/>
                    </a:lnTo>
                    <a:lnTo>
                      <a:pt x="1260" y="152"/>
                    </a:lnTo>
                    <a:lnTo>
                      <a:pt x="1260" y="223"/>
                    </a:lnTo>
                    <a:lnTo>
                      <a:pt x="1329" y="245"/>
                    </a:lnTo>
                    <a:lnTo>
                      <a:pt x="1394" y="272"/>
                    </a:lnTo>
                    <a:lnTo>
                      <a:pt x="1457" y="305"/>
                    </a:lnTo>
                    <a:lnTo>
                      <a:pt x="1508" y="255"/>
                    </a:lnTo>
                    <a:lnTo>
                      <a:pt x="1527" y="239"/>
                    </a:lnTo>
                    <a:lnTo>
                      <a:pt x="1547" y="227"/>
                    </a:lnTo>
                    <a:lnTo>
                      <a:pt x="1569" y="217"/>
                    </a:lnTo>
                    <a:lnTo>
                      <a:pt x="1592" y="212"/>
                    </a:lnTo>
                    <a:lnTo>
                      <a:pt x="1616" y="210"/>
                    </a:lnTo>
                    <a:lnTo>
                      <a:pt x="1640" y="212"/>
                    </a:lnTo>
                    <a:lnTo>
                      <a:pt x="1663" y="217"/>
                    </a:lnTo>
                    <a:lnTo>
                      <a:pt x="1684" y="227"/>
                    </a:lnTo>
                    <a:lnTo>
                      <a:pt x="1705" y="239"/>
                    </a:lnTo>
                    <a:lnTo>
                      <a:pt x="1723" y="255"/>
                    </a:lnTo>
                    <a:lnTo>
                      <a:pt x="1821" y="352"/>
                    </a:lnTo>
                    <a:lnTo>
                      <a:pt x="1839" y="373"/>
                    </a:lnTo>
                    <a:lnTo>
                      <a:pt x="1852" y="397"/>
                    </a:lnTo>
                    <a:lnTo>
                      <a:pt x="1862" y="422"/>
                    </a:lnTo>
                    <a:lnTo>
                      <a:pt x="1866" y="447"/>
                    </a:lnTo>
                    <a:lnTo>
                      <a:pt x="1866" y="474"/>
                    </a:lnTo>
                    <a:lnTo>
                      <a:pt x="1862" y="499"/>
                    </a:lnTo>
                    <a:lnTo>
                      <a:pt x="1852" y="523"/>
                    </a:lnTo>
                    <a:lnTo>
                      <a:pt x="1839" y="546"/>
                    </a:lnTo>
                    <a:lnTo>
                      <a:pt x="1821" y="567"/>
                    </a:lnTo>
                    <a:lnTo>
                      <a:pt x="1771" y="618"/>
                    </a:lnTo>
                    <a:lnTo>
                      <a:pt x="1796" y="665"/>
                    </a:lnTo>
                    <a:lnTo>
                      <a:pt x="1819" y="714"/>
                    </a:lnTo>
                    <a:lnTo>
                      <a:pt x="1837" y="765"/>
                    </a:lnTo>
                    <a:lnTo>
                      <a:pt x="1853" y="816"/>
                    </a:lnTo>
                    <a:lnTo>
                      <a:pt x="1925" y="816"/>
                    </a:lnTo>
                    <a:lnTo>
                      <a:pt x="1955" y="818"/>
                    </a:lnTo>
                    <a:lnTo>
                      <a:pt x="1984" y="828"/>
                    </a:lnTo>
                    <a:lnTo>
                      <a:pt x="2010" y="842"/>
                    </a:lnTo>
                    <a:lnTo>
                      <a:pt x="2032" y="861"/>
                    </a:lnTo>
                    <a:lnTo>
                      <a:pt x="2051" y="883"/>
                    </a:lnTo>
                    <a:lnTo>
                      <a:pt x="2065" y="909"/>
                    </a:lnTo>
                    <a:lnTo>
                      <a:pt x="2075" y="938"/>
                    </a:lnTo>
                    <a:lnTo>
                      <a:pt x="2077" y="968"/>
                    </a:lnTo>
                    <a:lnTo>
                      <a:pt x="2077" y="1106"/>
                    </a:lnTo>
                    <a:lnTo>
                      <a:pt x="2075" y="1137"/>
                    </a:lnTo>
                    <a:lnTo>
                      <a:pt x="2065" y="1165"/>
                    </a:lnTo>
                    <a:lnTo>
                      <a:pt x="2051" y="1192"/>
                    </a:lnTo>
                    <a:lnTo>
                      <a:pt x="2032" y="1214"/>
                    </a:lnTo>
                    <a:lnTo>
                      <a:pt x="2010" y="1233"/>
                    </a:lnTo>
                    <a:lnTo>
                      <a:pt x="1984" y="1247"/>
                    </a:lnTo>
                    <a:lnTo>
                      <a:pt x="1955" y="1255"/>
                    </a:lnTo>
                    <a:lnTo>
                      <a:pt x="1925" y="1258"/>
                    </a:lnTo>
                    <a:lnTo>
                      <a:pt x="1925" y="1259"/>
                    </a:lnTo>
                    <a:lnTo>
                      <a:pt x="1853" y="1259"/>
                    </a:lnTo>
                    <a:lnTo>
                      <a:pt x="1831" y="1328"/>
                    </a:lnTo>
                    <a:lnTo>
                      <a:pt x="1803" y="1393"/>
                    </a:lnTo>
                    <a:lnTo>
                      <a:pt x="1771" y="1456"/>
                    </a:lnTo>
                    <a:lnTo>
                      <a:pt x="1821" y="1507"/>
                    </a:lnTo>
                    <a:lnTo>
                      <a:pt x="1839" y="1528"/>
                    </a:lnTo>
                    <a:lnTo>
                      <a:pt x="1852" y="1551"/>
                    </a:lnTo>
                    <a:lnTo>
                      <a:pt x="1862" y="1577"/>
                    </a:lnTo>
                    <a:lnTo>
                      <a:pt x="1866" y="1602"/>
                    </a:lnTo>
                    <a:lnTo>
                      <a:pt x="1866" y="1628"/>
                    </a:lnTo>
                    <a:lnTo>
                      <a:pt x="1862" y="1654"/>
                    </a:lnTo>
                    <a:lnTo>
                      <a:pt x="1852" y="1678"/>
                    </a:lnTo>
                    <a:lnTo>
                      <a:pt x="1839" y="1701"/>
                    </a:lnTo>
                    <a:lnTo>
                      <a:pt x="1821" y="1722"/>
                    </a:lnTo>
                    <a:lnTo>
                      <a:pt x="1723" y="1820"/>
                    </a:lnTo>
                    <a:lnTo>
                      <a:pt x="1705" y="1836"/>
                    </a:lnTo>
                    <a:lnTo>
                      <a:pt x="1684" y="1849"/>
                    </a:lnTo>
                    <a:lnTo>
                      <a:pt x="1663" y="1857"/>
                    </a:lnTo>
                    <a:lnTo>
                      <a:pt x="1640" y="1863"/>
                    </a:lnTo>
                    <a:lnTo>
                      <a:pt x="1616" y="1864"/>
                    </a:lnTo>
                    <a:lnTo>
                      <a:pt x="1592" y="1863"/>
                    </a:lnTo>
                    <a:lnTo>
                      <a:pt x="1569" y="1857"/>
                    </a:lnTo>
                    <a:lnTo>
                      <a:pt x="1547" y="1849"/>
                    </a:lnTo>
                    <a:lnTo>
                      <a:pt x="1527" y="1836"/>
                    </a:lnTo>
                    <a:lnTo>
                      <a:pt x="1508" y="1820"/>
                    </a:lnTo>
                    <a:lnTo>
                      <a:pt x="1457" y="1770"/>
                    </a:lnTo>
                    <a:lnTo>
                      <a:pt x="1410" y="1796"/>
                    </a:lnTo>
                    <a:lnTo>
                      <a:pt x="1361" y="1818"/>
                    </a:lnTo>
                    <a:lnTo>
                      <a:pt x="1312" y="1837"/>
                    </a:lnTo>
                    <a:lnTo>
                      <a:pt x="1260" y="1852"/>
                    </a:lnTo>
                    <a:lnTo>
                      <a:pt x="1260" y="1924"/>
                    </a:lnTo>
                    <a:lnTo>
                      <a:pt x="1257" y="1954"/>
                    </a:lnTo>
                    <a:lnTo>
                      <a:pt x="1248" y="1983"/>
                    </a:lnTo>
                    <a:lnTo>
                      <a:pt x="1234" y="2009"/>
                    </a:lnTo>
                    <a:lnTo>
                      <a:pt x="1216" y="2031"/>
                    </a:lnTo>
                    <a:lnTo>
                      <a:pt x="1193" y="2050"/>
                    </a:lnTo>
                    <a:lnTo>
                      <a:pt x="1167" y="2064"/>
                    </a:lnTo>
                    <a:lnTo>
                      <a:pt x="1139" y="2073"/>
                    </a:lnTo>
                    <a:lnTo>
                      <a:pt x="1108" y="2076"/>
                    </a:lnTo>
                    <a:lnTo>
                      <a:pt x="970" y="2076"/>
                    </a:lnTo>
                    <a:lnTo>
                      <a:pt x="938" y="2073"/>
                    </a:lnTo>
                    <a:lnTo>
                      <a:pt x="910" y="2064"/>
                    </a:lnTo>
                    <a:lnTo>
                      <a:pt x="884" y="2050"/>
                    </a:lnTo>
                    <a:lnTo>
                      <a:pt x="861" y="2031"/>
                    </a:lnTo>
                    <a:lnTo>
                      <a:pt x="843" y="2009"/>
                    </a:lnTo>
                    <a:lnTo>
                      <a:pt x="829" y="1983"/>
                    </a:lnTo>
                    <a:lnTo>
                      <a:pt x="820" y="1954"/>
                    </a:lnTo>
                    <a:lnTo>
                      <a:pt x="817" y="1924"/>
                    </a:lnTo>
                    <a:lnTo>
                      <a:pt x="817" y="1852"/>
                    </a:lnTo>
                    <a:lnTo>
                      <a:pt x="748" y="1831"/>
                    </a:lnTo>
                    <a:lnTo>
                      <a:pt x="683" y="1802"/>
                    </a:lnTo>
                    <a:lnTo>
                      <a:pt x="620" y="1770"/>
                    </a:lnTo>
                    <a:lnTo>
                      <a:pt x="569" y="1820"/>
                    </a:lnTo>
                    <a:lnTo>
                      <a:pt x="550" y="1836"/>
                    </a:lnTo>
                    <a:lnTo>
                      <a:pt x="530" y="1849"/>
                    </a:lnTo>
                    <a:lnTo>
                      <a:pt x="508" y="1857"/>
                    </a:lnTo>
                    <a:lnTo>
                      <a:pt x="486" y="1863"/>
                    </a:lnTo>
                    <a:lnTo>
                      <a:pt x="461" y="1864"/>
                    </a:lnTo>
                    <a:lnTo>
                      <a:pt x="437" y="1863"/>
                    </a:lnTo>
                    <a:lnTo>
                      <a:pt x="414" y="1857"/>
                    </a:lnTo>
                    <a:lnTo>
                      <a:pt x="393" y="1849"/>
                    </a:lnTo>
                    <a:lnTo>
                      <a:pt x="372" y="1836"/>
                    </a:lnTo>
                    <a:lnTo>
                      <a:pt x="354" y="1820"/>
                    </a:lnTo>
                    <a:lnTo>
                      <a:pt x="256" y="1722"/>
                    </a:lnTo>
                    <a:lnTo>
                      <a:pt x="238" y="1701"/>
                    </a:lnTo>
                    <a:lnTo>
                      <a:pt x="225" y="1678"/>
                    </a:lnTo>
                    <a:lnTo>
                      <a:pt x="216" y="1654"/>
                    </a:lnTo>
                    <a:lnTo>
                      <a:pt x="211" y="1628"/>
                    </a:lnTo>
                    <a:lnTo>
                      <a:pt x="211" y="1602"/>
                    </a:lnTo>
                    <a:lnTo>
                      <a:pt x="216" y="1577"/>
                    </a:lnTo>
                    <a:lnTo>
                      <a:pt x="225" y="1551"/>
                    </a:lnTo>
                    <a:lnTo>
                      <a:pt x="238" y="1528"/>
                    </a:lnTo>
                    <a:lnTo>
                      <a:pt x="256" y="1507"/>
                    </a:lnTo>
                    <a:lnTo>
                      <a:pt x="306" y="1456"/>
                    </a:lnTo>
                    <a:lnTo>
                      <a:pt x="281" y="1410"/>
                    </a:lnTo>
                    <a:lnTo>
                      <a:pt x="259" y="1360"/>
                    </a:lnTo>
                    <a:lnTo>
                      <a:pt x="240" y="1311"/>
                    </a:lnTo>
                    <a:lnTo>
                      <a:pt x="224" y="1259"/>
                    </a:lnTo>
                    <a:lnTo>
                      <a:pt x="152" y="1259"/>
                    </a:lnTo>
                    <a:lnTo>
                      <a:pt x="122" y="1256"/>
                    </a:lnTo>
                    <a:lnTo>
                      <a:pt x="93" y="1248"/>
                    </a:lnTo>
                    <a:lnTo>
                      <a:pt x="67" y="1233"/>
                    </a:lnTo>
                    <a:lnTo>
                      <a:pt x="45" y="1215"/>
                    </a:lnTo>
                    <a:lnTo>
                      <a:pt x="26" y="1192"/>
                    </a:lnTo>
                    <a:lnTo>
                      <a:pt x="12" y="1166"/>
                    </a:lnTo>
                    <a:lnTo>
                      <a:pt x="3" y="1138"/>
                    </a:lnTo>
                    <a:lnTo>
                      <a:pt x="0" y="1107"/>
                    </a:lnTo>
                    <a:lnTo>
                      <a:pt x="0" y="969"/>
                    </a:lnTo>
                    <a:lnTo>
                      <a:pt x="3" y="938"/>
                    </a:lnTo>
                    <a:lnTo>
                      <a:pt x="12" y="909"/>
                    </a:lnTo>
                    <a:lnTo>
                      <a:pt x="26" y="884"/>
                    </a:lnTo>
                    <a:lnTo>
                      <a:pt x="45" y="861"/>
                    </a:lnTo>
                    <a:lnTo>
                      <a:pt x="67" y="843"/>
                    </a:lnTo>
                    <a:lnTo>
                      <a:pt x="93" y="829"/>
                    </a:lnTo>
                    <a:lnTo>
                      <a:pt x="122" y="819"/>
                    </a:lnTo>
                    <a:lnTo>
                      <a:pt x="152" y="816"/>
                    </a:lnTo>
                    <a:lnTo>
                      <a:pt x="224" y="816"/>
                    </a:lnTo>
                    <a:lnTo>
                      <a:pt x="246" y="748"/>
                    </a:lnTo>
                    <a:lnTo>
                      <a:pt x="274" y="682"/>
                    </a:lnTo>
                    <a:lnTo>
                      <a:pt x="306" y="619"/>
                    </a:lnTo>
                    <a:lnTo>
                      <a:pt x="256" y="568"/>
                    </a:lnTo>
                    <a:lnTo>
                      <a:pt x="238" y="547"/>
                    </a:lnTo>
                    <a:lnTo>
                      <a:pt x="225" y="524"/>
                    </a:lnTo>
                    <a:lnTo>
                      <a:pt x="216" y="500"/>
                    </a:lnTo>
                    <a:lnTo>
                      <a:pt x="211" y="474"/>
                    </a:lnTo>
                    <a:lnTo>
                      <a:pt x="211" y="448"/>
                    </a:lnTo>
                    <a:lnTo>
                      <a:pt x="216" y="422"/>
                    </a:lnTo>
                    <a:lnTo>
                      <a:pt x="225" y="398"/>
                    </a:lnTo>
                    <a:lnTo>
                      <a:pt x="238" y="374"/>
                    </a:lnTo>
                    <a:lnTo>
                      <a:pt x="256" y="353"/>
                    </a:lnTo>
                    <a:lnTo>
                      <a:pt x="354" y="255"/>
                    </a:lnTo>
                    <a:lnTo>
                      <a:pt x="372" y="239"/>
                    </a:lnTo>
                    <a:lnTo>
                      <a:pt x="393" y="227"/>
                    </a:lnTo>
                    <a:lnTo>
                      <a:pt x="414" y="218"/>
                    </a:lnTo>
                    <a:lnTo>
                      <a:pt x="437" y="213"/>
                    </a:lnTo>
                    <a:lnTo>
                      <a:pt x="461" y="211"/>
                    </a:lnTo>
                    <a:lnTo>
                      <a:pt x="486" y="213"/>
                    </a:lnTo>
                    <a:lnTo>
                      <a:pt x="508" y="218"/>
                    </a:lnTo>
                    <a:lnTo>
                      <a:pt x="530" y="227"/>
                    </a:lnTo>
                    <a:lnTo>
                      <a:pt x="550" y="239"/>
                    </a:lnTo>
                    <a:lnTo>
                      <a:pt x="569" y="255"/>
                    </a:lnTo>
                    <a:lnTo>
                      <a:pt x="620" y="306"/>
                    </a:lnTo>
                    <a:lnTo>
                      <a:pt x="667" y="281"/>
                    </a:lnTo>
                    <a:lnTo>
                      <a:pt x="716" y="258"/>
                    </a:lnTo>
                    <a:lnTo>
                      <a:pt x="765" y="239"/>
                    </a:lnTo>
                    <a:lnTo>
                      <a:pt x="817" y="224"/>
                    </a:lnTo>
                    <a:lnTo>
                      <a:pt x="817" y="152"/>
                    </a:lnTo>
                    <a:lnTo>
                      <a:pt x="820" y="121"/>
                    </a:lnTo>
                    <a:lnTo>
                      <a:pt x="829" y="93"/>
                    </a:lnTo>
                    <a:lnTo>
                      <a:pt x="843" y="66"/>
                    </a:lnTo>
                    <a:lnTo>
                      <a:pt x="861" y="44"/>
                    </a:lnTo>
                    <a:lnTo>
                      <a:pt x="884" y="25"/>
                    </a:lnTo>
                    <a:lnTo>
                      <a:pt x="910" y="12"/>
                    </a:lnTo>
                    <a:lnTo>
                      <a:pt x="938" y="3"/>
                    </a:lnTo>
                    <a:lnTo>
                      <a:pt x="97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34" name="Freeform 71">
                <a:extLst>
                  <a:ext uri="{FF2B5EF4-FFF2-40B4-BE49-F238E27FC236}">
                    <a16:creationId xmlns:a16="http://schemas.microsoft.com/office/drawing/2014/main" id="{5C809484-2C63-9D03-755E-4DB4F14B77E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729038" y="2011363"/>
                <a:ext cx="139700" cy="139700"/>
              </a:xfrm>
              <a:custGeom>
                <a:avLst/>
                <a:gdLst>
                  <a:gd name="T0" fmla="*/ 398 w 886"/>
                  <a:gd name="T1" fmla="*/ 143 h 884"/>
                  <a:gd name="T2" fmla="*/ 316 w 886"/>
                  <a:gd name="T3" fmla="*/ 169 h 884"/>
                  <a:gd name="T4" fmla="*/ 245 w 886"/>
                  <a:gd name="T5" fmla="*/ 214 h 884"/>
                  <a:gd name="T6" fmla="*/ 189 w 886"/>
                  <a:gd name="T7" fmla="*/ 277 h 884"/>
                  <a:gd name="T8" fmla="*/ 153 w 886"/>
                  <a:gd name="T9" fmla="*/ 355 h 884"/>
                  <a:gd name="T10" fmla="*/ 141 w 886"/>
                  <a:gd name="T11" fmla="*/ 442 h 884"/>
                  <a:gd name="T12" fmla="*/ 153 w 886"/>
                  <a:gd name="T13" fmla="*/ 529 h 884"/>
                  <a:gd name="T14" fmla="*/ 189 w 886"/>
                  <a:gd name="T15" fmla="*/ 606 h 884"/>
                  <a:gd name="T16" fmla="*/ 245 w 886"/>
                  <a:gd name="T17" fmla="*/ 669 h 884"/>
                  <a:gd name="T18" fmla="*/ 316 w 886"/>
                  <a:gd name="T19" fmla="*/ 716 h 884"/>
                  <a:gd name="T20" fmla="*/ 398 w 886"/>
                  <a:gd name="T21" fmla="*/ 740 h 884"/>
                  <a:gd name="T22" fmla="*/ 488 w 886"/>
                  <a:gd name="T23" fmla="*/ 740 h 884"/>
                  <a:gd name="T24" fmla="*/ 570 w 886"/>
                  <a:gd name="T25" fmla="*/ 716 h 884"/>
                  <a:gd name="T26" fmla="*/ 641 w 886"/>
                  <a:gd name="T27" fmla="*/ 669 h 884"/>
                  <a:gd name="T28" fmla="*/ 696 w 886"/>
                  <a:gd name="T29" fmla="*/ 606 h 884"/>
                  <a:gd name="T30" fmla="*/ 732 w 886"/>
                  <a:gd name="T31" fmla="*/ 529 h 884"/>
                  <a:gd name="T32" fmla="*/ 745 w 886"/>
                  <a:gd name="T33" fmla="*/ 442 h 884"/>
                  <a:gd name="T34" fmla="*/ 732 w 886"/>
                  <a:gd name="T35" fmla="*/ 355 h 884"/>
                  <a:gd name="T36" fmla="*/ 696 w 886"/>
                  <a:gd name="T37" fmla="*/ 277 h 884"/>
                  <a:gd name="T38" fmla="*/ 641 w 886"/>
                  <a:gd name="T39" fmla="*/ 214 h 884"/>
                  <a:gd name="T40" fmla="*/ 570 w 886"/>
                  <a:gd name="T41" fmla="*/ 169 h 884"/>
                  <a:gd name="T42" fmla="*/ 488 w 886"/>
                  <a:gd name="T43" fmla="*/ 143 h 884"/>
                  <a:gd name="T44" fmla="*/ 443 w 886"/>
                  <a:gd name="T45" fmla="*/ 0 h 884"/>
                  <a:gd name="T46" fmla="*/ 544 w 886"/>
                  <a:gd name="T47" fmla="*/ 11 h 884"/>
                  <a:gd name="T48" fmla="*/ 638 w 886"/>
                  <a:gd name="T49" fmla="*/ 45 h 884"/>
                  <a:gd name="T50" fmla="*/ 719 w 886"/>
                  <a:gd name="T51" fmla="*/ 97 h 884"/>
                  <a:gd name="T52" fmla="*/ 788 w 886"/>
                  <a:gd name="T53" fmla="*/ 165 h 884"/>
                  <a:gd name="T54" fmla="*/ 840 w 886"/>
                  <a:gd name="T55" fmla="*/ 248 h 884"/>
                  <a:gd name="T56" fmla="*/ 873 w 886"/>
                  <a:gd name="T57" fmla="*/ 340 h 884"/>
                  <a:gd name="T58" fmla="*/ 886 w 886"/>
                  <a:gd name="T59" fmla="*/ 442 h 884"/>
                  <a:gd name="T60" fmla="*/ 873 w 886"/>
                  <a:gd name="T61" fmla="*/ 543 h 884"/>
                  <a:gd name="T62" fmla="*/ 840 w 886"/>
                  <a:gd name="T63" fmla="*/ 636 h 884"/>
                  <a:gd name="T64" fmla="*/ 788 w 886"/>
                  <a:gd name="T65" fmla="*/ 718 h 884"/>
                  <a:gd name="T66" fmla="*/ 719 w 886"/>
                  <a:gd name="T67" fmla="*/ 787 h 884"/>
                  <a:gd name="T68" fmla="*/ 638 w 886"/>
                  <a:gd name="T69" fmla="*/ 839 h 884"/>
                  <a:gd name="T70" fmla="*/ 544 w 886"/>
                  <a:gd name="T71" fmla="*/ 872 h 884"/>
                  <a:gd name="T72" fmla="*/ 443 w 886"/>
                  <a:gd name="T73" fmla="*/ 884 h 884"/>
                  <a:gd name="T74" fmla="*/ 341 w 886"/>
                  <a:gd name="T75" fmla="*/ 872 h 884"/>
                  <a:gd name="T76" fmla="*/ 248 w 886"/>
                  <a:gd name="T77" fmla="*/ 839 h 884"/>
                  <a:gd name="T78" fmla="*/ 166 w 886"/>
                  <a:gd name="T79" fmla="*/ 787 h 884"/>
                  <a:gd name="T80" fmla="*/ 97 w 886"/>
                  <a:gd name="T81" fmla="*/ 718 h 884"/>
                  <a:gd name="T82" fmla="*/ 46 w 886"/>
                  <a:gd name="T83" fmla="*/ 636 h 884"/>
                  <a:gd name="T84" fmla="*/ 12 w 886"/>
                  <a:gd name="T85" fmla="*/ 543 h 884"/>
                  <a:gd name="T86" fmla="*/ 0 w 886"/>
                  <a:gd name="T87" fmla="*/ 442 h 884"/>
                  <a:gd name="T88" fmla="*/ 12 w 886"/>
                  <a:gd name="T89" fmla="*/ 340 h 884"/>
                  <a:gd name="T90" fmla="*/ 46 w 886"/>
                  <a:gd name="T91" fmla="*/ 248 h 884"/>
                  <a:gd name="T92" fmla="*/ 97 w 886"/>
                  <a:gd name="T93" fmla="*/ 165 h 884"/>
                  <a:gd name="T94" fmla="*/ 166 w 886"/>
                  <a:gd name="T95" fmla="*/ 97 h 884"/>
                  <a:gd name="T96" fmla="*/ 248 w 886"/>
                  <a:gd name="T97" fmla="*/ 45 h 884"/>
                  <a:gd name="T98" fmla="*/ 341 w 886"/>
                  <a:gd name="T99" fmla="*/ 11 h 884"/>
                  <a:gd name="T100" fmla="*/ 443 w 886"/>
                  <a:gd name="T101" fmla="*/ 0 h 8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886" h="884">
                    <a:moveTo>
                      <a:pt x="443" y="140"/>
                    </a:moveTo>
                    <a:lnTo>
                      <a:pt x="398" y="143"/>
                    </a:lnTo>
                    <a:lnTo>
                      <a:pt x="356" y="153"/>
                    </a:lnTo>
                    <a:lnTo>
                      <a:pt x="316" y="169"/>
                    </a:lnTo>
                    <a:lnTo>
                      <a:pt x="279" y="189"/>
                    </a:lnTo>
                    <a:lnTo>
                      <a:pt x="245" y="214"/>
                    </a:lnTo>
                    <a:lnTo>
                      <a:pt x="215" y="243"/>
                    </a:lnTo>
                    <a:lnTo>
                      <a:pt x="189" y="277"/>
                    </a:lnTo>
                    <a:lnTo>
                      <a:pt x="169" y="315"/>
                    </a:lnTo>
                    <a:lnTo>
                      <a:pt x="153" y="355"/>
                    </a:lnTo>
                    <a:lnTo>
                      <a:pt x="144" y="397"/>
                    </a:lnTo>
                    <a:lnTo>
                      <a:pt x="141" y="442"/>
                    </a:lnTo>
                    <a:lnTo>
                      <a:pt x="144" y="486"/>
                    </a:lnTo>
                    <a:lnTo>
                      <a:pt x="153" y="529"/>
                    </a:lnTo>
                    <a:lnTo>
                      <a:pt x="169" y="569"/>
                    </a:lnTo>
                    <a:lnTo>
                      <a:pt x="189" y="606"/>
                    </a:lnTo>
                    <a:lnTo>
                      <a:pt x="215" y="640"/>
                    </a:lnTo>
                    <a:lnTo>
                      <a:pt x="245" y="669"/>
                    </a:lnTo>
                    <a:lnTo>
                      <a:pt x="279" y="695"/>
                    </a:lnTo>
                    <a:lnTo>
                      <a:pt x="316" y="716"/>
                    </a:lnTo>
                    <a:lnTo>
                      <a:pt x="356" y="731"/>
                    </a:lnTo>
                    <a:lnTo>
                      <a:pt x="398" y="740"/>
                    </a:lnTo>
                    <a:lnTo>
                      <a:pt x="443" y="743"/>
                    </a:lnTo>
                    <a:lnTo>
                      <a:pt x="488" y="740"/>
                    </a:lnTo>
                    <a:lnTo>
                      <a:pt x="530" y="731"/>
                    </a:lnTo>
                    <a:lnTo>
                      <a:pt x="570" y="716"/>
                    </a:lnTo>
                    <a:lnTo>
                      <a:pt x="607" y="695"/>
                    </a:lnTo>
                    <a:lnTo>
                      <a:pt x="641" y="669"/>
                    </a:lnTo>
                    <a:lnTo>
                      <a:pt x="670" y="640"/>
                    </a:lnTo>
                    <a:lnTo>
                      <a:pt x="696" y="606"/>
                    </a:lnTo>
                    <a:lnTo>
                      <a:pt x="717" y="569"/>
                    </a:lnTo>
                    <a:lnTo>
                      <a:pt x="732" y="529"/>
                    </a:lnTo>
                    <a:lnTo>
                      <a:pt x="741" y="486"/>
                    </a:lnTo>
                    <a:lnTo>
                      <a:pt x="745" y="442"/>
                    </a:lnTo>
                    <a:lnTo>
                      <a:pt x="741" y="397"/>
                    </a:lnTo>
                    <a:lnTo>
                      <a:pt x="732" y="355"/>
                    </a:lnTo>
                    <a:lnTo>
                      <a:pt x="717" y="315"/>
                    </a:lnTo>
                    <a:lnTo>
                      <a:pt x="696" y="277"/>
                    </a:lnTo>
                    <a:lnTo>
                      <a:pt x="670" y="243"/>
                    </a:lnTo>
                    <a:lnTo>
                      <a:pt x="641" y="214"/>
                    </a:lnTo>
                    <a:lnTo>
                      <a:pt x="607" y="189"/>
                    </a:lnTo>
                    <a:lnTo>
                      <a:pt x="570" y="169"/>
                    </a:lnTo>
                    <a:lnTo>
                      <a:pt x="530" y="153"/>
                    </a:lnTo>
                    <a:lnTo>
                      <a:pt x="488" y="143"/>
                    </a:lnTo>
                    <a:lnTo>
                      <a:pt x="443" y="140"/>
                    </a:lnTo>
                    <a:close/>
                    <a:moveTo>
                      <a:pt x="443" y="0"/>
                    </a:moveTo>
                    <a:lnTo>
                      <a:pt x="494" y="3"/>
                    </a:lnTo>
                    <a:lnTo>
                      <a:pt x="544" y="11"/>
                    </a:lnTo>
                    <a:lnTo>
                      <a:pt x="592" y="25"/>
                    </a:lnTo>
                    <a:lnTo>
                      <a:pt x="638" y="45"/>
                    </a:lnTo>
                    <a:lnTo>
                      <a:pt x="680" y="68"/>
                    </a:lnTo>
                    <a:lnTo>
                      <a:pt x="719" y="97"/>
                    </a:lnTo>
                    <a:lnTo>
                      <a:pt x="756" y="130"/>
                    </a:lnTo>
                    <a:lnTo>
                      <a:pt x="788" y="165"/>
                    </a:lnTo>
                    <a:lnTo>
                      <a:pt x="816" y="205"/>
                    </a:lnTo>
                    <a:lnTo>
                      <a:pt x="840" y="248"/>
                    </a:lnTo>
                    <a:lnTo>
                      <a:pt x="859" y="293"/>
                    </a:lnTo>
                    <a:lnTo>
                      <a:pt x="873" y="340"/>
                    </a:lnTo>
                    <a:lnTo>
                      <a:pt x="883" y="390"/>
                    </a:lnTo>
                    <a:lnTo>
                      <a:pt x="886" y="442"/>
                    </a:lnTo>
                    <a:lnTo>
                      <a:pt x="883" y="493"/>
                    </a:lnTo>
                    <a:lnTo>
                      <a:pt x="873" y="543"/>
                    </a:lnTo>
                    <a:lnTo>
                      <a:pt x="859" y="590"/>
                    </a:lnTo>
                    <a:lnTo>
                      <a:pt x="840" y="636"/>
                    </a:lnTo>
                    <a:lnTo>
                      <a:pt x="816" y="679"/>
                    </a:lnTo>
                    <a:lnTo>
                      <a:pt x="788" y="718"/>
                    </a:lnTo>
                    <a:lnTo>
                      <a:pt x="756" y="754"/>
                    </a:lnTo>
                    <a:lnTo>
                      <a:pt x="719" y="787"/>
                    </a:lnTo>
                    <a:lnTo>
                      <a:pt x="680" y="815"/>
                    </a:lnTo>
                    <a:lnTo>
                      <a:pt x="638" y="839"/>
                    </a:lnTo>
                    <a:lnTo>
                      <a:pt x="592" y="858"/>
                    </a:lnTo>
                    <a:lnTo>
                      <a:pt x="544" y="872"/>
                    </a:lnTo>
                    <a:lnTo>
                      <a:pt x="494" y="880"/>
                    </a:lnTo>
                    <a:lnTo>
                      <a:pt x="443" y="884"/>
                    </a:lnTo>
                    <a:lnTo>
                      <a:pt x="392" y="880"/>
                    </a:lnTo>
                    <a:lnTo>
                      <a:pt x="341" y="872"/>
                    </a:lnTo>
                    <a:lnTo>
                      <a:pt x="294" y="858"/>
                    </a:lnTo>
                    <a:lnTo>
                      <a:pt x="248" y="839"/>
                    </a:lnTo>
                    <a:lnTo>
                      <a:pt x="206" y="815"/>
                    </a:lnTo>
                    <a:lnTo>
                      <a:pt x="166" y="787"/>
                    </a:lnTo>
                    <a:lnTo>
                      <a:pt x="130" y="754"/>
                    </a:lnTo>
                    <a:lnTo>
                      <a:pt x="97" y="718"/>
                    </a:lnTo>
                    <a:lnTo>
                      <a:pt x="70" y="679"/>
                    </a:lnTo>
                    <a:lnTo>
                      <a:pt x="46" y="636"/>
                    </a:lnTo>
                    <a:lnTo>
                      <a:pt x="27" y="590"/>
                    </a:lnTo>
                    <a:lnTo>
                      <a:pt x="12" y="543"/>
                    </a:lnTo>
                    <a:lnTo>
                      <a:pt x="4" y="493"/>
                    </a:lnTo>
                    <a:lnTo>
                      <a:pt x="0" y="442"/>
                    </a:lnTo>
                    <a:lnTo>
                      <a:pt x="4" y="390"/>
                    </a:lnTo>
                    <a:lnTo>
                      <a:pt x="12" y="340"/>
                    </a:lnTo>
                    <a:lnTo>
                      <a:pt x="27" y="293"/>
                    </a:lnTo>
                    <a:lnTo>
                      <a:pt x="46" y="248"/>
                    </a:lnTo>
                    <a:lnTo>
                      <a:pt x="70" y="205"/>
                    </a:lnTo>
                    <a:lnTo>
                      <a:pt x="97" y="165"/>
                    </a:lnTo>
                    <a:lnTo>
                      <a:pt x="130" y="130"/>
                    </a:lnTo>
                    <a:lnTo>
                      <a:pt x="166" y="97"/>
                    </a:lnTo>
                    <a:lnTo>
                      <a:pt x="206" y="68"/>
                    </a:lnTo>
                    <a:lnTo>
                      <a:pt x="248" y="45"/>
                    </a:lnTo>
                    <a:lnTo>
                      <a:pt x="294" y="25"/>
                    </a:lnTo>
                    <a:lnTo>
                      <a:pt x="341" y="11"/>
                    </a:lnTo>
                    <a:lnTo>
                      <a:pt x="392" y="3"/>
                    </a:lnTo>
                    <a:lnTo>
                      <a:pt x="44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35" name="Freeform 72">
                <a:extLst>
                  <a:ext uri="{FF2B5EF4-FFF2-40B4-BE49-F238E27FC236}">
                    <a16:creationId xmlns:a16="http://schemas.microsoft.com/office/drawing/2014/main" id="{F55D3C5A-E4B1-F2B8-2D94-F5535DFC4E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1863" y="2006601"/>
                <a:ext cx="403225" cy="460375"/>
              </a:xfrm>
              <a:custGeom>
                <a:avLst/>
                <a:gdLst>
                  <a:gd name="T0" fmla="*/ 1098 w 2541"/>
                  <a:gd name="T1" fmla="*/ 8 h 2906"/>
                  <a:gd name="T2" fmla="*/ 1133 w 2541"/>
                  <a:gd name="T3" fmla="*/ 48 h 2906"/>
                  <a:gd name="T4" fmla="*/ 1130 w 2541"/>
                  <a:gd name="T5" fmla="*/ 102 h 2906"/>
                  <a:gd name="T6" fmla="*/ 1090 w 2541"/>
                  <a:gd name="T7" fmla="*/ 136 h 2906"/>
                  <a:gd name="T8" fmla="*/ 917 w 2541"/>
                  <a:gd name="T9" fmla="*/ 214 h 2906"/>
                  <a:gd name="T10" fmla="*/ 736 w 2541"/>
                  <a:gd name="T11" fmla="*/ 341 h 2906"/>
                  <a:gd name="T12" fmla="*/ 590 w 2541"/>
                  <a:gd name="T13" fmla="*/ 501 h 2906"/>
                  <a:gd name="T14" fmla="*/ 479 w 2541"/>
                  <a:gd name="T15" fmla="*/ 688 h 2906"/>
                  <a:gd name="T16" fmla="*/ 409 w 2541"/>
                  <a:gd name="T17" fmla="*/ 895 h 2906"/>
                  <a:gd name="T18" fmla="*/ 386 w 2541"/>
                  <a:gd name="T19" fmla="*/ 1114 h 2906"/>
                  <a:gd name="T20" fmla="*/ 378 w 2541"/>
                  <a:gd name="T21" fmla="*/ 1330 h 2906"/>
                  <a:gd name="T22" fmla="*/ 141 w 2541"/>
                  <a:gd name="T23" fmla="*/ 1791 h 2906"/>
                  <a:gd name="T24" fmla="*/ 145 w 2541"/>
                  <a:gd name="T25" fmla="*/ 1829 h 2906"/>
                  <a:gd name="T26" fmla="*/ 188 w 2541"/>
                  <a:gd name="T27" fmla="*/ 1851 h 2906"/>
                  <a:gd name="T28" fmla="*/ 336 w 2541"/>
                  <a:gd name="T29" fmla="*/ 1855 h 2906"/>
                  <a:gd name="T30" fmla="*/ 377 w 2541"/>
                  <a:gd name="T31" fmla="*/ 1887 h 2906"/>
                  <a:gd name="T32" fmla="*/ 386 w 2541"/>
                  <a:gd name="T33" fmla="*/ 2330 h 2906"/>
                  <a:gd name="T34" fmla="*/ 414 w 2541"/>
                  <a:gd name="T35" fmla="*/ 2418 h 2906"/>
                  <a:gd name="T36" fmla="*/ 482 w 2541"/>
                  <a:gd name="T37" fmla="*/ 2477 h 2906"/>
                  <a:gd name="T38" fmla="*/ 856 w 2541"/>
                  <a:gd name="T39" fmla="*/ 2445 h 2906"/>
                  <a:gd name="T40" fmla="*/ 899 w 2541"/>
                  <a:gd name="T41" fmla="*/ 2452 h 2906"/>
                  <a:gd name="T42" fmla="*/ 933 w 2541"/>
                  <a:gd name="T43" fmla="*/ 2494 h 2906"/>
                  <a:gd name="T44" fmla="*/ 2099 w 2541"/>
                  <a:gd name="T45" fmla="*/ 2764 h 2906"/>
                  <a:gd name="T46" fmla="*/ 2109 w 2541"/>
                  <a:gd name="T47" fmla="*/ 1888 h 2906"/>
                  <a:gd name="T48" fmla="*/ 2224 w 2541"/>
                  <a:gd name="T49" fmla="*/ 1763 h 2906"/>
                  <a:gd name="T50" fmla="*/ 2347 w 2541"/>
                  <a:gd name="T51" fmla="*/ 1575 h 2906"/>
                  <a:gd name="T52" fmla="*/ 2412 w 2541"/>
                  <a:gd name="T53" fmla="*/ 1419 h 2906"/>
                  <a:gd name="T54" fmla="*/ 2455 w 2541"/>
                  <a:gd name="T55" fmla="*/ 1389 h 2906"/>
                  <a:gd name="T56" fmla="*/ 2509 w 2541"/>
                  <a:gd name="T57" fmla="*/ 1400 h 2906"/>
                  <a:gd name="T58" fmla="*/ 2539 w 2541"/>
                  <a:gd name="T59" fmla="*/ 1443 h 2906"/>
                  <a:gd name="T60" fmla="*/ 2509 w 2541"/>
                  <a:gd name="T61" fmla="*/ 1556 h 2906"/>
                  <a:gd name="T62" fmla="*/ 2395 w 2541"/>
                  <a:gd name="T63" fmla="*/ 1770 h 2906"/>
                  <a:gd name="T64" fmla="*/ 2239 w 2541"/>
                  <a:gd name="T65" fmla="*/ 1955 h 2906"/>
                  <a:gd name="T66" fmla="*/ 2230 w 2541"/>
                  <a:gd name="T67" fmla="*/ 2871 h 2906"/>
                  <a:gd name="T68" fmla="*/ 2187 w 2541"/>
                  <a:gd name="T69" fmla="*/ 2902 h 2906"/>
                  <a:gd name="T70" fmla="*/ 847 w 2541"/>
                  <a:gd name="T71" fmla="*/ 2902 h 2906"/>
                  <a:gd name="T72" fmla="*/ 805 w 2541"/>
                  <a:gd name="T73" fmla="*/ 2871 h 2906"/>
                  <a:gd name="T74" fmla="*/ 796 w 2541"/>
                  <a:gd name="T75" fmla="*/ 2596 h 2906"/>
                  <a:gd name="T76" fmla="*/ 551 w 2541"/>
                  <a:gd name="T77" fmla="*/ 2631 h 2906"/>
                  <a:gd name="T78" fmla="*/ 461 w 2541"/>
                  <a:gd name="T79" fmla="*/ 2618 h 2906"/>
                  <a:gd name="T80" fmla="*/ 350 w 2541"/>
                  <a:gd name="T81" fmla="*/ 2557 h 2906"/>
                  <a:gd name="T82" fmla="*/ 274 w 2541"/>
                  <a:gd name="T83" fmla="*/ 2455 h 2906"/>
                  <a:gd name="T84" fmla="*/ 246 w 2541"/>
                  <a:gd name="T85" fmla="*/ 2329 h 2906"/>
                  <a:gd name="T86" fmla="*/ 176 w 2541"/>
                  <a:gd name="T87" fmla="*/ 1989 h 2906"/>
                  <a:gd name="T88" fmla="*/ 87 w 2541"/>
                  <a:gd name="T89" fmla="*/ 1961 h 2906"/>
                  <a:gd name="T90" fmla="*/ 24 w 2541"/>
                  <a:gd name="T91" fmla="*/ 1900 h 2906"/>
                  <a:gd name="T92" fmla="*/ 0 w 2541"/>
                  <a:gd name="T93" fmla="*/ 1817 h 2906"/>
                  <a:gd name="T94" fmla="*/ 16 w 2541"/>
                  <a:gd name="T95" fmla="*/ 1724 h 2906"/>
                  <a:gd name="T96" fmla="*/ 247 w 2541"/>
                  <a:gd name="T97" fmla="*/ 1114 h 2906"/>
                  <a:gd name="T98" fmla="*/ 271 w 2541"/>
                  <a:gd name="T99" fmla="*/ 878 h 2906"/>
                  <a:gd name="T100" fmla="*/ 341 w 2541"/>
                  <a:gd name="T101" fmla="*/ 655 h 2906"/>
                  <a:gd name="T102" fmla="*/ 453 w 2541"/>
                  <a:gd name="T103" fmla="*/ 453 h 2906"/>
                  <a:gd name="T104" fmla="*/ 602 w 2541"/>
                  <a:gd name="T105" fmla="*/ 274 h 2906"/>
                  <a:gd name="T106" fmla="*/ 785 w 2541"/>
                  <a:gd name="T107" fmla="*/ 129 h 2906"/>
                  <a:gd name="T108" fmla="*/ 983 w 2541"/>
                  <a:gd name="T109" fmla="*/ 27 h 29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2541" h="2906">
                    <a:moveTo>
                      <a:pt x="1063" y="0"/>
                    </a:moveTo>
                    <a:lnTo>
                      <a:pt x="1082" y="1"/>
                    </a:lnTo>
                    <a:lnTo>
                      <a:pt x="1098" y="8"/>
                    </a:lnTo>
                    <a:lnTo>
                      <a:pt x="1113" y="17"/>
                    </a:lnTo>
                    <a:lnTo>
                      <a:pt x="1125" y="31"/>
                    </a:lnTo>
                    <a:lnTo>
                      <a:pt x="1133" y="48"/>
                    </a:lnTo>
                    <a:lnTo>
                      <a:pt x="1137" y="66"/>
                    </a:lnTo>
                    <a:lnTo>
                      <a:pt x="1135" y="85"/>
                    </a:lnTo>
                    <a:lnTo>
                      <a:pt x="1130" y="102"/>
                    </a:lnTo>
                    <a:lnTo>
                      <a:pt x="1121" y="116"/>
                    </a:lnTo>
                    <a:lnTo>
                      <a:pt x="1107" y="128"/>
                    </a:lnTo>
                    <a:lnTo>
                      <a:pt x="1090" y="136"/>
                    </a:lnTo>
                    <a:lnTo>
                      <a:pt x="1036" y="156"/>
                    </a:lnTo>
                    <a:lnTo>
                      <a:pt x="983" y="180"/>
                    </a:lnTo>
                    <a:lnTo>
                      <a:pt x="917" y="214"/>
                    </a:lnTo>
                    <a:lnTo>
                      <a:pt x="854" y="252"/>
                    </a:lnTo>
                    <a:lnTo>
                      <a:pt x="793" y="295"/>
                    </a:lnTo>
                    <a:lnTo>
                      <a:pt x="736" y="341"/>
                    </a:lnTo>
                    <a:lnTo>
                      <a:pt x="684" y="392"/>
                    </a:lnTo>
                    <a:lnTo>
                      <a:pt x="634" y="444"/>
                    </a:lnTo>
                    <a:lnTo>
                      <a:pt x="590" y="501"/>
                    </a:lnTo>
                    <a:lnTo>
                      <a:pt x="549" y="561"/>
                    </a:lnTo>
                    <a:lnTo>
                      <a:pt x="512" y="624"/>
                    </a:lnTo>
                    <a:lnTo>
                      <a:pt x="479" y="688"/>
                    </a:lnTo>
                    <a:lnTo>
                      <a:pt x="452" y="755"/>
                    </a:lnTo>
                    <a:lnTo>
                      <a:pt x="428" y="824"/>
                    </a:lnTo>
                    <a:lnTo>
                      <a:pt x="409" y="895"/>
                    </a:lnTo>
                    <a:lnTo>
                      <a:pt x="397" y="966"/>
                    </a:lnTo>
                    <a:lnTo>
                      <a:pt x="388" y="1040"/>
                    </a:lnTo>
                    <a:lnTo>
                      <a:pt x="386" y="1114"/>
                    </a:lnTo>
                    <a:lnTo>
                      <a:pt x="386" y="1297"/>
                    </a:lnTo>
                    <a:lnTo>
                      <a:pt x="384" y="1314"/>
                    </a:lnTo>
                    <a:lnTo>
                      <a:pt x="378" y="1330"/>
                    </a:lnTo>
                    <a:lnTo>
                      <a:pt x="154" y="1758"/>
                    </a:lnTo>
                    <a:lnTo>
                      <a:pt x="147" y="1775"/>
                    </a:lnTo>
                    <a:lnTo>
                      <a:pt x="141" y="1791"/>
                    </a:lnTo>
                    <a:lnTo>
                      <a:pt x="139" y="1806"/>
                    </a:lnTo>
                    <a:lnTo>
                      <a:pt x="140" y="1818"/>
                    </a:lnTo>
                    <a:lnTo>
                      <a:pt x="145" y="1829"/>
                    </a:lnTo>
                    <a:lnTo>
                      <a:pt x="154" y="1838"/>
                    </a:lnTo>
                    <a:lnTo>
                      <a:pt x="169" y="1846"/>
                    </a:lnTo>
                    <a:lnTo>
                      <a:pt x="188" y="1851"/>
                    </a:lnTo>
                    <a:lnTo>
                      <a:pt x="211" y="1852"/>
                    </a:lnTo>
                    <a:lnTo>
                      <a:pt x="317" y="1852"/>
                    </a:lnTo>
                    <a:lnTo>
                      <a:pt x="336" y="1855"/>
                    </a:lnTo>
                    <a:lnTo>
                      <a:pt x="352" y="1862"/>
                    </a:lnTo>
                    <a:lnTo>
                      <a:pt x="366" y="1873"/>
                    </a:lnTo>
                    <a:lnTo>
                      <a:pt x="377" y="1887"/>
                    </a:lnTo>
                    <a:lnTo>
                      <a:pt x="384" y="1904"/>
                    </a:lnTo>
                    <a:lnTo>
                      <a:pt x="386" y="1923"/>
                    </a:lnTo>
                    <a:lnTo>
                      <a:pt x="386" y="2330"/>
                    </a:lnTo>
                    <a:lnTo>
                      <a:pt x="389" y="2362"/>
                    </a:lnTo>
                    <a:lnTo>
                      <a:pt x="399" y="2392"/>
                    </a:lnTo>
                    <a:lnTo>
                      <a:pt x="414" y="2418"/>
                    </a:lnTo>
                    <a:lnTo>
                      <a:pt x="433" y="2443"/>
                    </a:lnTo>
                    <a:lnTo>
                      <a:pt x="456" y="2463"/>
                    </a:lnTo>
                    <a:lnTo>
                      <a:pt x="482" y="2477"/>
                    </a:lnTo>
                    <a:lnTo>
                      <a:pt x="512" y="2487"/>
                    </a:lnTo>
                    <a:lnTo>
                      <a:pt x="543" y="2491"/>
                    </a:lnTo>
                    <a:lnTo>
                      <a:pt x="856" y="2445"/>
                    </a:lnTo>
                    <a:lnTo>
                      <a:pt x="870" y="2444"/>
                    </a:lnTo>
                    <a:lnTo>
                      <a:pt x="885" y="2447"/>
                    </a:lnTo>
                    <a:lnTo>
                      <a:pt x="899" y="2452"/>
                    </a:lnTo>
                    <a:lnTo>
                      <a:pt x="912" y="2461"/>
                    </a:lnTo>
                    <a:lnTo>
                      <a:pt x="924" y="2476"/>
                    </a:lnTo>
                    <a:lnTo>
                      <a:pt x="933" y="2494"/>
                    </a:lnTo>
                    <a:lnTo>
                      <a:pt x="936" y="2514"/>
                    </a:lnTo>
                    <a:lnTo>
                      <a:pt x="936" y="2764"/>
                    </a:lnTo>
                    <a:lnTo>
                      <a:pt x="2099" y="2764"/>
                    </a:lnTo>
                    <a:lnTo>
                      <a:pt x="2099" y="1925"/>
                    </a:lnTo>
                    <a:lnTo>
                      <a:pt x="2101" y="1906"/>
                    </a:lnTo>
                    <a:lnTo>
                      <a:pt x="2109" y="1888"/>
                    </a:lnTo>
                    <a:lnTo>
                      <a:pt x="2121" y="1873"/>
                    </a:lnTo>
                    <a:lnTo>
                      <a:pt x="2175" y="1820"/>
                    </a:lnTo>
                    <a:lnTo>
                      <a:pt x="2224" y="1763"/>
                    </a:lnTo>
                    <a:lnTo>
                      <a:pt x="2270" y="1703"/>
                    </a:lnTo>
                    <a:lnTo>
                      <a:pt x="2310" y="1640"/>
                    </a:lnTo>
                    <a:lnTo>
                      <a:pt x="2347" y="1575"/>
                    </a:lnTo>
                    <a:lnTo>
                      <a:pt x="2377" y="1506"/>
                    </a:lnTo>
                    <a:lnTo>
                      <a:pt x="2404" y="1436"/>
                    </a:lnTo>
                    <a:lnTo>
                      <a:pt x="2412" y="1419"/>
                    </a:lnTo>
                    <a:lnTo>
                      <a:pt x="2424" y="1405"/>
                    </a:lnTo>
                    <a:lnTo>
                      <a:pt x="2438" y="1395"/>
                    </a:lnTo>
                    <a:lnTo>
                      <a:pt x="2455" y="1389"/>
                    </a:lnTo>
                    <a:lnTo>
                      <a:pt x="2474" y="1388"/>
                    </a:lnTo>
                    <a:lnTo>
                      <a:pt x="2492" y="1391"/>
                    </a:lnTo>
                    <a:lnTo>
                      <a:pt x="2509" y="1400"/>
                    </a:lnTo>
                    <a:lnTo>
                      <a:pt x="2523" y="1411"/>
                    </a:lnTo>
                    <a:lnTo>
                      <a:pt x="2533" y="1426"/>
                    </a:lnTo>
                    <a:lnTo>
                      <a:pt x="2539" y="1443"/>
                    </a:lnTo>
                    <a:lnTo>
                      <a:pt x="2541" y="1461"/>
                    </a:lnTo>
                    <a:lnTo>
                      <a:pt x="2537" y="1480"/>
                    </a:lnTo>
                    <a:lnTo>
                      <a:pt x="2509" y="1556"/>
                    </a:lnTo>
                    <a:lnTo>
                      <a:pt x="2476" y="1630"/>
                    </a:lnTo>
                    <a:lnTo>
                      <a:pt x="2438" y="1701"/>
                    </a:lnTo>
                    <a:lnTo>
                      <a:pt x="2395" y="1770"/>
                    </a:lnTo>
                    <a:lnTo>
                      <a:pt x="2348" y="1835"/>
                    </a:lnTo>
                    <a:lnTo>
                      <a:pt x="2295" y="1896"/>
                    </a:lnTo>
                    <a:lnTo>
                      <a:pt x="2239" y="1955"/>
                    </a:lnTo>
                    <a:lnTo>
                      <a:pt x="2239" y="2835"/>
                    </a:lnTo>
                    <a:lnTo>
                      <a:pt x="2236" y="2854"/>
                    </a:lnTo>
                    <a:lnTo>
                      <a:pt x="2230" y="2871"/>
                    </a:lnTo>
                    <a:lnTo>
                      <a:pt x="2218" y="2884"/>
                    </a:lnTo>
                    <a:lnTo>
                      <a:pt x="2204" y="2896"/>
                    </a:lnTo>
                    <a:lnTo>
                      <a:pt x="2187" y="2902"/>
                    </a:lnTo>
                    <a:lnTo>
                      <a:pt x="2168" y="2906"/>
                    </a:lnTo>
                    <a:lnTo>
                      <a:pt x="865" y="2906"/>
                    </a:lnTo>
                    <a:lnTo>
                      <a:pt x="847" y="2902"/>
                    </a:lnTo>
                    <a:lnTo>
                      <a:pt x="830" y="2896"/>
                    </a:lnTo>
                    <a:lnTo>
                      <a:pt x="816" y="2884"/>
                    </a:lnTo>
                    <a:lnTo>
                      <a:pt x="805" y="2871"/>
                    </a:lnTo>
                    <a:lnTo>
                      <a:pt x="798" y="2854"/>
                    </a:lnTo>
                    <a:lnTo>
                      <a:pt x="796" y="2835"/>
                    </a:lnTo>
                    <a:lnTo>
                      <a:pt x="796" y="2596"/>
                    </a:lnTo>
                    <a:lnTo>
                      <a:pt x="558" y="2631"/>
                    </a:lnTo>
                    <a:lnTo>
                      <a:pt x="555" y="2631"/>
                    </a:lnTo>
                    <a:lnTo>
                      <a:pt x="551" y="2631"/>
                    </a:lnTo>
                    <a:lnTo>
                      <a:pt x="549" y="2630"/>
                    </a:lnTo>
                    <a:lnTo>
                      <a:pt x="503" y="2627"/>
                    </a:lnTo>
                    <a:lnTo>
                      <a:pt x="461" y="2618"/>
                    </a:lnTo>
                    <a:lnTo>
                      <a:pt x="421" y="2602"/>
                    </a:lnTo>
                    <a:lnTo>
                      <a:pt x="384" y="2582"/>
                    </a:lnTo>
                    <a:lnTo>
                      <a:pt x="350" y="2557"/>
                    </a:lnTo>
                    <a:lnTo>
                      <a:pt x="321" y="2526"/>
                    </a:lnTo>
                    <a:lnTo>
                      <a:pt x="295" y="2493"/>
                    </a:lnTo>
                    <a:lnTo>
                      <a:pt x="274" y="2455"/>
                    </a:lnTo>
                    <a:lnTo>
                      <a:pt x="260" y="2415"/>
                    </a:lnTo>
                    <a:lnTo>
                      <a:pt x="249" y="2373"/>
                    </a:lnTo>
                    <a:lnTo>
                      <a:pt x="246" y="2329"/>
                    </a:lnTo>
                    <a:lnTo>
                      <a:pt x="246" y="1991"/>
                    </a:lnTo>
                    <a:lnTo>
                      <a:pt x="211" y="1991"/>
                    </a:lnTo>
                    <a:lnTo>
                      <a:pt x="176" y="1989"/>
                    </a:lnTo>
                    <a:lnTo>
                      <a:pt x="143" y="1983"/>
                    </a:lnTo>
                    <a:lnTo>
                      <a:pt x="114" y="1973"/>
                    </a:lnTo>
                    <a:lnTo>
                      <a:pt x="87" y="1961"/>
                    </a:lnTo>
                    <a:lnTo>
                      <a:pt x="62" y="1944"/>
                    </a:lnTo>
                    <a:lnTo>
                      <a:pt x="41" y="1924"/>
                    </a:lnTo>
                    <a:lnTo>
                      <a:pt x="24" y="1900"/>
                    </a:lnTo>
                    <a:lnTo>
                      <a:pt x="12" y="1874"/>
                    </a:lnTo>
                    <a:lnTo>
                      <a:pt x="3" y="1846"/>
                    </a:lnTo>
                    <a:lnTo>
                      <a:pt x="0" y="1817"/>
                    </a:lnTo>
                    <a:lnTo>
                      <a:pt x="0" y="1787"/>
                    </a:lnTo>
                    <a:lnTo>
                      <a:pt x="5" y="1756"/>
                    </a:lnTo>
                    <a:lnTo>
                      <a:pt x="16" y="1724"/>
                    </a:lnTo>
                    <a:lnTo>
                      <a:pt x="30" y="1693"/>
                    </a:lnTo>
                    <a:lnTo>
                      <a:pt x="247" y="1279"/>
                    </a:lnTo>
                    <a:lnTo>
                      <a:pt x="247" y="1114"/>
                    </a:lnTo>
                    <a:lnTo>
                      <a:pt x="250" y="1034"/>
                    </a:lnTo>
                    <a:lnTo>
                      <a:pt x="257" y="956"/>
                    </a:lnTo>
                    <a:lnTo>
                      <a:pt x="271" y="878"/>
                    </a:lnTo>
                    <a:lnTo>
                      <a:pt x="289" y="802"/>
                    </a:lnTo>
                    <a:lnTo>
                      <a:pt x="313" y="728"/>
                    </a:lnTo>
                    <a:lnTo>
                      <a:pt x="341" y="655"/>
                    </a:lnTo>
                    <a:lnTo>
                      <a:pt x="374" y="586"/>
                    </a:lnTo>
                    <a:lnTo>
                      <a:pt x="412" y="518"/>
                    </a:lnTo>
                    <a:lnTo>
                      <a:pt x="453" y="453"/>
                    </a:lnTo>
                    <a:lnTo>
                      <a:pt x="498" y="390"/>
                    </a:lnTo>
                    <a:lnTo>
                      <a:pt x="549" y="330"/>
                    </a:lnTo>
                    <a:lnTo>
                      <a:pt x="602" y="274"/>
                    </a:lnTo>
                    <a:lnTo>
                      <a:pt x="659" y="223"/>
                    </a:lnTo>
                    <a:lnTo>
                      <a:pt x="721" y="173"/>
                    </a:lnTo>
                    <a:lnTo>
                      <a:pt x="785" y="129"/>
                    </a:lnTo>
                    <a:lnTo>
                      <a:pt x="854" y="89"/>
                    </a:lnTo>
                    <a:lnTo>
                      <a:pt x="924" y="52"/>
                    </a:lnTo>
                    <a:lnTo>
                      <a:pt x="983" y="27"/>
                    </a:lnTo>
                    <a:lnTo>
                      <a:pt x="1045" y="3"/>
                    </a:lnTo>
                    <a:lnTo>
                      <a:pt x="106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965202CB-2BC4-EAEE-76B1-2B343D8AE287}"/>
              </a:ext>
            </a:extLst>
          </p:cNvPr>
          <p:cNvGrpSpPr/>
          <p:nvPr/>
        </p:nvGrpSpPr>
        <p:grpSpPr>
          <a:xfrm>
            <a:off x="826287" y="4997112"/>
            <a:ext cx="3501034" cy="923781"/>
            <a:chOff x="623755" y="4707351"/>
            <a:chExt cx="3501034" cy="923781"/>
          </a:xfrm>
        </p:grpSpPr>
        <p:sp>
          <p:nvSpPr>
            <p:cNvPr id="39" name="矩形">
              <a:extLst>
                <a:ext uri="{FF2B5EF4-FFF2-40B4-BE49-F238E27FC236}">
                  <a16:creationId xmlns:a16="http://schemas.microsoft.com/office/drawing/2014/main" id="{A448BC0B-067D-563D-4F05-AE76E76DE1AB}"/>
                </a:ext>
              </a:extLst>
            </p:cNvPr>
            <p:cNvSpPr>
              <a:spLocks/>
            </p:cNvSpPr>
            <p:nvPr/>
          </p:nvSpPr>
          <p:spPr bwMode="auto">
            <a:xfrm>
              <a:off x="623755" y="4707351"/>
              <a:ext cx="2888008" cy="728631"/>
            </a:xfrm>
            <a:custGeom>
              <a:avLst/>
              <a:gdLst>
                <a:gd name="T0" fmla="*/ 0 w 1361"/>
                <a:gd name="T1" fmla="*/ 0 h 343"/>
                <a:gd name="T2" fmla="*/ 1361 w 1361"/>
                <a:gd name="T3" fmla="*/ 0 h 343"/>
                <a:gd name="T4" fmla="*/ 1190 w 1361"/>
                <a:gd name="T5" fmla="*/ 171 h 343"/>
                <a:gd name="T6" fmla="*/ 1361 w 1361"/>
                <a:gd name="T7" fmla="*/ 343 h 343"/>
                <a:gd name="T8" fmla="*/ 66 w 1361"/>
                <a:gd name="T9" fmla="*/ 343 h 343"/>
                <a:gd name="T10" fmla="*/ 0 w 1361"/>
                <a:gd name="T11" fmla="*/ 276 h 343"/>
                <a:gd name="T12" fmla="*/ 0 w 1361"/>
                <a:gd name="T13" fmla="*/ 0 h 3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61" h="343">
                  <a:moveTo>
                    <a:pt x="0" y="0"/>
                  </a:moveTo>
                  <a:cubicBezTo>
                    <a:pt x="1361" y="0"/>
                    <a:pt x="1361" y="0"/>
                    <a:pt x="1361" y="0"/>
                  </a:cubicBezTo>
                  <a:cubicBezTo>
                    <a:pt x="1267" y="0"/>
                    <a:pt x="1190" y="77"/>
                    <a:pt x="1190" y="171"/>
                  </a:cubicBezTo>
                  <a:cubicBezTo>
                    <a:pt x="1190" y="266"/>
                    <a:pt x="1267" y="342"/>
                    <a:pt x="1361" y="343"/>
                  </a:cubicBezTo>
                  <a:cubicBezTo>
                    <a:pt x="66" y="343"/>
                    <a:pt x="66" y="343"/>
                    <a:pt x="66" y="343"/>
                  </a:cubicBezTo>
                  <a:cubicBezTo>
                    <a:pt x="30" y="343"/>
                    <a:pt x="0" y="313"/>
                    <a:pt x="0" y="276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zh-CN" altLang="en-US" sz="2000" b="1" kern="0" dirty="0">
                  <a:solidFill>
                    <a:prstClr val="white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添加标题</a:t>
              </a:r>
              <a:endParaRPr lang="en-US" altLang="zh-CN" sz="2000" b="1" kern="0" dirty="0">
                <a:solidFill>
                  <a:prstClr val="white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40" name="组合">
              <a:extLst>
                <a:ext uri="{FF2B5EF4-FFF2-40B4-BE49-F238E27FC236}">
                  <a16:creationId xmlns:a16="http://schemas.microsoft.com/office/drawing/2014/main" id="{B3C2B960-A867-1C65-AAC5-42F03FD14542}"/>
                </a:ext>
              </a:extLst>
            </p:cNvPr>
            <p:cNvGrpSpPr/>
            <p:nvPr/>
          </p:nvGrpSpPr>
          <p:grpSpPr>
            <a:xfrm>
              <a:off x="3149039" y="4707351"/>
              <a:ext cx="725449" cy="728631"/>
              <a:chOff x="4078968" y="4997182"/>
              <a:chExt cx="1014647" cy="1019097"/>
            </a:xfrm>
          </p:grpSpPr>
          <p:sp>
            <p:nvSpPr>
              <p:cNvPr id="47" name="圆形">
                <a:extLst>
                  <a:ext uri="{FF2B5EF4-FFF2-40B4-BE49-F238E27FC236}">
                    <a16:creationId xmlns:a16="http://schemas.microsoft.com/office/drawing/2014/main" id="{7339AD5A-74AB-D23B-9BB9-BBFCE910994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078968" y="4997182"/>
                <a:ext cx="1014647" cy="1019097"/>
              </a:xfrm>
              <a:custGeom>
                <a:avLst/>
                <a:gdLst>
                  <a:gd name="T0" fmla="*/ 171 w 342"/>
                  <a:gd name="T1" fmla="*/ 0 h 343"/>
                  <a:gd name="T2" fmla="*/ 342 w 342"/>
                  <a:gd name="T3" fmla="*/ 171 h 343"/>
                  <a:gd name="T4" fmla="*/ 171 w 342"/>
                  <a:gd name="T5" fmla="*/ 343 h 343"/>
                  <a:gd name="T6" fmla="*/ 0 w 342"/>
                  <a:gd name="T7" fmla="*/ 171 h 343"/>
                  <a:gd name="T8" fmla="*/ 171 w 342"/>
                  <a:gd name="T9" fmla="*/ 0 h 343"/>
                  <a:gd name="T10" fmla="*/ 171 w 342"/>
                  <a:gd name="T11" fmla="*/ 24 h 343"/>
                  <a:gd name="T12" fmla="*/ 319 w 342"/>
                  <a:gd name="T13" fmla="*/ 171 h 343"/>
                  <a:gd name="T14" fmla="*/ 171 w 342"/>
                  <a:gd name="T15" fmla="*/ 319 h 343"/>
                  <a:gd name="T16" fmla="*/ 24 w 342"/>
                  <a:gd name="T17" fmla="*/ 171 h 343"/>
                  <a:gd name="T18" fmla="*/ 171 w 342"/>
                  <a:gd name="T19" fmla="*/ 24 h 3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2" h="343">
                    <a:moveTo>
                      <a:pt x="171" y="0"/>
                    </a:moveTo>
                    <a:cubicBezTo>
                      <a:pt x="266" y="0"/>
                      <a:pt x="342" y="77"/>
                      <a:pt x="342" y="171"/>
                    </a:cubicBezTo>
                    <a:cubicBezTo>
                      <a:pt x="342" y="266"/>
                      <a:pt x="266" y="343"/>
                      <a:pt x="171" y="343"/>
                    </a:cubicBezTo>
                    <a:cubicBezTo>
                      <a:pt x="77" y="343"/>
                      <a:pt x="0" y="266"/>
                      <a:pt x="0" y="171"/>
                    </a:cubicBezTo>
                    <a:cubicBezTo>
                      <a:pt x="0" y="77"/>
                      <a:pt x="77" y="0"/>
                      <a:pt x="171" y="0"/>
                    </a:cubicBezTo>
                    <a:close/>
                    <a:moveTo>
                      <a:pt x="171" y="24"/>
                    </a:moveTo>
                    <a:cubicBezTo>
                      <a:pt x="253" y="24"/>
                      <a:pt x="319" y="90"/>
                      <a:pt x="319" y="171"/>
                    </a:cubicBezTo>
                    <a:cubicBezTo>
                      <a:pt x="319" y="253"/>
                      <a:pt x="253" y="319"/>
                      <a:pt x="171" y="319"/>
                    </a:cubicBezTo>
                    <a:cubicBezTo>
                      <a:pt x="90" y="319"/>
                      <a:pt x="24" y="253"/>
                      <a:pt x="24" y="171"/>
                    </a:cubicBezTo>
                    <a:cubicBezTo>
                      <a:pt x="24" y="90"/>
                      <a:pt x="90" y="24"/>
                      <a:pt x="171" y="24"/>
                    </a:cubicBezTo>
                    <a:close/>
                  </a:path>
                </a:pathLst>
              </a:custGeom>
              <a:solidFill>
                <a:sysClr val="window" lastClr="FFFFFF">
                  <a:lumMod val="95000"/>
                </a:sys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48" name="圆形">
                <a:extLst>
                  <a:ext uri="{FF2B5EF4-FFF2-40B4-BE49-F238E27FC236}">
                    <a16:creationId xmlns:a16="http://schemas.microsoft.com/office/drawing/2014/main" id="{ECC56757-CDE5-6E37-27E9-B446B0D4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50171" y="5068385"/>
                <a:ext cx="875207" cy="876691"/>
              </a:xfrm>
              <a:prstGeom prst="ellipse">
                <a:avLst/>
              </a:prstGeom>
              <a:solidFill>
                <a:srgbClr val="D5AF6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  <p:sp>
          <p:nvSpPr>
            <p:cNvPr id="41" name="箭头">
              <a:extLst>
                <a:ext uri="{FF2B5EF4-FFF2-40B4-BE49-F238E27FC236}">
                  <a16:creationId xmlns:a16="http://schemas.microsoft.com/office/drawing/2014/main" id="{667F9979-C40A-79BD-C5EF-95F8C9C4C30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7218" y="4792199"/>
              <a:ext cx="657571" cy="838933"/>
            </a:xfrm>
            <a:custGeom>
              <a:avLst/>
              <a:gdLst>
                <a:gd name="T0" fmla="*/ 21 w 310"/>
                <a:gd name="T1" fmla="*/ 395 h 395"/>
                <a:gd name="T2" fmla="*/ 42 w 310"/>
                <a:gd name="T3" fmla="*/ 378 h 395"/>
                <a:gd name="T4" fmla="*/ 255 w 310"/>
                <a:gd name="T5" fmla="*/ 49 h 395"/>
                <a:gd name="T6" fmla="*/ 277 w 310"/>
                <a:gd name="T7" fmla="*/ 40 h 395"/>
                <a:gd name="T8" fmla="*/ 231 w 310"/>
                <a:gd name="T9" fmla="*/ 0 h 395"/>
                <a:gd name="T10" fmla="*/ 222 w 310"/>
                <a:gd name="T11" fmla="*/ 61 h 395"/>
                <a:gd name="T12" fmla="*/ 244 w 310"/>
                <a:gd name="T13" fmla="*/ 53 h 395"/>
                <a:gd name="T14" fmla="*/ 42 w 310"/>
                <a:gd name="T15" fmla="*/ 367 h 395"/>
                <a:gd name="T16" fmla="*/ 21 w 310"/>
                <a:gd name="T17" fmla="*/ 352 h 395"/>
                <a:gd name="T18" fmla="*/ 0 w 310"/>
                <a:gd name="T19" fmla="*/ 373 h 395"/>
                <a:gd name="T20" fmla="*/ 21 w 310"/>
                <a:gd name="T21" fmla="*/ 395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0" h="395">
                  <a:moveTo>
                    <a:pt x="21" y="395"/>
                  </a:moveTo>
                  <a:cubicBezTo>
                    <a:pt x="31" y="395"/>
                    <a:pt x="40" y="388"/>
                    <a:pt x="42" y="378"/>
                  </a:cubicBezTo>
                  <a:cubicBezTo>
                    <a:pt x="199" y="364"/>
                    <a:pt x="310" y="205"/>
                    <a:pt x="255" y="49"/>
                  </a:cubicBezTo>
                  <a:cubicBezTo>
                    <a:pt x="277" y="40"/>
                    <a:pt x="277" y="40"/>
                    <a:pt x="277" y="40"/>
                  </a:cubicBezTo>
                  <a:cubicBezTo>
                    <a:pt x="231" y="0"/>
                    <a:pt x="231" y="0"/>
                    <a:pt x="231" y="0"/>
                  </a:cubicBezTo>
                  <a:cubicBezTo>
                    <a:pt x="222" y="61"/>
                    <a:pt x="222" y="61"/>
                    <a:pt x="222" y="61"/>
                  </a:cubicBezTo>
                  <a:cubicBezTo>
                    <a:pt x="244" y="53"/>
                    <a:pt x="244" y="53"/>
                    <a:pt x="244" y="53"/>
                  </a:cubicBezTo>
                  <a:cubicBezTo>
                    <a:pt x="296" y="203"/>
                    <a:pt x="191" y="353"/>
                    <a:pt x="42" y="367"/>
                  </a:cubicBezTo>
                  <a:cubicBezTo>
                    <a:pt x="39" y="358"/>
                    <a:pt x="31" y="352"/>
                    <a:pt x="21" y="352"/>
                  </a:cubicBezTo>
                  <a:cubicBezTo>
                    <a:pt x="9" y="352"/>
                    <a:pt x="0" y="361"/>
                    <a:pt x="0" y="373"/>
                  </a:cubicBezTo>
                  <a:cubicBezTo>
                    <a:pt x="0" y="385"/>
                    <a:pt x="9" y="395"/>
                    <a:pt x="21" y="395"/>
                  </a:cubicBezTo>
                  <a:close/>
                </a:path>
              </a:pathLst>
            </a:custGeom>
            <a:solidFill>
              <a:srgbClr val="D5AF6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grpSp>
          <p:nvGrpSpPr>
            <p:cNvPr id="42" name="组合">
              <a:extLst>
                <a:ext uri="{FF2B5EF4-FFF2-40B4-BE49-F238E27FC236}">
                  <a16:creationId xmlns:a16="http://schemas.microsoft.com/office/drawing/2014/main" id="{77F749A3-88CF-EEA0-96E2-241A7EC8086E}"/>
                </a:ext>
              </a:extLst>
            </p:cNvPr>
            <p:cNvGrpSpPr/>
            <p:nvPr/>
          </p:nvGrpSpPr>
          <p:grpSpPr>
            <a:xfrm>
              <a:off x="3358126" y="4880976"/>
              <a:ext cx="345166" cy="359588"/>
              <a:chOff x="708025" y="1916113"/>
              <a:chExt cx="531813" cy="554037"/>
            </a:xfrm>
            <a:solidFill>
              <a:sysClr val="window" lastClr="FFFFFF"/>
            </a:solidFill>
          </p:grpSpPr>
          <p:sp>
            <p:nvSpPr>
              <p:cNvPr id="43" name="Freeform 93">
                <a:extLst>
                  <a:ext uri="{FF2B5EF4-FFF2-40B4-BE49-F238E27FC236}">
                    <a16:creationId xmlns:a16="http://schemas.microsoft.com/office/drawing/2014/main" id="{EDE64B3E-6E81-18B4-D34A-E5060B59F3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8025" y="1916113"/>
                <a:ext cx="307975" cy="457200"/>
              </a:xfrm>
              <a:custGeom>
                <a:avLst/>
                <a:gdLst>
                  <a:gd name="T0" fmla="*/ 1457 w 1939"/>
                  <a:gd name="T1" fmla="*/ 4 h 2887"/>
                  <a:gd name="T2" fmla="*/ 1621 w 1939"/>
                  <a:gd name="T3" fmla="*/ 49 h 2887"/>
                  <a:gd name="T4" fmla="*/ 1761 w 1939"/>
                  <a:gd name="T5" fmla="*/ 140 h 2887"/>
                  <a:gd name="T6" fmla="*/ 1865 w 1939"/>
                  <a:gd name="T7" fmla="*/ 268 h 2887"/>
                  <a:gd name="T8" fmla="*/ 1927 w 1939"/>
                  <a:gd name="T9" fmla="*/ 426 h 2887"/>
                  <a:gd name="T10" fmla="*/ 1939 w 1939"/>
                  <a:gd name="T11" fmla="*/ 1064 h 2887"/>
                  <a:gd name="T12" fmla="*/ 1918 w 1939"/>
                  <a:gd name="T13" fmla="*/ 1175 h 2887"/>
                  <a:gd name="T14" fmla="*/ 1861 w 1939"/>
                  <a:gd name="T15" fmla="*/ 1269 h 2887"/>
                  <a:gd name="T16" fmla="*/ 1831 w 1939"/>
                  <a:gd name="T17" fmla="*/ 1784 h 2887"/>
                  <a:gd name="T18" fmla="*/ 1799 w 1939"/>
                  <a:gd name="T19" fmla="*/ 1825 h 2887"/>
                  <a:gd name="T20" fmla="*/ 1745 w 1939"/>
                  <a:gd name="T21" fmla="*/ 1832 h 2887"/>
                  <a:gd name="T22" fmla="*/ 1703 w 1939"/>
                  <a:gd name="T23" fmla="*/ 1801 h 2887"/>
                  <a:gd name="T24" fmla="*/ 1694 w 1939"/>
                  <a:gd name="T25" fmla="*/ 1260 h 2887"/>
                  <a:gd name="T26" fmla="*/ 1712 w 1939"/>
                  <a:gd name="T27" fmla="*/ 1213 h 2887"/>
                  <a:gd name="T28" fmla="*/ 1764 w 1939"/>
                  <a:gd name="T29" fmla="*/ 1165 h 2887"/>
                  <a:gd name="T30" fmla="*/ 1796 w 1939"/>
                  <a:gd name="T31" fmla="*/ 1092 h 2887"/>
                  <a:gd name="T32" fmla="*/ 1796 w 1939"/>
                  <a:gd name="T33" fmla="*/ 492 h 2887"/>
                  <a:gd name="T34" fmla="*/ 1751 w 1939"/>
                  <a:gd name="T35" fmla="*/ 354 h 2887"/>
                  <a:gd name="T36" fmla="*/ 1664 w 1939"/>
                  <a:gd name="T37" fmla="*/ 242 h 2887"/>
                  <a:gd name="T38" fmla="*/ 1543 w 1939"/>
                  <a:gd name="T39" fmla="*/ 168 h 2887"/>
                  <a:gd name="T40" fmla="*/ 1398 w 1939"/>
                  <a:gd name="T41" fmla="*/ 141 h 2887"/>
                  <a:gd name="T42" fmla="*/ 1186 w 1939"/>
                  <a:gd name="T43" fmla="*/ 154 h 2887"/>
                  <a:gd name="T44" fmla="*/ 1057 w 1939"/>
                  <a:gd name="T45" fmla="*/ 213 h 2887"/>
                  <a:gd name="T46" fmla="*/ 957 w 1939"/>
                  <a:gd name="T47" fmla="*/ 313 h 2887"/>
                  <a:gd name="T48" fmla="*/ 897 w 1939"/>
                  <a:gd name="T49" fmla="*/ 443 h 2887"/>
                  <a:gd name="T50" fmla="*/ 884 w 1939"/>
                  <a:gd name="T51" fmla="*/ 1064 h 2887"/>
                  <a:gd name="T52" fmla="*/ 904 w 1939"/>
                  <a:gd name="T53" fmla="*/ 1143 h 2887"/>
                  <a:gd name="T54" fmla="*/ 958 w 1939"/>
                  <a:gd name="T55" fmla="*/ 1203 h 2887"/>
                  <a:gd name="T56" fmla="*/ 987 w 1939"/>
                  <a:gd name="T57" fmla="*/ 1243 h 2887"/>
                  <a:gd name="T58" fmla="*/ 987 w 1939"/>
                  <a:gd name="T59" fmla="*/ 1786 h 2887"/>
                  <a:gd name="T60" fmla="*/ 954 w 1939"/>
                  <a:gd name="T61" fmla="*/ 1838 h 2887"/>
                  <a:gd name="T62" fmla="*/ 904 w 1939"/>
                  <a:gd name="T63" fmla="*/ 1865 h 2887"/>
                  <a:gd name="T64" fmla="*/ 824 w 1939"/>
                  <a:gd name="T65" fmla="*/ 1908 h 2887"/>
                  <a:gd name="T66" fmla="*/ 710 w 1939"/>
                  <a:gd name="T67" fmla="*/ 1972 h 2887"/>
                  <a:gd name="T68" fmla="*/ 572 w 1939"/>
                  <a:gd name="T69" fmla="*/ 2055 h 2887"/>
                  <a:gd name="T70" fmla="*/ 420 w 1939"/>
                  <a:gd name="T71" fmla="*/ 2156 h 2887"/>
                  <a:gd name="T72" fmla="*/ 261 w 1939"/>
                  <a:gd name="T73" fmla="*/ 2274 h 2887"/>
                  <a:gd name="T74" fmla="*/ 165 w 1939"/>
                  <a:gd name="T75" fmla="*/ 2367 h 2887"/>
                  <a:gd name="T76" fmla="*/ 140 w 1939"/>
                  <a:gd name="T77" fmla="*/ 2458 h 2887"/>
                  <a:gd name="T78" fmla="*/ 131 w 1939"/>
                  <a:gd name="T79" fmla="*/ 2852 h 2887"/>
                  <a:gd name="T80" fmla="*/ 88 w 1939"/>
                  <a:gd name="T81" fmla="*/ 2885 h 2887"/>
                  <a:gd name="T82" fmla="*/ 34 w 1939"/>
                  <a:gd name="T83" fmla="*/ 2877 h 2887"/>
                  <a:gd name="T84" fmla="*/ 2 w 1939"/>
                  <a:gd name="T85" fmla="*/ 2836 h 2887"/>
                  <a:gd name="T86" fmla="*/ 2 w 1939"/>
                  <a:gd name="T87" fmla="*/ 2418 h 2887"/>
                  <a:gd name="T88" fmla="*/ 39 w 1939"/>
                  <a:gd name="T89" fmla="*/ 2303 h 2887"/>
                  <a:gd name="T90" fmla="*/ 118 w 1939"/>
                  <a:gd name="T91" fmla="*/ 2209 h 2887"/>
                  <a:gd name="T92" fmla="*/ 287 w 1939"/>
                  <a:gd name="T93" fmla="*/ 2078 h 2887"/>
                  <a:gd name="T94" fmla="*/ 452 w 1939"/>
                  <a:gd name="T95" fmla="*/ 1965 h 2887"/>
                  <a:gd name="T96" fmla="*/ 603 w 1939"/>
                  <a:gd name="T97" fmla="*/ 1871 h 2887"/>
                  <a:gd name="T98" fmla="*/ 731 w 1939"/>
                  <a:gd name="T99" fmla="*/ 1798 h 2887"/>
                  <a:gd name="T100" fmla="*/ 826 w 1939"/>
                  <a:gd name="T101" fmla="*/ 1747 h 2887"/>
                  <a:gd name="T102" fmla="*/ 822 w 1939"/>
                  <a:gd name="T103" fmla="*/ 1269 h 2887"/>
                  <a:gd name="T104" fmla="*/ 764 w 1939"/>
                  <a:gd name="T105" fmla="*/ 1175 h 2887"/>
                  <a:gd name="T106" fmla="*/ 744 w 1939"/>
                  <a:gd name="T107" fmla="*/ 1064 h 2887"/>
                  <a:gd name="T108" fmla="*/ 756 w 1939"/>
                  <a:gd name="T109" fmla="*/ 426 h 2887"/>
                  <a:gd name="T110" fmla="*/ 818 w 1939"/>
                  <a:gd name="T111" fmla="*/ 268 h 2887"/>
                  <a:gd name="T112" fmla="*/ 922 w 1939"/>
                  <a:gd name="T113" fmla="*/ 140 h 2887"/>
                  <a:gd name="T114" fmla="*/ 1062 w 1939"/>
                  <a:gd name="T115" fmla="*/ 49 h 2887"/>
                  <a:gd name="T116" fmla="*/ 1226 w 1939"/>
                  <a:gd name="T117" fmla="*/ 4 h 28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1939" h="2887">
                    <a:moveTo>
                      <a:pt x="1285" y="0"/>
                    </a:moveTo>
                    <a:lnTo>
                      <a:pt x="1398" y="0"/>
                    </a:lnTo>
                    <a:lnTo>
                      <a:pt x="1457" y="4"/>
                    </a:lnTo>
                    <a:lnTo>
                      <a:pt x="1514" y="13"/>
                    </a:lnTo>
                    <a:lnTo>
                      <a:pt x="1569" y="28"/>
                    </a:lnTo>
                    <a:lnTo>
                      <a:pt x="1621" y="49"/>
                    </a:lnTo>
                    <a:lnTo>
                      <a:pt x="1670" y="75"/>
                    </a:lnTo>
                    <a:lnTo>
                      <a:pt x="1717" y="106"/>
                    </a:lnTo>
                    <a:lnTo>
                      <a:pt x="1761" y="140"/>
                    </a:lnTo>
                    <a:lnTo>
                      <a:pt x="1799" y="179"/>
                    </a:lnTo>
                    <a:lnTo>
                      <a:pt x="1834" y="223"/>
                    </a:lnTo>
                    <a:lnTo>
                      <a:pt x="1865" y="268"/>
                    </a:lnTo>
                    <a:lnTo>
                      <a:pt x="1891" y="318"/>
                    </a:lnTo>
                    <a:lnTo>
                      <a:pt x="1912" y="371"/>
                    </a:lnTo>
                    <a:lnTo>
                      <a:pt x="1927" y="426"/>
                    </a:lnTo>
                    <a:lnTo>
                      <a:pt x="1936" y="483"/>
                    </a:lnTo>
                    <a:lnTo>
                      <a:pt x="1939" y="542"/>
                    </a:lnTo>
                    <a:lnTo>
                      <a:pt x="1939" y="1064"/>
                    </a:lnTo>
                    <a:lnTo>
                      <a:pt x="1936" y="1103"/>
                    </a:lnTo>
                    <a:lnTo>
                      <a:pt x="1930" y="1140"/>
                    </a:lnTo>
                    <a:lnTo>
                      <a:pt x="1918" y="1175"/>
                    </a:lnTo>
                    <a:lnTo>
                      <a:pt x="1903" y="1208"/>
                    </a:lnTo>
                    <a:lnTo>
                      <a:pt x="1884" y="1240"/>
                    </a:lnTo>
                    <a:lnTo>
                      <a:pt x="1861" y="1269"/>
                    </a:lnTo>
                    <a:lnTo>
                      <a:pt x="1834" y="1295"/>
                    </a:lnTo>
                    <a:lnTo>
                      <a:pt x="1834" y="1764"/>
                    </a:lnTo>
                    <a:lnTo>
                      <a:pt x="1831" y="1784"/>
                    </a:lnTo>
                    <a:lnTo>
                      <a:pt x="1825" y="1801"/>
                    </a:lnTo>
                    <a:lnTo>
                      <a:pt x="1814" y="1814"/>
                    </a:lnTo>
                    <a:lnTo>
                      <a:pt x="1799" y="1825"/>
                    </a:lnTo>
                    <a:lnTo>
                      <a:pt x="1782" y="1832"/>
                    </a:lnTo>
                    <a:lnTo>
                      <a:pt x="1764" y="1835"/>
                    </a:lnTo>
                    <a:lnTo>
                      <a:pt x="1745" y="1832"/>
                    </a:lnTo>
                    <a:lnTo>
                      <a:pt x="1728" y="1825"/>
                    </a:lnTo>
                    <a:lnTo>
                      <a:pt x="1714" y="1814"/>
                    </a:lnTo>
                    <a:lnTo>
                      <a:pt x="1703" y="1801"/>
                    </a:lnTo>
                    <a:lnTo>
                      <a:pt x="1696" y="1784"/>
                    </a:lnTo>
                    <a:lnTo>
                      <a:pt x="1694" y="1764"/>
                    </a:lnTo>
                    <a:lnTo>
                      <a:pt x="1694" y="1260"/>
                    </a:lnTo>
                    <a:lnTo>
                      <a:pt x="1696" y="1243"/>
                    </a:lnTo>
                    <a:lnTo>
                      <a:pt x="1701" y="1227"/>
                    </a:lnTo>
                    <a:lnTo>
                      <a:pt x="1712" y="1213"/>
                    </a:lnTo>
                    <a:lnTo>
                      <a:pt x="1725" y="1203"/>
                    </a:lnTo>
                    <a:lnTo>
                      <a:pt x="1746" y="1186"/>
                    </a:lnTo>
                    <a:lnTo>
                      <a:pt x="1764" y="1165"/>
                    </a:lnTo>
                    <a:lnTo>
                      <a:pt x="1779" y="1143"/>
                    </a:lnTo>
                    <a:lnTo>
                      <a:pt x="1790" y="1119"/>
                    </a:lnTo>
                    <a:lnTo>
                      <a:pt x="1796" y="1092"/>
                    </a:lnTo>
                    <a:lnTo>
                      <a:pt x="1798" y="1064"/>
                    </a:lnTo>
                    <a:lnTo>
                      <a:pt x="1798" y="542"/>
                    </a:lnTo>
                    <a:lnTo>
                      <a:pt x="1796" y="492"/>
                    </a:lnTo>
                    <a:lnTo>
                      <a:pt x="1786" y="443"/>
                    </a:lnTo>
                    <a:lnTo>
                      <a:pt x="1772" y="397"/>
                    </a:lnTo>
                    <a:lnTo>
                      <a:pt x="1751" y="354"/>
                    </a:lnTo>
                    <a:lnTo>
                      <a:pt x="1727" y="313"/>
                    </a:lnTo>
                    <a:lnTo>
                      <a:pt x="1697" y="276"/>
                    </a:lnTo>
                    <a:lnTo>
                      <a:pt x="1664" y="242"/>
                    </a:lnTo>
                    <a:lnTo>
                      <a:pt x="1627" y="213"/>
                    </a:lnTo>
                    <a:lnTo>
                      <a:pt x="1586" y="188"/>
                    </a:lnTo>
                    <a:lnTo>
                      <a:pt x="1543" y="168"/>
                    </a:lnTo>
                    <a:lnTo>
                      <a:pt x="1496" y="154"/>
                    </a:lnTo>
                    <a:lnTo>
                      <a:pt x="1448" y="144"/>
                    </a:lnTo>
                    <a:lnTo>
                      <a:pt x="1398" y="141"/>
                    </a:lnTo>
                    <a:lnTo>
                      <a:pt x="1285" y="141"/>
                    </a:lnTo>
                    <a:lnTo>
                      <a:pt x="1235" y="144"/>
                    </a:lnTo>
                    <a:lnTo>
                      <a:pt x="1186" y="154"/>
                    </a:lnTo>
                    <a:lnTo>
                      <a:pt x="1141" y="168"/>
                    </a:lnTo>
                    <a:lnTo>
                      <a:pt x="1097" y="189"/>
                    </a:lnTo>
                    <a:lnTo>
                      <a:pt x="1057" y="213"/>
                    </a:lnTo>
                    <a:lnTo>
                      <a:pt x="1019" y="243"/>
                    </a:lnTo>
                    <a:lnTo>
                      <a:pt x="985" y="276"/>
                    </a:lnTo>
                    <a:lnTo>
                      <a:pt x="957" y="313"/>
                    </a:lnTo>
                    <a:lnTo>
                      <a:pt x="931" y="354"/>
                    </a:lnTo>
                    <a:lnTo>
                      <a:pt x="912" y="397"/>
                    </a:lnTo>
                    <a:lnTo>
                      <a:pt x="897" y="443"/>
                    </a:lnTo>
                    <a:lnTo>
                      <a:pt x="887" y="492"/>
                    </a:lnTo>
                    <a:lnTo>
                      <a:pt x="884" y="542"/>
                    </a:lnTo>
                    <a:lnTo>
                      <a:pt x="884" y="1064"/>
                    </a:lnTo>
                    <a:lnTo>
                      <a:pt x="886" y="1092"/>
                    </a:lnTo>
                    <a:lnTo>
                      <a:pt x="894" y="1119"/>
                    </a:lnTo>
                    <a:lnTo>
                      <a:pt x="904" y="1143"/>
                    </a:lnTo>
                    <a:lnTo>
                      <a:pt x="918" y="1165"/>
                    </a:lnTo>
                    <a:lnTo>
                      <a:pt x="936" y="1186"/>
                    </a:lnTo>
                    <a:lnTo>
                      <a:pt x="958" y="1203"/>
                    </a:lnTo>
                    <a:lnTo>
                      <a:pt x="971" y="1213"/>
                    </a:lnTo>
                    <a:lnTo>
                      <a:pt x="981" y="1227"/>
                    </a:lnTo>
                    <a:lnTo>
                      <a:pt x="987" y="1243"/>
                    </a:lnTo>
                    <a:lnTo>
                      <a:pt x="989" y="1260"/>
                    </a:lnTo>
                    <a:lnTo>
                      <a:pt x="989" y="1764"/>
                    </a:lnTo>
                    <a:lnTo>
                      <a:pt x="987" y="1786"/>
                    </a:lnTo>
                    <a:lnTo>
                      <a:pt x="980" y="1805"/>
                    </a:lnTo>
                    <a:lnTo>
                      <a:pt x="969" y="1823"/>
                    </a:lnTo>
                    <a:lnTo>
                      <a:pt x="954" y="1838"/>
                    </a:lnTo>
                    <a:lnTo>
                      <a:pt x="937" y="1849"/>
                    </a:lnTo>
                    <a:lnTo>
                      <a:pt x="924" y="1856"/>
                    </a:lnTo>
                    <a:lnTo>
                      <a:pt x="904" y="1865"/>
                    </a:lnTo>
                    <a:lnTo>
                      <a:pt x="882" y="1877"/>
                    </a:lnTo>
                    <a:lnTo>
                      <a:pt x="854" y="1891"/>
                    </a:lnTo>
                    <a:lnTo>
                      <a:pt x="824" y="1908"/>
                    </a:lnTo>
                    <a:lnTo>
                      <a:pt x="789" y="1926"/>
                    </a:lnTo>
                    <a:lnTo>
                      <a:pt x="751" y="1947"/>
                    </a:lnTo>
                    <a:lnTo>
                      <a:pt x="710" y="1972"/>
                    </a:lnTo>
                    <a:lnTo>
                      <a:pt x="666" y="1997"/>
                    </a:lnTo>
                    <a:lnTo>
                      <a:pt x="620" y="2025"/>
                    </a:lnTo>
                    <a:lnTo>
                      <a:pt x="572" y="2055"/>
                    </a:lnTo>
                    <a:lnTo>
                      <a:pt x="523" y="2087"/>
                    </a:lnTo>
                    <a:lnTo>
                      <a:pt x="472" y="2121"/>
                    </a:lnTo>
                    <a:lnTo>
                      <a:pt x="420" y="2156"/>
                    </a:lnTo>
                    <a:lnTo>
                      <a:pt x="367" y="2194"/>
                    </a:lnTo>
                    <a:lnTo>
                      <a:pt x="314" y="2234"/>
                    </a:lnTo>
                    <a:lnTo>
                      <a:pt x="261" y="2274"/>
                    </a:lnTo>
                    <a:lnTo>
                      <a:pt x="206" y="2318"/>
                    </a:lnTo>
                    <a:lnTo>
                      <a:pt x="184" y="2340"/>
                    </a:lnTo>
                    <a:lnTo>
                      <a:pt x="165" y="2367"/>
                    </a:lnTo>
                    <a:lnTo>
                      <a:pt x="151" y="2395"/>
                    </a:lnTo>
                    <a:lnTo>
                      <a:pt x="144" y="2426"/>
                    </a:lnTo>
                    <a:lnTo>
                      <a:pt x="140" y="2458"/>
                    </a:lnTo>
                    <a:lnTo>
                      <a:pt x="140" y="2817"/>
                    </a:lnTo>
                    <a:lnTo>
                      <a:pt x="137" y="2836"/>
                    </a:lnTo>
                    <a:lnTo>
                      <a:pt x="131" y="2852"/>
                    </a:lnTo>
                    <a:lnTo>
                      <a:pt x="120" y="2867"/>
                    </a:lnTo>
                    <a:lnTo>
                      <a:pt x="105" y="2877"/>
                    </a:lnTo>
                    <a:lnTo>
                      <a:pt x="88" y="2885"/>
                    </a:lnTo>
                    <a:lnTo>
                      <a:pt x="70" y="2887"/>
                    </a:lnTo>
                    <a:lnTo>
                      <a:pt x="51" y="2885"/>
                    </a:lnTo>
                    <a:lnTo>
                      <a:pt x="34" y="2877"/>
                    </a:lnTo>
                    <a:lnTo>
                      <a:pt x="20" y="2867"/>
                    </a:lnTo>
                    <a:lnTo>
                      <a:pt x="10" y="2852"/>
                    </a:lnTo>
                    <a:lnTo>
                      <a:pt x="2" y="2836"/>
                    </a:lnTo>
                    <a:lnTo>
                      <a:pt x="0" y="2817"/>
                    </a:lnTo>
                    <a:lnTo>
                      <a:pt x="0" y="2458"/>
                    </a:lnTo>
                    <a:lnTo>
                      <a:pt x="2" y="2418"/>
                    </a:lnTo>
                    <a:lnTo>
                      <a:pt x="10" y="2377"/>
                    </a:lnTo>
                    <a:lnTo>
                      <a:pt x="22" y="2339"/>
                    </a:lnTo>
                    <a:lnTo>
                      <a:pt x="39" y="2303"/>
                    </a:lnTo>
                    <a:lnTo>
                      <a:pt x="62" y="2269"/>
                    </a:lnTo>
                    <a:lnTo>
                      <a:pt x="87" y="2237"/>
                    </a:lnTo>
                    <a:lnTo>
                      <a:pt x="118" y="2209"/>
                    </a:lnTo>
                    <a:lnTo>
                      <a:pt x="174" y="2163"/>
                    </a:lnTo>
                    <a:lnTo>
                      <a:pt x="231" y="2120"/>
                    </a:lnTo>
                    <a:lnTo>
                      <a:pt x="287" y="2078"/>
                    </a:lnTo>
                    <a:lnTo>
                      <a:pt x="344" y="2039"/>
                    </a:lnTo>
                    <a:lnTo>
                      <a:pt x="398" y="2001"/>
                    </a:lnTo>
                    <a:lnTo>
                      <a:pt x="452" y="1965"/>
                    </a:lnTo>
                    <a:lnTo>
                      <a:pt x="504" y="1931"/>
                    </a:lnTo>
                    <a:lnTo>
                      <a:pt x="555" y="1901"/>
                    </a:lnTo>
                    <a:lnTo>
                      <a:pt x="603" y="1871"/>
                    </a:lnTo>
                    <a:lnTo>
                      <a:pt x="649" y="1844"/>
                    </a:lnTo>
                    <a:lnTo>
                      <a:pt x="692" y="1820"/>
                    </a:lnTo>
                    <a:lnTo>
                      <a:pt x="731" y="1798"/>
                    </a:lnTo>
                    <a:lnTo>
                      <a:pt x="767" y="1778"/>
                    </a:lnTo>
                    <a:lnTo>
                      <a:pt x="799" y="1761"/>
                    </a:lnTo>
                    <a:lnTo>
                      <a:pt x="826" y="1747"/>
                    </a:lnTo>
                    <a:lnTo>
                      <a:pt x="849" y="1736"/>
                    </a:lnTo>
                    <a:lnTo>
                      <a:pt x="849" y="1295"/>
                    </a:lnTo>
                    <a:lnTo>
                      <a:pt x="822" y="1269"/>
                    </a:lnTo>
                    <a:lnTo>
                      <a:pt x="799" y="1240"/>
                    </a:lnTo>
                    <a:lnTo>
                      <a:pt x="780" y="1208"/>
                    </a:lnTo>
                    <a:lnTo>
                      <a:pt x="764" y="1175"/>
                    </a:lnTo>
                    <a:lnTo>
                      <a:pt x="753" y="1140"/>
                    </a:lnTo>
                    <a:lnTo>
                      <a:pt x="746" y="1103"/>
                    </a:lnTo>
                    <a:lnTo>
                      <a:pt x="744" y="1064"/>
                    </a:lnTo>
                    <a:lnTo>
                      <a:pt x="744" y="542"/>
                    </a:lnTo>
                    <a:lnTo>
                      <a:pt x="747" y="483"/>
                    </a:lnTo>
                    <a:lnTo>
                      <a:pt x="756" y="426"/>
                    </a:lnTo>
                    <a:lnTo>
                      <a:pt x="771" y="371"/>
                    </a:lnTo>
                    <a:lnTo>
                      <a:pt x="792" y="318"/>
                    </a:lnTo>
                    <a:lnTo>
                      <a:pt x="818" y="268"/>
                    </a:lnTo>
                    <a:lnTo>
                      <a:pt x="848" y="223"/>
                    </a:lnTo>
                    <a:lnTo>
                      <a:pt x="883" y="179"/>
                    </a:lnTo>
                    <a:lnTo>
                      <a:pt x="922" y="140"/>
                    </a:lnTo>
                    <a:lnTo>
                      <a:pt x="966" y="106"/>
                    </a:lnTo>
                    <a:lnTo>
                      <a:pt x="1012" y="75"/>
                    </a:lnTo>
                    <a:lnTo>
                      <a:pt x="1062" y="49"/>
                    </a:lnTo>
                    <a:lnTo>
                      <a:pt x="1114" y="28"/>
                    </a:lnTo>
                    <a:lnTo>
                      <a:pt x="1169" y="13"/>
                    </a:lnTo>
                    <a:lnTo>
                      <a:pt x="1226" y="4"/>
                    </a:lnTo>
                    <a:lnTo>
                      <a:pt x="128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44" name="Freeform 94">
                <a:extLst>
                  <a:ext uri="{FF2B5EF4-FFF2-40B4-BE49-F238E27FC236}">
                    <a16:creationId xmlns:a16="http://schemas.microsoft.com/office/drawing/2014/main" id="{4C14DDB8-DE76-4309-4220-77A7151CE30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82650" y="2206625"/>
                <a:ext cx="77788" cy="263525"/>
              </a:xfrm>
              <a:custGeom>
                <a:avLst/>
                <a:gdLst>
                  <a:gd name="T0" fmla="*/ 144 w 487"/>
                  <a:gd name="T1" fmla="*/ 1406 h 1657"/>
                  <a:gd name="T2" fmla="*/ 335 w 487"/>
                  <a:gd name="T3" fmla="*/ 1404 h 1657"/>
                  <a:gd name="T4" fmla="*/ 264 w 487"/>
                  <a:gd name="T5" fmla="*/ 313 h 1657"/>
                  <a:gd name="T6" fmla="*/ 217 w 487"/>
                  <a:gd name="T7" fmla="*/ 313 h 1657"/>
                  <a:gd name="T8" fmla="*/ 416 w 487"/>
                  <a:gd name="T9" fmla="*/ 0 h 1657"/>
                  <a:gd name="T10" fmla="*/ 452 w 487"/>
                  <a:gd name="T11" fmla="*/ 9 h 1657"/>
                  <a:gd name="T12" fmla="*/ 477 w 487"/>
                  <a:gd name="T13" fmla="*/ 35 h 1657"/>
                  <a:gd name="T14" fmla="*/ 487 w 487"/>
                  <a:gd name="T15" fmla="*/ 70 h 1657"/>
                  <a:gd name="T16" fmla="*/ 476 w 487"/>
                  <a:gd name="T17" fmla="*/ 142 h 1657"/>
                  <a:gd name="T18" fmla="*/ 445 w 487"/>
                  <a:gd name="T19" fmla="*/ 206 h 1657"/>
                  <a:gd name="T20" fmla="*/ 477 w 487"/>
                  <a:gd name="T21" fmla="*/ 1431 h 1657"/>
                  <a:gd name="T22" fmla="*/ 466 w 487"/>
                  <a:gd name="T23" fmla="*/ 1470 h 1657"/>
                  <a:gd name="T24" fmla="*/ 284 w 487"/>
                  <a:gd name="T25" fmla="*/ 1638 h 1657"/>
                  <a:gd name="T26" fmla="*/ 254 w 487"/>
                  <a:gd name="T27" fmla="*/ 1655 h 1657"/>
                  <a:gd name="T28" fmla="*/ 221 w 487"/>
                  <a:gd name="T29" fmla="*/ 1655 h 1657"/>
                  <a:gd name="T30" fmla="*/ 190 w 487"/>
                  <a:gd name="T31" fmla="*/ 1639 h 1657"/>
                  <a:gd name="T32" fmla="*/ 14 w 487"/>
                  <a:gd name="T33" fmla="*/ 1478 h 1657"/>
                  <a:gd name="T34" fmla="*/ 2 w 487"/>
                  <a:gd name="T35" fmla="*/ 1450 h 1657"/>
                  <a:gd name="T36" fmla="*/ 54 w 487"/>
                  <a:gd name="T37" fmla="*/ 223 h 1657"/>
                  <a:gd name="T38" fmla="*/ 20 w 487"/>
                  <a:gd name="T39" fmla="*/ 168 h 1657"/>
                  <a:gd name="T40" fmla="*/ 2 w 487"/>
                  <a:gd name="T41" fmla="*/ 105 h 1657"/>
                  <a:gd name="T42" fmla="*/ 2 w 487"/>
                  <a:gd name="T43" fmla="*/ 52 h 1657"/>
                  <a:gd name="T44" fmla="*/ 20 w 487"/>
                  <a:gd name="T45" fmla="*/ 21 h 1657"/>
                  <a:gd name="T46" fmla="*/ 51 w 487"/>
                  <a:gd name="T47" fmla="*/ 3 h 1657"/>
                  <a:gd name="T48" fmla="*/ 88 w 487"/>
                  <a:gd name="T49" fmla="*/ 3 h 1657"/>
                  <a:gd name="T50" fmla="*/ 120 w 487"/>
                  <a:gd name="T51" fmla="*/ 21 h 1657"/>
                  <a:gd name="T52" fmla="*/ 137 w 487"/>
                  <a:gd name="T53" fmla="*/ 52 h 1657"/>
                  <a:gd name="T54" fmla="*/ 143 w 487"/>
                  <a:gd name="T55" fmla="*/ 95 h 1657"/>
                  <a:gd name="T56" fmla="*/ 163 w 487"/>
                  <a:gd name="T57" fmla="*/ 135 h 1657"/>
                  <a:gd name="T58" fmla="*/ 198 w 487"/>
                  <a:gd name="T59" fmla="*/ 164 h 1657"/>
                  <a:gd name="T60" fmla="*/ 244 w 487"/>
                  <a:gd name="T61" fmla="*/ 174 h 1657"/>
                  <a:gd name="T62" fmla="*/ 283 w 487"/>
                  <a:gd name="T63" fmla="*/ 166 h 1657"/>
                  <a:gd name="T64" fmla="*/ 306 w 487"/>
                  <a:gd name="T65" fmla="*/ 151 h 1657"/>
                  <a:gd name="T66" fmla="*/ 327 w 487"/>
                  <a:gd name="T67" fmla="*/ 131 h 1657"/>
                  <a:gd name="T68" fmla="*/ 344 w 487"/>
                  <a:gd name="T69" fmla="*/ 92 h 1657"/>
                  <a:gd name="T70" fmla="*/ 349 w 487"/>
                  <a:gd name="T71" fmla="*/ 52 h 1657"/>
                  <a:gd name="T72" fmla="*/ 366 w 487"/>
                  <a:gd name="T73" fmla="*/ 21 h 1657"/>
                  <a:gd name="T74" fmla="*/ 398 w 487"/>
                  <a:gd name="T75" fmla="*/ 3 h 16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87" h="1657">
                    <a:moveTo>
                      <a:pt x="190" y="308"/>
                    </a:moveTo>
                    <a:lnTo>
                      <a:pt x="144" y="1406"/>
                    </a:lnTo>
                    <a:lnTo>
                      <a:pt x="237" y="1492"/>
                    </a:lnTo>
                    <a:lnTo>
                      <a:pt x="335" y="1404"/>
                    </a:lnTo>
                    <a:lnTo>
                      <a:pt x="285" y="311"/>
                    </a:lnTo>
                    <a:lnTo>
                      <a:pt x="264" y="313"/>
                    </a:lnTo>
                    <a:lnTo>
                      <a:pt x="244" y="314"/>
                    </a:lnTo>
                    <a:lnTo>
                      <a:pt x="217" y="313"/>
                    </a:lnTo>
                    <a:lnTo>
                      <a:pt x="190" y="308"/>
                    </a:lnTo>
                    <a:close/>
                    <a:moveTo>
                      <a:pt x="416" y="0"/>
                    </a:moveTo>
                    <a:lnTo>
                      <a:pt x="435" y="3"/>
                    </a:lnTo>
                    <a:lnTo>
                      <a:pt x="452" y="9"/>
                    </a:lnTo>
                    <a:lnTo>
                      <a:pt x="466" y="21"/>
                    </a:lnTo>
                    <a:lnTo>
                      <a:pt x="477" y="35"/>
                    </a:lnTo>
                    <a:lnTo>
                      <a:pt x="484" y="52"/>
                    </a:lnTo>
                    <a:lnTo>
                      <a:pt x="487" y="70"/>
                    </a:lnTo>
                    <a:lnTo>
                      <a:pt x="484" y="107"/>
                    </a:lnTo>
                    <a:lnTo>
                      <a:pt x="476" y="142"/>
                    </a:lnTo>
                    <a:lnTo>
                      <a:pt x="463" y="176"/>
                    </a:lnTo>
                    <a:lnTo>
                      <a:pt x="445" y="206"/>
                    </a:lnTo>
                    <a:lnTo>
                      <a:pt x="422" y="234"/>
                    </a:lnTo>
                    <a:lnTo>
                      <a:pt x="477" y="1431"/>
                    </a:lnTo>
                    <a:lnTo>
                      <a:pt x="475" y="1451"/>
                    </a:lnTo>
                    <a:lnTo>
                      <a:pt x="466" y="1470"/>
                    </a:lnTo>
                    <a:lnTo>
                      <a:pt x="453" y="1486"/>
                    </a:lnTo>
                    <a:lnTo>
                      <a:pt x="284" y="1638"/>
                    </a:lnTo>
                    <a:lnTo>
                      <a:pt x="270" y="1649"/>
                    </a:lnTo>
                    <a:lnTo>
                      <a:pt x="254" y="1655"/>
                    </a:lnTo>
                    <a:lnTo>
                      <a:pt x="237" y="1657"/>
                    </a:lnTo>
                    <a:lnTo>
                      <a:pt x="221" y="1655"/>
                    </a:lnTo>
                    <a:lnTo>
                      <a:pt x="205" y="1649"/>
                    </a:lnTo>
                    <a:lnTo>
                      <a:pt x="190" y="1639"/>
                    </a:lnTo>
                    <a:lnTo>
                      <a:pt x="24" y="1489"/>
                    </a:lnTo>
                    <a:lnTo>
                      <a:pt x="14" y="1478"/>
                    </a:lnTo>
                    <a:lnTo>
                      <a:pt x="6" y="1465"/>
                    </a:lnTo>
                    <a:lnTo>
                      <a:pt x="2" y="1450"/>
                    </a:lnTo>
                    <a:lnTo>
                      <a:pt x="1" y="1434"/>
                    </a:lnTo>
                    <a:lnTo>
                      <a:pt x="54" y="223"/>
                    </a:lnTo>
                    <a:lnTo>
                      <a:pt x="35" y="198"/>
                    </a:lnTo>
                    <a:lnTo>
                      <a:pt x="20" y="168"/>
                    </a:lnTo>
                    <a:lnTo>
                      <a:pt x="10" y="137"/>
                    </a:lnTo>
                    <a:lnTo>
                      <a:pt x="2" y="105"/>
                    </a:lnTo>
                    <a:lnTo>
                      <a:pt x="0" y="71"/>
                    </a:lnTo>
                    <a:lnTo>
                      <a:pt x="2" y="52"/>
                    </a:lnTo>
                    <a:lnTo>
                      <a:pt x="10" y="36"/>
                    </a:lnTo>
                    <a:lnTo>
                      <a:pt x="20" y="21"/>
                    </a:lnTo>
                    <a:lnTo>
                      <a:pt x="34" y="10"/>
                    </a:lnTo>
                    <a:lnTo>
                      <a:pt x="51" y="3"/>
                    </a:lnTo>
                    <a:lnTo>
                      <a:pt x="70" y="1"/>
                    </a:lnTo>
                    <a:lnTo>
                      <a:pt x="88" y="3"/>
                    </a:lnTo>
                    <a:lnTo>
                      <a:pt x="105" y="10"/>
                    </a:lnTo>
                    <a:lnTo>
                      <a:pt x="120" y="21"/>
                    </a:lnTo>
                    <a:lnTo>
                      <a:pt x="131" y="36"/>
                    </a:lnTo>
                    <a:lnTo>
                      <a:pt x="137" y="52"/>
                    </a:lnTo>
                    <a:lnTo>
                      <a:pt x="140" y="71"/>
                    </a:lnTo>
                    <a:lnTo>
                      <a:pt x="143" y="95"/>
                    </a:lnTo>
                    <a:lnTo>
                      <a:pt x="151" y="116"/>
                    </a:lnTo>
                    <a:lnTo>
                      <a:pt x="163" y="135"/>
                    </a:lnTo>
                    <a:lnTo>
                      <a:pt x="179" y="151"/>
                    </a:lnTo>
                    <a:lnTo>
                      <a:pt x="198" y="164"/>
                    </a:lnTo>
                    <a:lnTo>
                      <a:pt x="219" y="171"/>
                    </a:lnTo>
                    <a:lnTo>
                      <a:pt x="244" y="174"/>
                    </a:lnTo>
                    <a:lnTo>
                      <a:pt x="264" y="172"/>
                    </a:lnTo>
                    <a:lnTo>
                      <a:pt x="283" y="166"/>
                    </a:lnTo>
                    <a:lnTo>
                      <a:pt x="301" y="156"/>
                    </a:lnTo>
                    <a:lnTo>
                      <a:pt x="306" y="151"/>
                    </a:lnTo>
                    <a:lnTo>
                      <a:pt x="313" y="147"/>
                    </a:lnTo>
                    <a:lnTo>
                      <a:pt x="327" y="131"/>
                    </a:lnTo>
                    <a:lnTo>
                      <a:pt x="337" y="113"/>
                    </a:lnTo>
                    <a:lnTo>
                      <a:pt x="344" y="92"/>
                    </a:lnTo>
                    <a:lnTo>
                      <a:pt x="346" y="70"/>
                    </a:lnTo>
                    <a:lnTo>
                      <a:pt x="349" y="52"/>
                    </a:lnTo>
                    <a:lnTo>
                      <a:pt x="355" y="35"/>
                    </a:lnTo>
                    <a:lnTo>
                      <a:pt x="366" y="21"/>
                    </a:lnTo>
                    <a:lnTo>
                      <a:pt x="381" y="9"/>
                    </a:lnTo>
                    <a:lnTo>
                      <a:pt x="398" y="3"/>
                    </a:lnTo>
                    <a:lnTo>
                      <a:pt x="41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45" name="Freeform 95">
                <a:extLst>
                  <a:ext uri="{FF2B5EF4-FFF2-40B4-BE49-F238E27FC236}">
                    <a16:creationId xmlns:a16="http://schemas.microsoft.com/office/drawing/2014/main" id="{EB167E85-1BB4-149F-65A9-8A21C0187C5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139825" y="2171700"/>
                <a:ext cx="100013" cy="100013"/>
              </a:xfrm>
              <a:custGeom>
                <a:avLst/>
                <a:gdLst>
                  <a:gd name="T0" fmla="*/ 140 w 632"/>
                  <a:gd name="T1" fmla="*/ 147 h 632"/>
                  <a:gd name="T2" fmla="*/ 140 w 632"/>
                  <a:gd name="T3" fmla="*/ 492 h 632"/>
                  <a:gd name="T4" fmla="*/ 487 w 632"/>
                  <a:gd name="T5" fmla="*/ 492 h 632"/>
                  <a:gd name="T6" fmla="*/ 476 w 632"/>
                  <a:gd name="T7" fmla="*/ 447 h 632"/>
                  <a:gd name="T8" fmla="*/ 460 w 632"/>
                  <a:gd name="T9" fmla="*/ 402 h 632"/>
                  <a:gd name="T10" fmla="*/ 440 w 632"/>
                  <a:gd name="T11" fmla="*/ 361 h 632"/>
                  <a:gd name="T12" fmla="*/ 416 w 632"/>
                  <a:gd name="T13" fmla="*/ 320 h 632"/>
                  <a:gd name="T14" fmla="*/ 387 w 632"/>
                  <a:gd name="T15" fmla="*/ 283 h 632"/>
                  <a:gd name="T16" fmla="*/ 352 w 632"/>
                  <a:gd name="T17" fmla="*/ 249 h 632"/>
                  <a:gd name="T18" fmla="*/ 314 w 632"/>
                  <a:gd name="T19" fmla="*/ 219 h 632"/>
                  <a:gd name="T20" fmla="*/ 274 w 632"/>
                  <a:gd name="T21" fmla="*/ 194 h 632"/>
                  <a:gd name="T22" fmla="*/ 232 w 632"/>
                  <a:gd name="T23" fmla="*/ 174 h 632"/>
                  <a:gd name="T24" fmla="*/ 187 w 632"/>
                  <a:gd name="T25" fmla="*/ 158 h 632"/>
                  <a:gd name="T26" fmla="*/ 140 w 632"/>
                  <a:gd name="T27" fmla="*/ 147 h 632"/>
                  <a:gd name="T28" fmla="*/ 70 w 632"/>
                  <a:gd name="T29" fmla="*/ 0 h 632"/>
                  <a:gd name="T30" fmla="*/ 123 w 632"/>
                  <a:gd name="T31" fmla="*/ 2 h 632"/>
                  <a:gd name="T32" fmla="*/ 176 w 632"/>
                  <a:gd name="T33" fmla="*/ 10 h 632"/>
                  <a:gd name="T34" fmla="*/ 227 w 632"/>
                  <a:gd name="T35" fmla="*/ 22 h 632"/>
                  <a:gd name="T36" fmla="*/ 277 w 632"/>
                  <a:gd name="T37" fmla="*/ 40 h 632"/>
                  <a:gd name="T38" fmla="*/ 325 w 632"/>
                  <a:gd name="T39" fmla="*/ 61 h 632"/>
                  <a:gd name="T40" fmla="*/ 371 w 632"/>
                  <a:gd name="T41" fmla="*/ 87 h 632"/>
                  <a:gd name="T42" fmla="*/ 413 w 632"/>
                  <a:gd name="T43" fmla="*/ 117 h 632"/>
                  <a:gd name="T44" fmla="*/ 454 w 632"/>
                  <a:gd name="T45" fmla="*/ 151 h 632"/>
                  <a:gd name="T46" fmla="*/ 491 w 632"/>
                  <a:gd name="T47" fmla="*/ 190 h 632"/>
                  <a:gd name="T48" fmla="*/ 523 w 632"/>
                  <a:gd name="T49" fmla="*/ 230 h 632"/>
                  <a:gd name="T50" fmla="*/ 552 w 632"/>
                  <a:gd name="T51" fmla="*/ 273 h 632"/>
                  <a:gd name="T52" fmla="*/ 575 w 632"/>
                  <a:gd name="T53" fmla="*/ 317 h 632"/>
                  <a:gd name="T54" fmla="*/ 595 w 632"/>
                  <a:gd name="T55" fmla="*/ 363 h 632"/>
                  <a:gd name="T56" fmla="*/ 611 w 632"/>
                  <a:gd name="T57" fmla="*/ 412 h 632"/>
                  <a:gd name="T58" fmla="*/ 623 w 632"/>
                  <a:gd name="T59" fmla="*/ 461 h 632"/>
                  <a:gd name="T60" fmla="*/ 629 w 632"/>
                  <a:gd name="T61" fmla="*/ 511 h 632"/>
                  <a:gd name="T62" fmla="*/ 632 w 632"/>
                  <a:gd name="T63" fmla="*/ 562 h 632"/>
                  <a:gd name="T64" fmla="*/ 629 w 632"/>
                  <a:gd name="T65" fmla="*/ 581 h 632"/>
                  <a:gd name="T66" fmla="*/ 622 w 632"/>
                  <a:gd name="T67" fmla="*/ 598 h 632"/>
                  <a:gd name="T68" fmla="*/ 611 w 632"/>
                  <a:gd name="T69" fmla="*/ 612 h 632"/>
                  <a:gd name="T70" fmla="*/ 598 w 632"/>
                  <a:gd name="T71" fmla="*/ 623 h 632"/>
                  <a:gd name="T72" fmla="*/ 580 w 632"/>
                  <a:gd name="T73" fmla="*/ 630 h 632"/>
                  <a:gd name="T74" fmla="*/ 561 w 632"/>
                  <a:gd name="T75" fmla="*/ 632 h 632"/>
                  <a:gd name="T76" fmla="*/ 70 w 632"/>
                  <a:gd name="T77" fmla="*/ 632 h 632"/>
                  <a:gd name="T78" fmla="*/ 52 w 632"/>
                  <a:gd name="T79" fmla="*/ 630 h 632"/>
                  <a:gd name="T80" fmla="*/ 35 w 632"/>
                  <a:gd name="T81" fmla="*/ 623 h 632"/>
                  <a:gd name="T82" fmla="*/ 21 w 632"/>
                  <a:gd name="T83" fmla="*/ 612 h 632"/>
                  <a:gd name="T84" fmla="*/ 9 w 632"/>
                  <a:gd name="T85" fmla="*/ 598 h 632"/>
                  <a:gd name="T86" fmla="*/ 3 w 632"/>
                  <a:gd name="T87" fmla="*/ 581 h 632"/>
                  <a:gd name="T88" fmla="*/ 0 w 632"/>
                  <a:gd name="T89" fmla="*/ 562 h 632"/>
                  <a:gd name="T90" fmla="*/ 0 w 632"/>
                  <a:gd name="T91" fmla="*/ 70 h 632"/>
                  <a:gd name="T92" fmla="*/ 3 w 632"/>
                  <a:gd name="T93" fmla="*/ 51 h 632"/>
                  <a:gd name="T94" fmla="*/ 9 w 632"/>
                  <a:gd name="T95" fmla="*/ 34 h 632"/>
                  <a:gd name="T96" fmla="*/ 20 w 632"/>
                  <a:gd name="T97" fmla="*/ 20 h 632"/>
                  <a:gd name="T98" fmla="*/ 35 w 632"/>
                  <a:gd name="T99" fmla="*/ 10 h 632"/>
                  <a:gd name="T100" fmla="*/ 52 w 632"/>
                  <a:gd name="T101" fmla="*/ 2 h 632"/>
                  <a:gd name="T102" fmla="*/ 70 w 632"/>
                  <a:gd name="T103" fmla="*/ 0 h 6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632" h="632">
                    <a:moveTo>
                      <a:pt x="140" y="147"/>
                    </a:moveTo>
                    <a:lnTo>
                      <a:pt x="140" y="492"/>
                    </a:lnTo>
                    <a:lnTo>
                      <a:pt x="487" y="492"/>
                    </a:lnTo>
                    <a:lnTo>
                      <a:pt x="476" y="447"/>
                    </a:lnTo>
                    <a:lnTo>
                      <a:pt x="460" y="402"/>
                    </a:lnTo>
                    <a:lnTo>
                      <a:pt x="440" y="361"/>
                    </a:lnTo>
                    <a:lnTo>
                      <a:pt x="416" y="320"/>
                    </a:lnTo>
                    <a:lnTo>
                      <a:pt x="387" y="283"/>
                    </a:lnTo>
                    <a:lnTo>
                      <a:pt x="352" y="249"/>
                    </a:lnTo>
                    <a:lnTo>
                      <a:pt x="314" y="219"/>
                    </a:lnTo>
                    <a:lnTo>
                      <a:pt x="274" y="194"/>
                    </a:lnTo>
                    <a:lnTo>
                      <a:pt x="232" y="174"/>
                    </a:lnTo>
                    <a:lnTo>
                      <a:pt x="187" y="158"/>
                    </a:lnTo>
                    <a:lnTo>
                      <a:pt x="140" y="147"/>
                    </a:lnTo>
                    <a:close/>
                    <a:moveTo>
                      <a:pt x="70" y="0"/>
                    </a:moveTo>
                    <a:lnTo>
                      <a:pt x="123" y="2"/>
                    </a:lnTo>
                    <a:lnTo>
                      <a:pt x="176" y="10"/>
                    </a:lnTo>
                    <a:lnTo>
                      <a:pt x="227" y="22"/>
                    </a:lnTo>
                    <a:lnTo>
                      <a:pt x="277" y="40"/>
                    </a:lnTo>
                    <a:lnTo>
                      <a:pt x="325" y="61"/>
                    </a:lnTo>
                    <a:lnTo>
                      <a:pt x="371" y="87"/>
                    </a:lnTo>
                    <a:lnTo>
                      <a:pt x="413" y="117"/>
                    </a:lnTo>
                    <a:lnTo>
                      <a:pt x="454" y="151"/>
                    </a:lnTo>
                    <a:lnTo>
                      <a:pt x="491" y="190"/>
                    </a:lnTo>
                    <a:lnTo>
                      <a:pt x="523" y="230"/>
                    </a:lnTo>
                    <a:lnTo>
                      <a:pt x="552" y="273"/>
                    </a:lnTo>
                    <a:lnTo>
                      <a:pt x="575" y="317"/>
                    </a:lnTo>
                    <a:lnTo>
                      <a:pt x="595" y="363"/>
                    </a:lnTo>
                    <a:lnTo>
                      <a:pt x="611" y="412"/>
                    </a:lnTo>
                    <a:lnTo>
                      <a:pt x="623" y="461"/>
                    </a:lnTo>
                    <a:lnTo>
                      <a:pt x="629" y="511"/>
                    </a:lnTo>
                    <a:lnTo>
                      <a:pt x="632" y="562"/>
                    </a:lnTo>
                    <a:lnTo>
                      <a:pt x="629" y="581"/>
                    </a:lnTo>
                    <a:lnTo>
                      <a:pt x="622" y="598"/>
                    </a:lnTo>
                    <a:lnTo>
                      <a:pt x="611" y="612"/>
                    </a:lnTo>
                    <a:lnTo>
                      <a:pt x="598" y="623"/>
                    </a:lnTo>
                    <a:lnTo>
                      <a:pt x="580" y="630"/>
                    </a:lnTo>
                    <a:lnTo>
                      <a:pt x="561" y="632"/>
                    </a:lnTo>
                    <a:lnTo>
                      <a:pt x="70" y="632"/>
                    </a:lnTo>
                    <a:lnTo>
                      <a:pt x="52" y="630"/>
                    </a:lnTo>
                    <a:lnTo>
                      <a:pt x="35" y="623"/>
                    </a:lnTo>
                    <a:lnTo>
                      <a:pt x="21" y="612"/>
                    </a:lnTo>
                    <a:lnTo>
                      <a:pt x="9" y="598"/>
                    </a:lnTo>
                    <a:lnTo>
                      <a:pt x="3" y="581"/>
                    </a:lnTo>
                    <a:lnTo>
                      <a:pt x="0" y="562"/>
                    </a:lnTo>
                    <a:lnTo>
                      <a:pt x="0" y="70"/>
                    </a:lnTo>
                    <a:lnTo>
                      <a:pt x="3" y="51"/>
                    </a:lnTo>
                    <a:lnTo>
                      <a:pt x="9" y="34"/>
                    </a:lnTo>
                    <a:lnTo>
                      <a:pt x="20" y="20"/>
                    </a:lnTo>
                    <a:lnTo>
                      <a:pt x="35" y="10"/>
                    </a:lnTo>
                    <a:lnTo>
                      <a:pt x="52" y="2"/>
                    </a:lnTo>
                    <a:lnTo>
                      <a:pt x="7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  <p:sp>
            <p:nvSpPr>
              <p:cNvPr id="46" name="Freeform 96">
                <a:extLst>
                  <a:ext uri="{FF2B5EF4-FFF2-40B4-BE49-F238E27FC236}">
                    <a16:creationId xmlns:a16="http://schemas.microsoft.com/office/drawing/2014/main" id="{5F787411-5B14-9B61-3C22-D2C781A2595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96950" y="2192338"/>
                <a:ext cx="220663" cy="220663"/>
              </a:xfrm>
              <a:custGeom>
                <a:avLst/>
                <a:gdLst>
                  <a:gd name="T0" fmla="*/ 569 w 1395"/>
                  <a:gd name="T1" fmla="*/ 156 h 1394"/>
                  <a:gd name="T2" fmla="*/ 461 w 1395"/>
                  <a:gd name="T3" fmla="*/ 194 h 1394"/>
                  <a:gd name="T4" fmla="*/ 364 w 1395"/>
                  <a:gd name="T5" fmla="*/ 252 h 1394"/>
                  <a:gd name="T6" fmla="*/ 281 w 1395"/>
                  <a:gd name="T7" fmla="*/ 328 h 1394"/>
                  <a:gd name="T8" fmla="*/ 215 w 1395"/>
                  <a:gd name="T9" fmla="*/ 419 h 1394"/>
                  <a:gd name="T10" fmla="*/ 168 w 1395"/>
                  <a:gd name="T11" fmla="*/ 524 h 1394"/>
                  <a:gd name="T12" fmla="*/ 144 w 1395"/>
                  <a:gd name="T13" fmla="*/ 638 h 1394"/>
                  <a:gd name="T14" fmla="*/ 144 w 1395"/>
                  <a:gd name="T15" fmla="*/ 758 h 1394"/>
                  <a:gd name="T16" fmla="*/ 169 w 1395"/>
                  <a:gd name="T17" fmla="*/ 873 h 1394"/>
                  <a:gd name="T18" fmla="*/ 217 w 1395"/>
                  <a:gd name="T19" fmla="*/ 978 h 1394"/>
                  <a:gd name="T20" fmla="*/ 284 w 1395"/>
                  <a:gd name="T21" fmla="*/ 1069 h 1394"/>
                  <a:gd name="T22" fmla="*/ 369 w 1395"/>
                  <a:gd name="T23" fmla="*/ 1146 h 1394"/>
                  <a:gd name="T24" fmla="*/ 468 w 1395"/>
                  <a:gd name="T25" fmla="*/ 1205 h 1394"/>
                  <a:gd name="T26" fmla="*/ 578 w 1395"/>
                  <a:gd name="T27" fmla="*/ 1241 h 1394"/>
                  <a:gd name="T28" fmla="*/ 697 w 1395"/>
                  <a:gd name="T29" fmla="*/ 1254 h 1394"/>
                  <a:gd name="T30" fmla="*/ 815 w 1395"/>
                  <a:gd name="T31" fmla="*/ 1242 h 1394"/>
                  <a:gd name="T32" fmla="*/ 925 w 1395"/>
                  <a:gd name="T33" fmla="*/ 1206 h 1394"/>
                  <a:gd name="T34" fmla="*/ 1023 w 1395"/>
                  <a:gd name="T35" fmla="*/ 1148 h 1394"/>
                  <a:gd name="T36" fmla="*/ 1107 w 1395"/>
                  <a:gd name="T37" fmla="*/ 1074 h 1394"/>
                  <a:gd name="T38" fmla="*/ 1175 w 1395"/>
                  <a:gd name="T39" fmla="*/ 983 h 1394"/>
                  <a:gd name="T40" fmla="*/ 1223 w 1395"/>
                  <a:gd name="T41" fmla="*/ 880 h 1394"/>
                  <a:gd name="T42" fmla="*/ 1249 w 1395"/>
                  <a:gd name="T43" fmla="*/ 767 h 1394"/>
                  <a:gd name="T44" fmla="*/ 679 w 1395"/>
                  <a:gd name="T45" fmla="*/ 765 h 1394"/>
                  <a:gd name="T46" fmla="*/ 648 w 1395"/>
                  <a:gd name="T47" fmla="*/ 747 h 1394"/>
                  <a:gd name="T48" fmla="*/ 630 w 1395"/>
                  <a:gd name="T49" fmla="*/ 716 h 1394"/>
                  <a:gd name="T50" fmla="*/ 628 w 1395"/>
                  <a:gd name="T51" fmla="*/ 145 h 1394"/>
                  <a:gd name="T52" fmla="*/ 716 w 1395"/>
                  <a:gd name="T53" fmla="*/ 2 h 1394"/>
                  <a:gd name="T54" fmla="*/ 747 w 1395"/>
                  <a:gd name="T55" fmla="*/ 20 h 1394"/>
                  <a:gd name="T56" fmla="*/ 765 w 1395"/>
                  <a:gd name="T57" fmla="*/ 51 h 1394"/>
                  <a:gd name="T58" fmla="*/ 768 w 1395"/>
                  <a:gd name="T59" fmla="*/ 627 h 1394"/>
                  <a:gd name="T60" fmla="*/ 1343 w 1395"/>
                  <a:gd name="T61" fmla="*/ 629 h 1394"/>
                  <a:gd name="T62" fmla="*/ 1375 w 1395"/>
                  <a:gd name="T63" fmla="*/ 647 h 1394"/>
                  <a:gd name="T64" fmla="*/ 1392 w 1395"/>
                  <a:gd name="T65" fmla="*/ 678 h 1394"/>
                  <a:gd name="T66" fmla="*/ 1392 w 1395"/>
                  <a:gd name="T67" fmla="*/ 764 h 1394"/>
                  <a:gd name="T68" fmla="*/ 1367 w 1395"/>
                  <a:gd name="T69" fmla="*/ 893 h 1394"/>
                  <a:gd name="T70" fmla="*/ 1320 w 1395"/>
                  <a:gd name="T71" fmla="*/ 1012 h 1394"/>
                  <a:gd name="T72" fmla="*/ 1252 w 1395"/>
                  <a:gd name="T73" fmla="*/ 1118 h 1394"/>
                  <a:gd name="T74" fmla="*/ 1167 w 1395"/>
                  <a:gd name="T75" fmla="*/ 1212 h 1394"/>
                  <a:gd name="T76" fmla="*/ 1067 w 1395"/>
                  <a:gd name="T77" fmla="*/ 1288 h 1394"/>
                  <a:gd name="T78" fmla="*/ 953 w 1395"/>
                  <a:gd name="T79" fmla="*/ 1345 h 1394"/>
                  <a:gd name="T80" fmla="*/ 830 w 1395"/>
                  <a:gd name="T81" fmla="*/ 1381 h 1394"/>
                  <a:gd name="T82" fmla="*/ 697 w 1395"/>
                  <a:gd name="T83" fmla="*/ 1394 h 1394"/>
                  <a:gd name="T84" fmla="*/ 565 w 1395"/>
                  <a:gd name="T85" fmla="*/ 1381 h 1394"/>
                  <a:gd name="T86" fmla="*/ 442 w 1395"/>
                  <a:gd name="T87" fmla="*/ 1345 h 1394"/>
                  <a:gd name="T88" fmla="*/ 328 w 1395"/>
                  <a:gd name="T89" fmla="*/ 1288 h 1394"/>
                  <a:gd name="T90" fmla="*/ 228 w 1395"/>
                  <a:gd name="T91" fmla="*/ 1212 h 1394"/>
                  <a:gd name="T92" fmla="*/ 143 w 1395"/>
                  <a:gd name="T93" fmla="*/ 1118 h 1394"/>
                  <a:gd name="T94" fmla="*/ 76 w 1395"/>
                  <a:gd name="T95" fmla="*/ 1012 h 1394"/>
                  <a:gd name="T96" fmla="*/ 28 w 1395"/>
                  <a:gd name="T97" fmla="*/ 893 h 1394"/>
                  <a:gd name="T98" fmla="*/ 3 w 1395"/>
                  <a:gd name="T99" fmla="*/ 764 h 1394"/>
                  <a:gd name="T100" fmla="*/ 3 w 1395"/>
                  <a:gd name="T101" fmla="*/ 630 h 1394"/>
                  <a:gd name="T102" fmla="*/ 28 w 1395"/>
                  <a:gd name="T103" fmla="*/ 501 h 1394"/>
                  <a:gd name="T104" fmla="*/ 76 w 1395"/>
                  <a:gd name="T105" fmla="*/ 382 h 1394"/>
                  <a:gd name="T106" fmla="*/ 143 w 1395"/>
                  <a:gd name="T107" fmla="*/ 276 h 1394"/>
                  <a:gd name="T108" fmla="*/ 228 w 1395"/>
                  <a:gd name="T109" fmla="*/ 182 h 1394"/>
                  <a:gd name="T110" fmla="*/ 328 w 1395"/>
                  <a:gd name="T111" fmla="*/ 107 h 1394"/>
                  <a:gd name="T112" fmla="*/ 442 w 1395"/>
                  <a:gd name="T113" fmla="*/ 49 h 1394"/>
                  <a:gd name="T114" fmla="*/ 565 w 1395"/>
                  <a:gd name="T115" fmla="*/ 12 h 1394"/>
                  <a:gd name="T116" fmla="*/ 697 w 1395"/>
                  <a:gd name="T117" fmla="*/ 0 h 1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1395" h="1394">
                    <a:moveTo>
                      <a:pt x="628" y="145"/>
                    </a:moveTo>
                    <a:lnTo>
                      <a:pt x="569" y="156"/>
                    </a:lnTo>
                    <a:lnTo>
                      <a:pt x="514" y="172"/>
                    </a:lnTo>
                    <a:lnTo>
                      <a:pt x="461" y="194"/>
                    </a:lnTo>
                    <a:lnTo>
                      <a:pt x="411" y="220"/>
                    </a:lnTo>
                    <a:lnTo>
                      <a:pt x="364" y="252"/>
                    </a:lnTo>
                    <a:lnTo>
                      <a:pt x="320" y="287"/>
                    </a:lnTo>
                    <a:lnTo>
                      <a:pt x="281" y="328"/>
                    </a:lnTo>
                    <a:lnTo>
                      <a:pt x="246" y="372"/>
                    </a:lnTo>
                    <a:lnTo>
                      <a:pt x="215" y="419"/>
                    </a:lnTo>
                    <a:lnTo>
                      <a:pt x="190" y="470"/>
                    </a:lnTo>
                    <a:lnTo>
                      <a:pt x="168" y="524"/>
                    </a:lnTo>
                    <a:lnTo>
                      <a:pt x="153" y="579"/>
                    </a:lnTo>
                    <a:lnTo>
                      <a:pt x="144" y="638"/>
                    </a:lnTo>
                    <a:lnTo>
                      <a:pt x="141" y="697"/>
                    </a:lnTo>
                    <a:lnTo>
                      <a:pt x="144" y="758"/>
                    </a:lnTo>
                    <a:lnTo>
                      <a:pt x="153" y="816"/>
                    </a:lnTo>
                    <a:lnTo>
                      <a:pt x="169" y="873"/>
                    </a:lnTo>
                    <a:lnTo>
                      <a:pt x="191" y="927"/>
                    </a:lnTo>
                    <a:lnTo>
                      <a:pt x="217" y="978"/>
                    </a:lnTo>
                    <a:lnTo>
                      <a:pt x="248" y="1026"/>
                    </a:lnTo>
                    <a:lnTo>
                      <a:pt x="284" y="1069"/>
                    </a:lnTo>
                    <a:lnTo>
                      <a:pt x="325" y="1110"/>
                    </a:lnTo>
                    <a:lnTo>
                      <a:pt x="369" y="1146"/>
                    </a:lnTo>
                    <a:lnTo>
                      <a:pt x="417" y="1178"/>
                    </a:lnTo>
                    <a:lnTo>
                      <a:pt x="468" y="1205"/>
                    </a:lnTo>
                    <a:lnTo>
                      <a:pt x="522" y="1226"/>
                    </a:lnTo>
                    <a:lnTo>
                      <a:pt x="578" y="1241"/>
                    </a:lnTo>
                    <a:lnTo>
                      <a:pt x="638" y="1250"/>
                    </a:lnTo>
                    <a:lnTo>
                      <a:pt x="697" y="1254"/>
                    </a:lnTo>
                    <a:lnTo>
                      <a:pt x="758" y="1250"/>
                    </a:lnTo>
                    <a:lnTo>
                      <a:pt x="815" y="1242"/>
                    </a:lnTo>
                    <a:lnTo>
                      <a:pt x="872" y="1226"/>
                    </a:lnTo>
                    <a:lnTo>
                      <a:pt x="925" y="1206"/>
                    </a:lnTo>
                    <a:lnTo>
                      <a:pt x="975" y="1179"/>
                    </a:lnTo>
                    <a:lnTo>
                      <a:pt x="1023" y="1148"/>
                    </a:lnTo>
                    <a:lnTo>
                      <a:pt x="1066" y="1113"/>
                    </a:lnTo>
                    <a:lnTo>
                      <a:pt x="1107" y="1074"/>
                    </a:lnTo>
                    <a:lnTo>
                      <a:pt x="1143" y="1030"/>
                    </a:lnTo>
                    <a:lnTo>
                      <a:pt x="1175" y="983"/>
                    </a:lnTo>
                    <a:lnTo>
                      <a:pt x="1201" y="933"/>
                    </a:lnTo>
                    <a:lnTo>
                      <a:pt x="1223" y="880"/>
                    </a:lnTo>
                    <a:lnTo>
                      <a:pt x="1239" y="825"/>
                    </a:lnTo>
                    <a:lnTo>
                      <a:pt x="1249" y="767"/>
                    </a:lnTo>
                    <a:lnTo>
                      <a:pt x="697" y="767"/>
                    </a:lnTo>
                    <a:lnTo>
                      <a:pt x="679" y="765"/>
                    </a:lnTo>
                    <a:lnTo>
                      <a:pt x="662" y="758"/>
                    </a:lnTo>
                    <a:lnTo>
                      <a:pt x="648" y="747"/>
                    </a:lnTo>
                    <a:lnTo>
                      <a:pt x="636" y="732"/>
                    </a:lnTo>
                    <a:lnTo>
                      <a:pt x="630" y="716"/>
                    </a:lnTo>
                    <a:lnTo>
                      <a:pt x="628" y="697"/>
                    </a:lnTo>
                    <a:lnTo>
                      <a:pt x="628" y="145"/>
                    </a:lnTo>
                    <a:close/>
                    <a:moveTo>
                      <a:pt x="697" y="0"/>
                    </a:moveTo>
                    <a:lnTo>
                      <a:pt x="716" y="2"/>
                    </a:lnTo>
                    <a:lnTo>
                      <a:pt x="733" y="10"/>
                    </a:lnTo>
                    <a:lnTo>
                      <a:pt x="747" y="20"/>
                    </a:lnTo>
                    <a:lnTo>
                      <a:pt x="759" y="34"/>
                    </a:lnTo>
                    <a:lnTo>
                      <a:pt x="765" y="51"/>
                    </a:lnTo>
                    <a:lnTo>
                      <a:pt x="768" y="70"/>
                    </a:lnTo>
                    <a:lnTo>
                      <a:pt x="768" y="627"/>
                    </a:lnTo>
                    <a:lnTo>
                      <a:pt x="1325" y="627"/>
                    </a:lnTo>
                    <a:lnTo>
                      <a:pt x="1343" y="629"/>
                    </a:lnTo>
                    <a:lnTo>
                      <a:pt x="1360" y="636"/>
                    </a:lnTo>
                    <a:lnTo>
                      <a:pt x="1375" y="647"/>
                    </a:lnTo>
                    <a:lnTo>
                      <a:pt x="1385" y="662"/>
                    </a:lnTo>
                    <a:lnTo>
                      <a:pt x="1392" y="678"/>
                    </a:lnTo>
                    <a:lnTo>
                      <a:pt x="1395" y="697"/>
                    </a:lnTo>
                    <a:lnTo>
                      <a:pt x="1392" y="764"/>
                    </a:lnTo>
                    <a:lnTo>
                      <a:pt x="1382" y="829"/>
                    </a:lnTo>
                    <a:lnTo>
                      <a:pt x="1367" y="893"/>
                    </a:lnTo>
                    <a:lnTo>
                      <a:pt x="1346" y="954"/>
                    </a:lnTo>
                    <a:lnTo>
                      <a:pt x="1320" y="1012"/>
                    </a:lnTo>
                    <a:lnTo>
                      <a:pt x="1289" y="1066"/>
                    </a:lnTo>
                    <a:lnTo>
                      <a:pt x="1252" y="1118"/>
                    </a:lnTo>
                    <a:lnTo>
                      <a:pt x="1212" y="1167"/>
                    </a:lnTo>
                    <a:lnTo>
                      <a:pt x="1167" y="1212"/>
                    </a:lnTo>
                    <a:lnTo>
                      <a:pt x="1119" y="1252"/>
                    </a:lnTo>
                    <a:lnTo>
                      <a:pt x="1067" y="1288"/>
                    </a:lnTo>
                    <a:lnTo>
                      <a:pt x="1012" y="1320"/>
                    </a:lnTo>
                    <a:lnTo>
                      <a:pt x="953" y="1345"/>
                    </a:lnTo>
                    <a:lnTo>
                      <a:pt x="893" y="1366"/>
                    </a:lnTo>
                    <a:lnTo>
                      <a:pt x="830" y="1381"/>
                    </a:lnTo>
                    <a:lnTo>
                      <a:pt x="765" y="1391"/>
                    </a:lnTo>
                    <a:lnTo>
                      <a:pt x="697" y="1394"/>
                    </a:lnTo>
                    <a:lnTo>
                      <a:pt x="630" y="1391"/>
                    </a:lnTo>
                    <a:lnTo>
                      <a:pt x="565" y="1381"/>
                    </a:lnTo>
                    <a:lnTo>
                      <a:pt x="502" y="1366"/>
                    </a:lnTo>
                    <a:lnTo>
                      <a:pt x="442" y="1345"/>
                    </a:lnTo>
                    <a:lnTo>
                      <a:pt x="383" y="1320"/>
                    </a:lnTo>
                    <a:lnTo>
                      <a:pt x="328" y="1288"/>
                    </a:lnTo>
                    <a:lnTo>
                      <a:pt x="276" y="1252"/>
                    </a:lnTo>
                    <a:lnTo>
                      <a:pt x="228" y="1212"/>
                    </a:lnTo>
                    <a:lnTo>
                      <a:pt x="183" y="1167"/>
                    </a:lnTo>
                    <a:lnTo>
                      <a:pt x="143" y="1118"/>
                    </a:lnTo>
                    <a:lnTo>
                      <a:pt x="107" y="1066"/>
                    </a:lnTo>
                    <a:lnTo>
                      <a:pt x="76" y="1012"/>
                    </a:lnTo>
                    <a:lnTo>
                      <a:pt x="49" y="954"/>
                    </a:lnTo>
                    <a:lnTo>
                      <a:pt x="28" y="893"/>
                    </a:lnTo>
                    <a:lnTo>
                      <a:pt x="13" y="829"/>
                    </a:lnTo>
                    <a:lnTo>
                      <a:pt x="3" y="764"/>
                    </a:lnTo>
                    <a:lnTo>
                      <a:pt x="0" y="697"/>
                    </a:lnTo>
                    <a:lnTo>
                      <a:pt x="3" y="630"/>
                    </a:lnTo>
                    <a:lnTo>
                      <a:pt x="13" y="565"/>
                    </a:lnTo>
                    <a:lnTo>
                      <a:pt x="28" y="501"/>
                    </a:lnTo>
                    <a:lnTo>
                      <a:pt x="49" y="441"/>
                    </a:lnTo>
                    <a:lnTo>
                      <a:pt x="76" y="382"/>
                    </a:lnTo>
                    <a:lnTo>
                      <a:pt x="107" y="328"/>
                    </a:lnTo>
                    <a:lnTo>
                      <a:pt x="143" y="276"/>
                    </a:lnTo>
                    <a:lnTo>
                      <a:pt x="183" y="227"/>
                    </a:lnTo>
                    <a:lnTo>
                      <a:pt x="228" y="182"/>
                    </a:lnTo>
                    <a:lnTo>
                      <a:pt x="276" y="142"/>
                    </a:lnTo>
                    <a:lnTo>
                      <a:pt x="328" y="107"/>
                    </a:lnTo>
                    <a:lnTo>
                      <a:pt x="383" y="75"/>
                    </a:lnTo>
                    <a:lnTo>
                      <a:pt x="442" y="49"/>
                    </a:lnTo>
                    <a:lnTo>
                      <a:pt x="502" y="28"/>
                    </a:lnTo>
                    <a:lnTo>
                      <a:pt x="565" y="12"/>
                    </a:lnTo>
                    <a:lnTo>
                      <a:pt x="630" y="3"/>
                    </a:lnTo>
                    <a:lnTo>
                      <a:pt x="69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</a:endParaRPr>
              </a:p>
            </p:txBody>
          </p:sp>
        </p:grpSp>
      </p:grpSp>
      <p:sp>
        <p:nvSpPr>
          <p:cNvPr id="49" name="文本框 2">
            <a:extLst>
              <a:ext uri="{FF2B5EF4-FFF2-40B4-BE49-F238E27FC236}">
                <a16:creationId xmlns:a16="http://schemas.microsoft.com/office/drawing/2014/main" id="{02B218E5-CFE1-DBFF-DC28-66D327729825}"/>
              </a:ext>
            </a:extLst>
          </p:cNvPr>
          <p:cNvSpPr txBox="1">
            <a:spLocks/>
          </p:cNvSpPr>
          <p:nvPr/>
        </p:nvSpPr>
        <p:spPr>
          <a:xfrm>
            <a:off x="6450233" y="1613682"/>
            <a:ext cx="4894186" cy="9172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  <a:defRPr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rPr>
              <a:t>单击此处添加合适的文字加以说明，可根据自己的需要适当地调整文字大小或者颜色等属性，祝你使用愉快。</a:t>
            </a:r>
          </a:p>
        </p:txBody>
      </p:sp>
      <p:sp>
        <p:nvSpPr>
          <p:cNvPr id="50" name="文本框 2">
            <a:extLst>
              <a:ext uri="{FF2B5EF4-FFF2-40B4-BE49-F238E27FC236}">
                <a16:creationId xmlns:a16="http://schemas.microsoft.com/office/drawing/2014/main" id="{46BB0B09-5E43-4B96-6FE9-4F9D35DD028F}"/>
              </a:ext>
            </a:extLst>
          </p:cNvPr>
          <p:cNvSpPr txBox="1">
            <a:spLocks/>
          </p:cNvSpPr>
          <p:nvPr/>
        </p:nvSpPr>
        <p:spPr>
          <a:xfrm>
            <a:off x="5766855" y="2766882"/>
            <a:ext cx="5603609" cy="90260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  <a:defRPr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rPr>
              <a:t>单击此处添加合适的文字加以说明，可根据自己的需要适当地调整文字大小或者颜色等属性，祝你使用愉快。</a:t>
            </a:r>
          </a:p>
        </p:txBody>
      </p:sp>
      <p:sp>
        <p:nvSpPr>
          <p:cNvPr id="51" name="文本框 2">
            <a:extLst>
              <a:ext uri="{FF2B5EF4-FFF2-40B4-BE49-F238E27FC236}">
                <a16:creationId xmlns:a16="http://schemas.microsoft.com/office/drawing/2014/main" id="{41BC6505-F9EF-A9F6-7F0A-C0E300CF9D73}"/>
              </a:ext>
            </a:extLst>
          </p:cNvPr>
          <p:cNvSpPr txBox="1">
            <a:spLocks/>
          </p:cNvSpPr>
          <p:nvPr/>
        </p:nvSpPr>
        <p:spPr>
          <a:xfrm>
            <a:off x="5035799" y="3905487"/>
            <a:ext cx="5603608" cy="8808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  <a:defRPr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rPr>
              <a:t>单击此处添加合适的文字加以说明，可根据自己的需要适当地调整文字大小或者颜色等属性，祝你使用愉快。</a:t>
            </a:r>
          </a:p>
        </p:txBody>
      </p:sp>
      <p:sp>
        <p:nvSpPr>
          <p:cNvPr id="52" name="文本框 2">
            <a:extLst>
              <a:ext uri="{FF2B5EF4-FFF2-40B4-BE49-F238E27FC236}">
                <a16:creationId xmlns:a16="http://schemas.microsoft.com/office/drawing/2014/main" id="{349F8817-48B6-FFE8-390B-C50BD9E3B54D}"/>
              </a:ext>
            </a:extLst>
          </p:cNvPr>
          <p:cNvSpPr txBox="1">
            <a:spLocks/>
          </p:cNvSpPr>
          <p:nvPr/>
        </p:nvSpPr>
        <p:spPr>
          <a:xfrm>
            <a:off x="4288357" y="5022326"/>
            <a:ext cx="5603607" cy="868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  <a:defRPr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思源宋体 CN" panose="02020400000000000000" pitchFamily="18" charset="-122"/>
                <a:ea typeface="思源宋体 CN" panose="02020400000000000000" pitchFamily="18" charset="-122"/>
                <a:sym typeface="+mn-lt"/>
              </a:rPr>
              <a:t>单击此处添加合适的文字加以说明，可根据自己的需要适当地调整文字大小或者颜色等属性，祝你使用愉快。</a:t>
            </a:r>
          </a:p>
        </p:txBody>
      </p:sp>
    </p:spTree>
    <p:extLst>
      <p:ext uri="{BB962C8B-B14F-4D97-AF65-F5344CB8AC3E}">
        <p14:creationId xmlns:p14="http://schemas.microsoft.com/office/powerpoint/2010/main" val="1115723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nodeType="afterEffect" p14:presetBounceEnd="50667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667">
                                          <p:cBhvr additive="base">
                                            <p:cTn id="7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667">
                                          <p:cBhvr additive="base">
                                            <p:cTn id="8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750"/>
                                </p:stCondLst>
                                <p:childTnLst>
                                  <p:par>
                                    <p:cTn id="10" presetID="2" presetClass="entr" presetSubtype="8" fill="hold" nodeType="afterEffect" p14:presetBounceEnd="50667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667">
                                          <p:cBhvr additive="base">
                                            <p:cTn id="12" dur="75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667">
                                          <p:cBhvr additive="base">
                                            <p:cTn id="13" dur="75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5" presetID="2" presetClass="entr" presetSubtype="8" fill="hold" nodeType="afterEffect" p14:presetBounceEnd="50667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667">
                                          <p:cBhvr additive="base">
                                            <p:cTn id="17" dur="75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667">
                                          <p:cBhvr additive="base">
                                            <p:cTn id="18" dur="75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9" fill="hold">
                                <p:stCondLst>
                                  <p:cond delay="2250"/>
                                </p:stCondLst>
                                <p:childTnLst>
                                  <p:par>
                                    <p:cTn id="20" presetID="2" presetClass="entr" presetSubtype="8" fill="hold" nodeType="afterEffect" p14:presetBounceEnd="50667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667">
                                          <p:cBhvr additive="base">
                                            <p:cTn id="22" dur="75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667">
                                          <p:cBhvr additive="base">
                                            <p:cTn id="23" dur="75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4" fill="hold">
                                <p:stCondLst>
                                  <p:cond delay="3000"/>
                                </p:stCondLst>
                                <p:childTnLst>
                                  <p:par>
                                    <p:cTn id="25" presetID="2" presetClass="entr" presetSubtype="2" fill="hold" grpId="0" nodeType="after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27" dur="75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28" dur="75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9" fill="hold">
                                <p:stCondLst>
                                  <p:cond delay="3750"/>
                                </p:stCondLst>
                                <p:childTnLst>
                                  <p:par>
                                    <p:cTn id="30" presetID="2" presetClass="entr" presetSubtype="2" fill="hold" grpId="0" nodeType="after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32" dur="75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33" dur="75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34" fill="hold">
                                <p:stCondLst>
                                  <p:cond delay="4500"/>
                                </p:stCondLst>
                                <p:childTnLst>
                                  <p:par>
                                    <p:cTn id="35" presetID="2" presetClass="entr" presetSubtype="2" fill="hold" grpId="0" nodeType="after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37" dur="75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38" dur="75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39" fill="hold">
                                <p:stCondLst>
                                  <p:cond delay="5250"/>
                                </p:stCondLst>
                                <p:childTnLst>
                                  <p:par>
                                    <p:cTn id="40" presetID="2" presetClass="entr" presetSubtype="2" fill="hold" grpId="0" nodeType="after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42" dur="75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43" dur="75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9" grpId="0"/>
          <p:bldP spid="50" grpId="0"/>
          <p:bldP spid="51" grpId="0"/>
          <p:bldP spid="52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750"/>
                                </p:stCondLst>
                                <p:childTnLst>
                                  <p:par>
                                    <p:cTn id="10" presetID="2" presetClass="entr" presetSubtype="8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1500"/>
                                </p:stCondLst>
                                <p:childTnLst>
                                  <p:par>
                                    <p:cTn id="15" presetID="2" presetClass="entr" presetSubtype="8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75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75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9" fill="hold">
                                <p:stCondLst>
                                  <p:cond delay="2250"/>
                                </p:stCondLst>
                                <p:childTnLst>
                                  <p:par>
                                    <p:cTn id="20" presetID="2" presetClass="entr" presetSubtype="8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75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4" fill="hold">
                                <p:stCondLst>
                                  <p:cond delay="3000"/>
                                </p:stCondLst>
                                <p:childTnLst>
                                  <p:par>
                                    <p:cTn id="25" presetID="2" presetClass="entr" presetSubtype="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75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75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9" fill="hold">
                                <p:stCondLst>
                                  <p:cond delay="3750"/>
                                </p:stCondLst>
                                <p:childTnLst>
                                  <p:par>
                                    <p:cTn id="30" presetID="2" presetClass="entr" presetSubtype="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75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75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34" fill="hold">
                                <p:stCondLst>
                                  <p:cond delay="4500"/>
                                </p:stCondLst>
                                <p:childTnLst>
                                  <p:par>
                                    <p:cTn id="35" presetID="2" presetClass="entr" presetSubtype="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75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75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39" fill="hold">
                                <p:stCondLst>
                                  <p:cond delay="5250"/>
                                </p:stCondLst>
                                <p:childTnLst>
                                  <p:par>
                                    <p:cTn id="40" presetID="2" presetClass="entr" presetSubtype="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2" dur="75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9" grpId="0"/>
          <p:bldP spid="50" grpId="0"/>
          <p:bldP spid="51" grpId="0"/>
          <p:bldP spid="52" grpId="0"/>
        </p:bldLst>
      </p:timing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BBA-958B-59E3-2AF0-FEA825A0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79AF924-73C2-8CBF-CC03-4708E7BF2840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D765B928-4582-B246-AECC-31B26E17E2BE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1E1417E5-2203-A884-1DFE-14C3CE97B0EC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论文总结与答谢</a:t>
              </a:r>
            </a:p>
          </p:txBody>
        </p:sp>
      </p:grpSp>
      <p:pic>
        <p:nvPicPr>
          <p:cNvPr id="5" name="图片占位符 16">
            <a:extLst>
              <a:ext uri="{FF2B5EF4-FFF2-40B4-BE49-F238E27FC236}">
                <a16:creationId xmlns:a16="http://schemas.microsoft.com/office/drawing/2014/main" id="{8FFE75F7-A367-EFA3-C5DB-8B4B186F8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1968" y="1481604"/>
            <a:ext cx="3257041" cy="2035069"/>
          </a:xfrm>
          <a:custGeom>
            <a:avLst/>
            <a:gdLst>
              <a:gd name="connsiteX0" fmla="*/ 0 w 3042671"/>
              <a:gd name="connsiteY0" fmla="*/ 0 h 2017938"/>
              <a:gd name="connsiteX1" fmla="*/ 3042671 w 3042671"/>
              <a:gd name="connsiteY1" fmla="*/ 0 h 2017938"/>
              <a:gd name="connsiteX2" fmla="*/ 3042671 w 3042671"/>
              <a:gd name="connsiteY2" fmla="*/ 2017938 h 2017938"/>
              <a:gd name="connsiteX3" fmla="*/ 0 w 3042671"/>
              <a:gd name="connsiteY3" fmla="*/ 2017938 h 2017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2671" h="2017938">
                <a:moveTo>
                  <a:pt x="0" y="0"/>
                </a:moveTo>
                <a:lnTo>
                  <a:pt x="3042671" y="0"/>
                </a:lnTo>
                <a:lnTo>
                  <a:pt x="3042671" y="2017938"/>
                </a:lnTo>
                <a:lnTo>
                  <a:pt x="0" y="2017938"/>
                </a:lnTo>
                <a:close/>
              </a:path>
            </a:pathLst>
          </a:custGeom>
        </p:spPr>
      </p:pic>
      <p:pic>
        <p:nvPicPr>
          <p:cNvPr id="6" name="图片占位符 18">
            <a:extLst>
              <a:ext uri="{FF2B5EF4-FFF2-40B4-BE49-F238E27FC236}">
                <a16:creationId xmlns:a16="http://schemas.microsoft.com/office/drawing/2014/main" id="{4742DB9E-2EC5-D808-B837-58F7FB3B7B0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0810" y="1481958"/>
            <a:ext cx="3279492" cy="4372656"/>
          </a:xfrm>
          <a:custGeom>
            <a:avLst/>
            <a:gdLst>
              <a:gd name="connsiteX0" fmla="*/ 0 w 3042671"/>
              <a:gd name="connsiteY0" fmla="*/ 0 h 2017938"/>
              <a:gd name="connsiteX1" fmla="*/ 3042671 w 3042671"/>
              <a:gd name="connsiteY1" fmla="*/ 0 h 2017938"/>
              <a:gd name="connsiteX2" fmla="*/ 3042671 w 3042671"/>
              <a:gd name="connsiteY2" fmla="*/ 2017938 h 2017938"/>
              <a:gd name="connsiteX3" fmla="*/ 0 w 3042671"/>
              <a:gd name="connsiteY3" fmla="*/ 2017938 h 2017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2671" h="2017938">
                <a:moveTo>
                  <a:pt x="0" y="0"/>
                </a:moveTo>
                <a:lnTo>
                  <a:pt x="3042671" y="0"/>
                </a:lnTo>
                <a:lnTo>
                  <a:pt x="3042671" y="2017938"/>
                </a:lnTo>
                <a:lnTo>
                  <a:pt x="0" y="2017938"/>
                </a:lnTo>
                <a:close/>
              </a:path>
            </a:pathLst>
          </a:custGeom>
        </p:spPr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F6C2FAB2-1BAC-91D4-0617-5C6FED9BA396}"/>
              </a:ext>
            </a:extLst>
          </p:cNvPr>
          <p:cNvGrpSpPr/>
          <p:nvPr/>
        </p:nvGrpSpPr>
        <p:grpSpPr>
          <a:xfrm>
            <a:off x="730394" y="3516002"/>
            <a:ext cx="3260127" cy="2351398"/>
            <a:chOff x="890700" y="3867830"/>
            <a:chExt cx="3042671" cy="2194556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5647BF08-B639-725A-32EA-091EA5D050B2}"/>
                </a:ext>
              </a:extLst>
            </p:cNvPr>
            <p:cNvSpPr/>
            <p:nvPr/>
          </p:nvSpPr>
          <p:spPr>
            <a:xfrm>
              <a:off x="890700" y="3867830"/>
              <a:ext cx="3042671" cy="2194556"/>
            </a:xfrm>
            <a:prstGeom prst="rect">
              <a:avLst/>
            </a:prstGeom>
            <a:solidFill>
              <a:srgbClr val="1746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kern="0" dirty="0">
                <a:solidFill>
                  <a:srgbClr val="FFFFFF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F36564F-1FAC-3F94-B092-F4518B280E62}"/>
                </a:ext>
              </a:extLst>
            </p:cNvPr>
            <p:cNvSpPr/>
            <p:nvPr/>
          </p:nvSpPr>
          <p:spPr>
            <a:xfrm>
              <a:off x="1040436" y="4121050"/>
              <a:ext cx="2743200" cy="168811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lnSpc>
                  <a:spcPct val="150000"/>
                </a:lnSpc>
              </a:pPr>
              <a:r>
                <a:rPr lang="zh-CN" altLang="en-US" sz="2000" b="1" dirty="0">
                  <a:solidFill>
                    <a:prstClr val="white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添加标题</a:t>
              </a:r>
              <a:endParaRPr lang="en-US" altLang="zh-CN" sz="2000" b="1" dirty="0">
                <a:solidFill>
                  <a:prstClr val="white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endParaRPr>
            </a:p>
            <a:p>
              <a:pPr lvl="0" algn="ctr">
                <a:lnSpc>
                  <a:spcPct val="150000"/>
                </a:lnSpc>
              </a:pPr>
              <a:r>
                <a:rPr lang="zh-CN" altLang="en-US" sz="1400" dirty="0">
                  <a:solidFill>
                    <a:prstClr val="white"/>
                  </a:solidFill>
                  <a:latin typeface="思源宋体 CN" panose="02020400000000000000" pitchFamily="18" charset="-122"/>
                  <a:ea typeface="思源宋体 CN" panose="02020400000000000000" pitchFamily="18" charset="-122"/>
                </a:rPr>
                <a:t>请您单击此处输入文本内容，可根据自己的需要适当地调整文字的颜色或者大小等属性，可以直接复制粘贴文本内容，祝你使用愉快。</a:t>
              </a: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D5D9A08-220B-FD91-346A-6CE81A5BA3CA}"/>
              </a:ext>
            </a:extLst>
          </p:cNvPr>
          <p:cNvGrpSpPr/>
          <p:nvPr/>
        </p:nvGrpSpPr>
        <p:grpSpPr>
          <a:xfrm>
            <a:off x="7459433" y="1477687"/>
            <a:ext cx="4007153" cy="4379784"/>
            <a:chOff x="7696702" y="1662428"/>
            <a:chExt cx="3821530" cy="4176900"/>
          </a:xfrm>
          <a:effectLst>
            <a:outerShdw blurRad="762000" sx="95000" sy="95000" algn="ctr" rotWithShape="0">
              <a:schemeClr val="bg1">
                <a:lumMod val="50000"/>
                <a:alpha val="10000"/>
              </a:schemeClr>
            </a:outerShdw>
          </a:effectLst>
        </p:grpSpPr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8B3B37C4-0A83-EFAD-3D8C-783494CEEBBE}"/>
                </a:ext>
              </a:extLst>
            </p:cNvPr>
            <p:cNvSpPr/>
            <p:nvPr/>
          </p:nvSpPr>
          <p:spPr>
            <a:xfrm>
              <a:off x="7696702" y="1662428"/>
              <a:ext cx="3821530" cy="4176900"/>
            </a:xfrm>
            <a:prstGeom prst="round1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762000" algn="ctr" rotWithShape="0">
                <a:srgbClr val="174677">
                  <a:alpha val="10000"/>
                </a:srgbClr>
              </a:outerShdw>
            </a:effectLst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黑体" panose="020B0500000000000000" pitchFamily="34" charset="-122"/>
              </a:endParaRPr>
            </a:p>
          </p:txBody>
        </p: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E0C3A291-752F-AD6F-BAB0-746BFF7D6338}"/>
                </a:ext>
              </a:extLst>
            </p:cNvPr>
            <p:cNvGrpSpPr/>
            <p:nvPr/>
          </p:nvGrpSpPr>
          <p:grpSpPr>
            <a:xfrm>
              <a:off x="8049629" y="2127006"/>
              <a:ext cx="3115676" cy="1380752"/>
              <a:chOff x="8049629" y="2127006"/>
              <a:chExt cx="3115676" cy="1380752"/>
            </a:xfrm>
          </p:grpSpPr>
          <p:sp>
            <p:nvSpPr>
              <p:cNvPr id="16" name="TextBox 11">
                <a:extLst>
                  <a:ext uri="{FF2B5EF4-FFF2-40B4-BE49-F238E27FC236}">
                    <a16:creationId xmlns:a16="http://schemas.microsoft.com/office/drawing/2014/main" id="{8C48B9EB-72B0-3F95-A1E8-9B000E299CB1}"/>
                  </a:ext>
                </a:extLst>
              </p:cNvPr>
              <p:cNvSpPr txBox="1"/>
              <p:nvPr/>
            </p:nvSpPr>
            <p:spPr>
              <a:xfrm flipH="1">
                <a:off x="8049629" y="2619310"/>
                <a:ext cx="3115676" cy="8884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lnSpc>
                    <a:spcPct val="150000"/>
                  </a:lnSpc>
                  <a:spcAft>
                    <a:spcPct val="0"/>
                  </a:spcAft>
                </a:pPr>
                <a:r>
                  <a:rPr lang="zh-CN" altLang="en-US" sz="1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思源宋体 CN" panose="02020400000000000000" pitchFamily="18" charset="-122"/>
                    <a:ea typeface="思源宋体 CN" panose="02020400000000000000" pitchFamily="18" charset="-122"/>
                  </a:rPr>
                  <a:t>请您单击此处添加合适文字加以说明，可根据自己的需要适当地调整文字大小或者颜色等属性，祝你使用愉快。</a:t>
                </a:r>
              </a:p>
            </p:txBody>
          </p:sp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67CC8826-FACB-C8D7-FAEE-114FDD6E54D9}"/>
                  </a:ext>
                </a:extLst>
              </p:cNvPr>
              <p:cNvSpPr/>
              <p:nvPr/>
            </p:nvSpPr>
            <p:spPr>
              <a:xfrm>
                <a:off x="8869626" y="2127006"/>
                <a:ext cx="1475681" cy="388184"/>
              </a:xfrm>
              <a:prstGeom prst="roundRect">
                <a:avLst>
                  <a:gd name="adj" fmla="val 50000"/>
                </a:avLst>
              </a:prstGeom>
              <a:solidFill>
                <a:srgbClr val="D5AF6E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457200">
                  <a:defRPr/>
                </a:pPr>
                <a:r>
                  <a:rPr kumimoji="1" lang="zh-CN" alt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</a:rPr>
                  <a:t>添加标题</a:t>
                </a: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765DD1B7-6628-029D-1174-0110B0FAC93D}"/>
                </a:ext>
              </a:extLst>
            </p:cNvPr>
            <p:cNvGrpSpPr/>
            <p:nvPr/>
          </p:nvGrpSpPr>
          <p:grpSpPr>
            <a:xfrm>
              <a:off x="8049629" y="3918520"/>
              <a:ext cx="3115676" cy="1411349"/>
              <a:chOff x="8049629" y="2234099"/>
              <a:chExt cx="3115676" cy="1411349"/>
            </a:xfrm>
          </p:grpSpPr>
          <p:sp>
            <p:nvSpPr>
              <p:cNvPr id="14" name="TextBox 11">
                <a:extLst>
                  <a:ext uri="{FF2B5EF4-FFF2-40B4-BE49-F238E27FC236}">
                    <a16:creationId xmlns:a16="http://schemas.microsoft.com/office/drawing/2014/main" id="{83578C9B-DD43-E987-B477-BDA6F7323A9A}"/>
                  </a:ext>
                </a:extLst>
              </p:cNvPr>
              <p:cNvSpPr txBox="1"/>
              <p:nvPr/>
            </p:nvSpPr>
            <p:spPr>
              <a:xfrm flipH="1">
                <a:off x="8049629" y="2757000"/>
                <a:ext cx="3115676" cy="8884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  <a:cs typeface="+mn-cs"/>
                  </a:rPr>
                  <a:t>请您单击此处添加合适文字加以说明，可根据自己的需要适当地调整文字大小或者颜色等属性，祝你使用愉快。</a:t>
                </a:r>
              </a:p>
            </p:txBody>
          </p:sp>
          <p:sp>
            <p:nvSpPr>
              <p:cNvPr id="15" name="矩形: 圆角 14">
                <a:extLst>
                  <a:ext uri="{FF2B5EF4-FFF2-40B4-BE49-F238E27FC236}">
                    <a16:creationId xmlns:a16="http://schemas.microsoft.com/office/drawing/2014/main" id="{A7FE0331-93B3-C33A-8E06-9D905342D636}"/>
                  </a:ext>
                </a:extLst>
              </p:cNvPr>
              <p:cNvSpPr/>
              <p:nvPr/>
            </p:nvSpPr>
            <p:spPr>
              <a:xfrm>
                <a:off x="8869626" y="2234099"/>
                <a:ext cx="1475681" cy="388184"/>
              </a:xfrm>
              <a:prstGeom prst="roundRect">
                <a:avLst>
                  <a:gd name="adj" fmla="val 50000"/>
                </a:avLst>
              </a:prstGeom>
              <a:solidFill>
                <a:srgbClr val="D5AF6E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457200">
                  <a:defRPr/>
                </a:pPr>
                <a:r>
                  <a:rPr kumimoji="1" lang="zh-CN" alt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思源宋体 CN" panose="02020400000000000000" pitchFamily="18" charset="-122"/>
                    <a:ea typeface="思源宋体 CN" panose="02020400000000000000" pitchFamily="18" charset="-122"/>
                  </a:rPr>
                  <a:t>添加标题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22109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5A491-A6D9-35F9-743A-4690C9949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47E5066-8FDD-3EB6-0EBD-85402D8013B1}"/>
              </a:ext>
            </a:extLst>
          </p:cNvPr>
          <p:cNvGrpSpPr/>
          <p:nvPr/>
        </p:nvGrpSpPr>
        <p:grpSpPr>
          <a:xfrm>
            <a:off x="272332" y="213941"/>
            <a:ext cx="3947243" cy="575393"/>
            <a:chOff x="272332" y="213941"/>
            <a:chExt cx="3947243" cy="575393"/>
          </a:xfrm>
        </p:grpSpPr>
        <p:sp>
          <p:nvSpPr>
            <p:cNvPr id="3" name="图形 35">
              <a:extLst>
                <a:ext uri="{FF2B5EF4-FFF2-40B4-BE49-F238E27FC236}">
                  <a16:creationId xmlns:a16="http://schemas.microsoft.com/office/drawing/2014/main" id="{EBC84F40-7AD7-6A14-87C7-3B383E99E742}"/>
                </a:ext>
              </a:extLst>
            </p:cNvPr>
            <p:cNvSpPr/>
            <p:nvPr/>
          </p:nvSpPr>
          <p:spPr>
            <a:xfrm>
              <a:off x="272332" y="213941"/>
              <a:ext cx="575393" cy="575393"/>
            </a:xfrm>
            <a:custGeom>
              <a:avLst/>
              <a:gdLst>
                <a:gd name="connsiteX0" fmla="*/ 666878 w 1333755"/>
                <a:gd name="connsiteY0" fmla="*/ 0 h 1333755"/>
                <a:gd name="connsiteX1" fmla="*/ 1333755 w 1333755"/>
                <a:gd name="connsiteY1" fmla="*/ 666878 h 1333755"/>
                <a:gd name="connsiteX2" fmla="*/ 666878 w 1333755"/>
                <a:gd name="connsiteY2" fmla="*/ 1333755 h 1333755"/>
                <a:gd name="connsiteX3" fmla="*/ 0 w 1333755"/>
                <a:gd name="connsiteY3" fmla="*/ 666878 h 1333755"/>
                <a:gd name="connsiteX4" fmla="*/ 666878 w 1333755"/>
                <a:gd name="connsiteY4" fmla="*/ 0 h 1333755"/>
                <a:gd name="connsiteX5" fmla="*/ 870864 w 1333755"/>
                <a:gd name="connsiteY5" fmla="*/ 863018 h 1333755"/>
                <a:gd name="connsiteX6" fmla="*/ 502120 w 1333755"/>
                <a:gd name="connsiteY6" fmla="*/ 843403 h 1333755"/>
                <a:gd name="connsiteX7" fmla="*/ 317748 w 1333755"/>
                <a:gd name="connsiteY7" fmla="*/ 1019931 h 1333755"/>
                <a:gd name="connsiteX8" fmla="*/ 356976 w 1333755"/>
                <a:gd name="connsiteY8" fmla="*/ 1059158 h 1333755"/>
                <a:gd name="connsiteX9" fmla="*/ 662954 w 1333755"/>
                <a:gd name="connsiteY9" fmla="*/ 1059158 h 1333755"/>
                <a:gd name="connsiteX10" fmla="*/ 968934 w 1333755"/>
                <a:gd name="connsiteY10" fmla="*/ 1059158 h 1333755"/>
                <a:gd name="connsiteX11" fmla="*/ 1004239 w 1333755"/>
                <a:gd name="connsiteY11" fmla="*/ 1019931 h 1333755"/>
                <a:gd name="connsiteX12" fmla="*/ 870864 w 1333755"/>
                <a:gd name="connsiteY12" fmla="*/ 863018 h 1333755"/>
                <a:gd name="connsiteX13" fmla="*/ 800253 w 1333755"/>
                <a:gd name="connsiteY13" fmla="*/ 506043 h 1333755"/>
                <a:gd name="connsiteX14" fmla="*/ 513888 w 1333755"/>
                <a:gd name="connsiteY14" fmla="*/ 506043 h 1333755"/>
                <a:gd name="connsiteX15" fmla="*/ 455046 w 1333755"/>
                <a:gd name="connsiteY15" fmla="*/ 584499 h 1333755"/>
                <a:gd name="connsiteX16" fmla="*/ 655109 w 1333755"/>
                <a:gd name="connsiteY16" fmla="*/ 772794 h 1333755"/>
                <a:gd name="connsiteX17" fmla="*/ 800253 w 1333755"/>
                <a:gd name="connsiteY17" fmla="*/ 717874 h 1333755"/>
                <a:gd name="connsiteX18" fmla="*/ 859095 w 1333755"/>
                <a:gd name="connsiteY18" fmla="*/ 584499 h 1333755"/>
                <a:gd name="connsiteX19" fmla="*/ 815944 w 1333755"/>
                <a:gd name="connsiteY19" fmla="*/ 509965 h 1333755"/>
                <a:gd name="connsiteX20" fmla="*/ 800253 w 1333755"/>
                <a:gd name="connsiteY20" fmla="*/ 506043 h 1333755"/>
                <a:gd name="connsiteX21" fmla="*/ 761024 w 1333755"/>
                <a:gd name="connsiteY21" fmla="*/ 290288 h 1333755"/>
                <a:gd name="connsiteX22" fmla="*/ 560961 w 1333755"/>
                <a:gd name="connsiteY22" fmla="*/ 290288 h 1333755"/>
                <a:gd name="connsiteX23" fmla="*/ 439355 w 1333755"/>
                <a:gd name="connsiteY23" fmla="*/ 321671 h 1333755"/>
                <a:gd name="connsiteX24" fmla="*/ 317748 w 1333755"/>
                <a:gd name="connsiteY24" fmla="*/ 349130 h 1333755"/>
                <a:gd name="connsiteX25" fmla="*/ 376589 w 1333755"/>
                <a:gd name="connsiteY25" fmla="*/ 364821 h 1333755"/>
                <a:gd name="connsiteX26" fmla="*/ 384435 w 1333755"/>
                <a:gd name="connsiteY26" fmla="*/ 368744 h 1333755"/>
                <a:gd name="connsiteX27" fmla="*/ 470737 w 1333755"/>
                <a:gd name="connsiteY27" fmla="*/ 478582 h 1333755"/>
                <a:gd name="connsiteX28" fmla="*/ 474661 w 1333755"/>
                <a:gd name="connsiteY28" fmla="*/ 486429 h 1333755"/>
                <a:gd name="connsiteX29" fmla="*/ 757103 w 1333755"/>
                <a:gd name="connsiteY29" fmla="*/ 466814 h 1333755"/>
                <a:gd name="connsiteX30" fmla="*/ 835558 w 1333755"/>
                <a:gd name="connsiteY30" fmla="*/ 482505 h 1333755"/>
                <a:gd name="connsiteX31" fmla="*/ 843403 w 1333755"/>
                <a:gd name="connsiteY31" fmla="*/ 407973 h 1333755"/>
                <a:gd name="connsiteX32" fmla="*/ 882632 w 1333755"/>
                <a:gd name="connsiteY32" fmla="*/ 384435 h 1333755"/>
                <a:gd name="connsiteX33" fmla="*/ 902246 w 1333755"/>
                <a:gd name="connsiteY33" fmla="*/ 407973 h 1333755"/>
                <a:gd name="connsiteX34" fmla="*/ 894400 w 1333755"/>
                <a:gd name="connsiteY34" fmla="*/ 553116 h 1333755"/>
                <a:gd name="connsiteX35" fmla="*/ 894400 w 1333755"/>
                <a:gd name="connsiteY35" fmla="*/ 564884 h 1333755"/>
                <a:gd name="connsiteX36" fmla="*/ 917937 w 1333755"/>
                <a:gd name="connsiteY36" fmla="*/ 588422 h 1333755"/>
                <a:gd name="connsiteX37" fmla="*/ 941475 w 1333755"/>
                <a:gd name="connsiteY37" fmla="*/ 553116 h 1333755"/>
                <a:gd name="connsiteX38" fmla="*/ 933629 w 1333755"/>
                <a:gd name="connsiteY38" fmla="*/ 427586 h 1333755"/>
                <a:gd name="connsiteX39" fmla="*/ 1004239 w 1333755"/>
                <a:gd name="connsiteY39" fmla="*/ 356976 h 1333755"/>
                <a:gd name="connsiteX40" fmla="*/ 761024 w 1333755"/>
                <a:gd name="connsiteY40" fmla="*/ 290288 h 133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33755" h="1333755">
                  <a:moveTo>
                    <a:pt x="666878" y="0"/>
                  </a:moveTo>
                  <a:cubicBezTo>
                    <a:pt x="1035622" y="0"/>
                    <a:pt x="1333755" y="298133"/>
                    <a:pt x="1333755" y="666878"/>
                  </a:cubicBezTo>
                  <a:cubicBezTo>
                    <a:pt x="1333755" y="1035622"/>
                    <a:pt x="1035622" y="1333755"/>
                    <a:pt x="666878" y="1333755"/>
                  </a:cubicBezTo>
                  <a:cubicBezTo>
                    <a:pt x="298133" y="1333755"/>
                    <a:pt x="0" y="1035622"/>
                    <a:pt x="0" y="666878"/>
                  </a:cubicBezTo>
                  <a:cubicBezTo>
                    <a:pt x="0" y="298133"/>
                    <a:pt x="298133" y="0"/>
                    <a:pt x="666878" y="0"/>
                  </a:cubicBezTo>
                  <a:close/>
                  <a:moveTo>
                    <a:pt x="870864" y="863018"/>
                  </a:moveTo>
                  <a:cubicBezTo>
                    <a:pt x="749256" y="808099"/>
                    <a:pt x="623727" y="808099"/>
                    <a:pt x="502120" y="843403"/>
                  </a:cubicBezTo>
                  <a:cubicBezTo>
                    <a:pt x="407973" y="870864"/>
                    <a:pt x="337362" y="921861"/>
                    <a:pt x="317748" y="1019931"/>
                  </a:cubicBezTo>
                  <a:cubicBezTo>
                    <a:pt x="309901" y="1051313"/>
                    <a:pt x="317748" y="1063081"/>
                    <a:pt x="356976" y="1059158"/>
                  </a:cubicBezTo>
                  <a:cubicBezTo>
                    <a:pt x="458968" y="1055236"/>
                    <a:pt x="560961" y="1059158"/>
                    <a:pt x="662954" y="1059158"/>
                  </a:cubicBezTo>
                  <a:lnTo>
                    <a:pt x="968934" y="1059158"/>
                  </a:lnTo>
                  <a:cubicBezTo>
                    <a:pt x="1004239" y="1059158"/>
                    <a:pt x="1012084" y="1043467"/>
                    <a:pt x="1004239" y="1019931"/>
                  </a:cubicBezTo>
                  <a:cubicBezTo>
                    <a:pt x="988548" y="949320"/>
                    <a:pt x="937552" y="890478"/>
                    <a:pt x="870864" y="863018"/>
                  </a:cubicBezTo>
                  <a:close/>
                  <a:moveTo>
                    <a:pt x="800253" y="506043"/>
                  </a:moveTo>
                  <a:cubicBezTo>
                    <a:pt x="706106" y="482505"/>
                    <a:pt x="608036" y="482505"/>
                    <a:pt x="513888" y="506043"/>
                  </a:cubicBezTo>
                  <a:cubicBezTo>
                    <a:pt x="466814" y="517811"/>
                    <a:pt x="455046" y="537425"/>
                    <a:pt x="455046" y="584499"/>
                  </a:cubicBezTo>
                  <a:cubicBezTo>
                    <a:pt x="458968" y="686492"/>
                    <a:pt x="549193" y="772794"/>
                    <a:pt x="655109" y="772794"/>
                  </a:cubicBezTo>
                  <a:cubicBezTo>
                    <a:pt x="710028" y="772794"/>
                    <a:pt x="761024" y="753180"/>
                    <a:pt x="800253" y="717874"/>
                  </a:cubicBezTo>
                  <a:cubicBezTo>
                    <a:pt x="839482" y="682569"/>
                    <a:pt x="859095" y="635495"/>
                    <a:pt x="859095" y="584499"/>
                  </a:cubicBezTo>
                  <a:cubicBezTo>
                    <a:pt x="859095" y="553116"/>
                    <a:pt x="859095" y="521734"/>
                    <a:pt x="815944" y="509965"/>
                  </a:cubicBezTo>
                  <a:lnTo>
                    <a:pt x="800253" y="506043"/>
                  </a:lnTo>
                  <a:close/>
                  <a:moveTo>
                    <a:pt x="761024" y="290288"/>
                  </a:moveTo>
                  <a:cubicBezTo>
                    <a:pt x="694337" y="270674"/>
                    <a:pt x="627649" y="270674"/>
                    <a:pt x="560961" y="290288"/>
                  </a:cubicBezTo>
                  <a:cubicBezTo>
                    <a:pt x="521734" y="302056"/>
                    <a:pt x="482505" y="309901"/>
                    <a:pt x="439355" y="321671"/>
                  </a:cubicBezTo>
                  <a:lnTo>
                    <a:pt x="317748" y="349130"/>
                  </a:lnTo>
                  <a:lnTo>
                    <a:pt x="376589" y="364821"/>
                  </a:lnTo>
                  <a:lnTo>
                    <a:pt x="384435" y="368744"/>
                  </a:lnTo>
                  <a:cubicBezTo>
                    <a:pt x="470737" y="392280"/>
                    <a:pt x="470737" y="392280"/>
                    <a:pt x="470737" y="478582"/>
                  </a:cubicBezTo>
                  <a:cubicBezTo>
                    <a:pt x="470737" y="478582"/>
                    <a:pt x="474661" y="482505"/>
                    <a:pt x="474661" y="486429"/>
                  </a:cubicBezTo>
                  <a:cubicBezTo>
                    <a:pt x="564884" y="458968"/>
                    <a:pt x="662954" y="451123"/>
                    <a:pt x="757103" y="466814"/>
                  </a:cubicBezTo>
                  <a:cubicBezTo>
                    <a:pt x="784562" y="470737"/>
                    <a:pt x="819867" y="490352"/>
                    <a:pt x="835558" y="482505"/>
                  </a:cubicBezTo>
                  <a:cubicBezTo>
                    <a:pt x="855173" y="474661"/>
                    <a:pt x="843403" y="435432"/>
                    <a:pt x="843403" y="407973"/>
                  </a:cubicBezTo>
                  <a:cubicBezTo>
                    <a:pt x="843403" y="384435"/>
                    <a:pt x="863018" y="384435"/>
                    <a:pt x="882632" y="384435"/>
                  </a:cubicBezTo>
                  <a:cubicBezTo>
                    <a:pt x="906169" y="380512"/>
                    <a:pt x="898323" y="396203"/>
                    <a:pt x="902246" y="407973"/>
                  </a:cubicBezTo>
                  <a:cubicBezTo>
                    <a:pt x="910091" y="455046"/>
                    <a:pt x="890478" y="506043"/>
                    <a:pt x="894400" y="553116"/>
                  </a:cubicBezTo>
                  <a:lnTo>
                    <a:pt x="894400" y="564884"/>
                  </a:lnTo>
                  <a:cubicBezTo>
                    <a:pt x="894400" y="576652"/>
                    <a:pt x="898323" y="588422"/>
                    <a:pt x="917937" y="588422"/>
                  </a:cubicBezTo>
                  <a:cubicBezTo>
                    <a:pt x="941475" y="588422"/>
                    <a:pt x="945397" y="572731"/>
                    <a:pt x="941475" y="553116"/>
                  </a:cubicBezTo>
                  <a:cubicBezTo>
                    <a:pt x="937552" y="509965"/>
                    <a:pt x="933629" y="466814"/>
                    <a:pt x="933629" y="427586"/>
                  </a:cubicBezTo>
                  <a:cubicBezTo>
                    <a:pt x="933629" y="372667"/>
                    <a:pt x="933629" y="372667"/>
                    <a:pt x="1004239" y="356976"/>
                  </a:cubicBezTo>
                  <a:cubicBezTo>
                    <a:pt x="914014" y="329516"/>
                    <a:pt x="835558" y="313824"/>
                    <a:pt x="761024" y="290288"/>
                  </a:cubicBezTo>
                  <a:close/>
                </a:path>
              </a:pathLst>
            </a:custGeom>
            <a:solidFill>
              <a:srgbClr val="174677"/>
            </a:solidFill>
            <a:ln w="130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689DDA24-3495-2758-B679-74FB37CADACD}"/>
                </a:ext>
              </a:extLst>
            </p:cNvPr>
            <p:cNvSpPr txBox="1"/>
            <p:nvPr/>
          </p:nvSpPr>
          <p:spPr>
            <a:xfrm>
              <a:off x="885825" y="240027"/>
              <a:ext cx="3333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 w="0"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+mn-cs"/>
                </a:rPr>
                <a:t>论文总结与答谢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08ADE24E-4648-CD79-B556-C1134B33F7A0}"/>
              </a:ext>
            </a:extLst>
          </p:cNvPr>
          <p:cNvGrpSpPr/>
          <p:nvPr/>
        </p:nvGrpSpPr>
        <p:grpSpPr>
          <a:xfrm>
            <a:off x="771678" y="1758530"/>
            <a:ext cx="5019524" cy="1485600"/>
            <a:chOff x="771678" y="1768055"/>
            <a:chExt cx="5019524" cy="1485600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AA368F60-61AC-EFF5-B58B-BEA0D42A20B5}"/>
                </a:ext>
              </a:extLst>
            </p:cNvPr>
            <p:cNvGrpSpPr/>
            <p:nvPr/>
          </p:nvGrpSpPr>
          <p:grpSpPr>
            <a:xfrm>
              <a:off x="771678" y="1851132"/>
              <a:ext cx="1376294" cy="1376294"/>
              <a:chOff x="1734204" y="2066651"/>
              <a:chExt cx="1376294" cy="1376294"/>
            </a:xfrm>
          </p:grpSpPr>
          <p:sp>
            <p:nvSpPr>
              <p:cNvPr id="8" name="五边形 7">
                <a:extLst>
                  <a:ext uri="{FF2B5EF4-FFF2-40B4-BE49-F238E27FC236}">
                    <a16:creationId xmlns:a16="http://schemas.microsoft.com/office/drawing/2014/main" id="{DBAD584A-DD2B-7854-A319-C0E8CD94F5CD}"/>
                  </a:ext>
                </a:extLst>
              </p:cNvPr>
              <p:cNvSpPr/>
              <p:nvPr/>
            </p:nvSpPr>
            <p:spPr>
              <a:xfrm>
                <a:off x="1734204" y="2066651"/>
                <a:ext cx="1376294" cy="1376294"/>
              </a:xfrm>
              <a:prstGeom prst="pentagon">
                <a:avLst/>
              </a:prstGeom>
              <a:solidFill>
                <a:srgbClr val="17467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  <p:sp>
            <p:nvSpPr>
              <p:cNvPr id="9" name="iconfont-11790-5634266">
                <a:extLst>
                  <a:ext uri="{FF2B5EF4-FFF2-40B4-BE49-F238E27FC236}">
                    <a16:creationId xmlns:a16="http://schemas.microsoft.com/office/drawing/2014/main" id="{D407EEF4-733B-C66F-4FCF-59DE342A8206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121316" y="2527776"/>
                <a:ext cx="602071" cy="609685"/>
              </a:xfrm>
              <a:custGeom>
                <a:avLst/>
                <a:gdLst>
                  <a:gd name="T0" fmla="*/ 12037 w 13012"/>
                  <a:gd name="T1" fmla="*/ 250 h 13177"/>
                  <a:gd name="T2" fmla="*/ 452 w 13012"/>
                  <a:gd name="T3" fmla="*/ 6933 h 13177"/>
                  <a:gd name="T4" fmla="*/ 507 w 13012"/>
                  <a:gd name="T5" fmla="*/ 8013 h 13177"/>
                  <a:gd name="T6" fmla="*/ 3164 w 13012"/>
                  <a:gd name="T7" fmla="*/ 9128 h 13177"/>
                  <a:gd name="T8" fmla="*/ 10345 w 13012"/>
                  <a:gd name="T9" fmla="*/ 2799 h 13177"/>
                  <a:gd name="T10" fmla="*/ 10560 w 13012"/>
                  <a:gd name="T11" fmla="*/ 3007 h 13177"/>
                  <a:gd name="T12" fmla="*/ 4539 w 13012"/>
                  <a:gd name="T13" fmla="*/ 10343 h 13177"/>
                  <a:gd name="T14" fmla="*/ 4539 w 13012"/>
                  <a:gd name="T15" fmla="*/ 12355 h 13177"/>
                  <a:gd name="T16" fmla="*/ 5601 w 13012"/>
                  <a:gd name="T17" fmla="*/ 12750 h 13177"/>
                  <a:gd name="T18" fmla="*/ 7188 w 13012"/>
                  <a:gd name="T19" fmla="*/ 10818 h 13177"/>
                  <a:gd name="T20" fmla="*/ 10303 w 13012"/>
                  <a:gd name="T21" fmla="*/ 12122 h 13177"/>
                  <a:gd name="T22" fmla="*/ 11127 w 13012"/>
                  <a:gd name="T23" fmla="*/ 11667 h 13177"/>
                  <a:gd name="T24" fmla="*/ 12927 w 13012"/>
                  <a:gd name="T25" fmla="*/ 870 h 13177"/>
                  <a:gd name="T26" fmla="*/ 12037 w 13012"/>
                  <a:gd name="T27" fmla="*/ 250 h 13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12" h="13177">
                    <a:moveTo>
                      <a:pt x="12037" y="250"/>
                    </a:moveTo>
                    <a:lnTo>
                      <a:pt x="452" y="6933"/>
                    </a:lnTo>
                    <a:cubicBezTo>
                      <a:pt x="0" y="7193"/>
                      <a:pt x="57" y="7823"/>
                      <a:pt x="507" y="8013"/>
                    </a:cubicBezTo>
                    <a:lnTo>
                      <a:pt x="3164" y="9128"/>
                    </a:lnTo>
                    <a:lnTo>
                      <a:pt x="10345" y="2799"/>
                    </a:lnTo>
                    <a:cubicBezTo>
                      <a:pt x="10482" y="2677"/>
                      <a:pt x="10677" y="2864"/>
                      <a:pt x="10560" y="3007"/>
                    </a:cubicBezTo>
                    <a:lnTo>
                      <a:pt x="4539" y="10343"/>
                    </a:lnTo>
                    <a:lnTo>
                      <a:pt x="4539" y="12355"/>
                    </a:lnTo>
                    <a:cubicBezTo>
                      <a:pt x="4539" y="12945"/>
                      <a:pt x="5251" y="13177"/>
                      <a:pt x="5601" y="12750"/>
                    </a:cubicBezTo>
                    <a:lnTo>
                      <a:pt x="7188" y="10818"/>
                    </a:lnTo>
                    <a:lnTo>
                      <a:pt x="10303" y="12122"/>
                    </a:lnTo>
                    <a:cubicBezTo>
                      <a:pt x="10657" y="12272"/>
                      <a:pt x="11062" y="12050"/>
                      <a:pt x="11127" y="11667"/>
                    </a:cubicBezTo>
                    <a:lnTo>
                      <a:pt x="12927" y="870"/>
                    </a:lnTo>
                    <a:cubicBezTo>
                      <a:pt x="13012" y="365"/>
                      <a:pt x="12470" y="0"/>
                      <a:pt x="12037" y="25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916D8A30-DBDE-1A91-65AC-E5A3141829CC}"/>
                </a:ext>
              </a:extLst>
            </p:cNvPr>
            <p:cNvSpPr txBox="1"/>
            <p:nvPr/>
          </p:nvSpPr>
          <p:spPr>
            <a:xfrm>
              <a:off x="2310065" y="1768055"/>
              <a:ext cx="3481137" cy="14856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黑体 CN Bold" panose="020B0800000000000000" pitchFamily="34" charset="-122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rPr>
                <a:t>请您单击此处输入文本内容，可根据自己的需要适当地调整文字的颜色或者大小等属性，可以直接复制粘贴文本内容。</a:t>
              </a: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4E3CD1F7-9CD9-D4D5-4698-E42C3033AAB8}"/>
              </a:ext>
            </a:extLst>
          </p:cNvPr>
          <p:cNvGrpSpPr/>
          <p:nvPr/>
        </p:nvGrpSpPr>
        <p:grpSpPr>
          <a:xfrm>
            <a:off x="771678" y="3935931"/>
            <a:ext cx="5019524" cy="1485600"/>
            <a:chOff x="771678" y="3821631"/>
            <a:chExt cx="5019524" cy="1485600"/>
          </a:xfrm>
        </p:grpSpPr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481010AB-B326-35B6-DC58-2CC822B11EA7}"/>
                </a:ext>
              </a:extLst>
            </p:cNvPr>
            <p:cNvGrpSpPr/>
            <p:nvPr/>
          </p:nvGrpSpPr>
          <p:grpSpPr>
            <a:xfrm>
              <a:off x="771678" y="3904708"/>
              <a:ext cx="1376294" cy="1376294"/>
              <a:chOff x="1734204" y="4048976"/>
              <a:chExt cx="1376294" cy="1376294"/>
            </a:xfrm>
          </p:grpSpPr>
          <p:sp>
            <p:nvSpPr>
              <p:cNvPr id="13" name="五边形 12">
                <a:extLst>
                  <a:ext uri="{FF2B5EF4-FFF2-40B4-BE49-F238E27FC236}">
                    <a16:creationId xmlns:a16="http://schemas.microsoft.com/office/drawing/2014/main" id="{61B6740B-A06B-2702-3134-8CFF7E0383BB}"/>
                  </a:ext>
                </a:extLst>
              </p:cNvPr>
              <p:cNvSpPr/>
              <p:nvPr/>
            </p:nvSpPr>
            <p:spPr>
              <a:xfrm>
                <a:off x="1734204" y="4048976"/>
                <a:ext cx="1376294" cy="1376294"/>
              </a:xfrm>
              <a:prstGeom prst="pentagon">
                <a:avLst/>
              </a:prstGeom>
              <a:solidFill>
                <a:srgbClr val="D5AF6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  <p:sp>
            <p:nvSpPr>
              <p:cNvPr id="14" name="iconfont-11790-5634266">
                <a:extLst>
                  <a:ext uri="{FF2B5EF4-FFF2-40B4-BE49-F238E27FC236}">
                    <a16:creationId xmlns:a16="http://schemas.microsoft.com/office/drawing/2014/main" id="{06F4B473-1D63-B382-EC42-BAF920C86E62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117509" y="4565261"/>
                <a:ext cx="609685" cy="499366"/>
              </a:xfrm>
              <a:custGeom>
                <a:avLst/>
                <a:gdLst>
                  <a:gd name="T0" fmla="*/ 6412 w 16049"/>
                  <a:gd name="T1" fmla="*/ 5470 h 13145"/>
                  <a:gd name="T2" fmla="*/ 8580 w 16049"/>
                  <a:gd name="T3" fmla="*/ 8200 h 13145"/>
                  <a:gd name="T4" fmla="*/ 6665 w 16049"/>
                  <a:gd name="T5" fmla="*/ 11953 h 13145"/>
                  <a:gd name="T6" fmla="*/ 0 w 16049"/>
                  <a:gd name="T7" fmla="*/ 12805 h 13145"/>
                  <a:gd name="T8" fmla="*/ 275 w 16049"/>
                  <a:gd name="T9" fmla="*/ 11420 h 13145"/>
                  <a:gd name="T10" fmla="*/ 2640 w 16049"/>
                  <a:gd name="T11" fmla="*/ 8615 h 13145"/>
                  <a:gd name="T12" fmla="*/ 2475 w 16049"/>
                  <a:gd name="T13" fmla="*/ 8378 h 13145"/>
                  <a:gd name="T14" fmla="*/ 965 w 16049"/>
                  <a:gd name="T15" fmla="*/ 8930 h 13145"/>
                  <a:gd name="T16" fmla="*/ 2330 w 16049"/>
                  <a:gd name="T17" fmla="*/ 6493 h 13145"/>
                  <a:gd name="T18" fmla="*/ 6412 w 16049"/>
                  <a:gd name="T19" fmla="*/ 5470 h 13145"/>
                  <a:gd name="T20" fmla="*/ 12362 w 16049"/>
                  <a:gd name="T21" fmla="*/ 8845 h 13145"/>
                  <a:gd name="T22" fmla="*/ 10367 w 16049"/>
                  <a:gd name="T23" fmla="*/ 10843 h 13145"/>
                  <a:gd name="T24" fmla="*/ 12362 w 16049"/>
                  <a:gd name="T25" fmla="*/ 12840 h 13145"/>
                  <a:gd name="T26" fmla="*/ 14357 w 16049"/>
                  <a:gd name="T27" fmla="*/ 10843 h 13145"/>
                  <a:gd name="T28" fmla="*/ 12362 w 16049"/>
                  <a:gd name="T29" fmla="*/ 8845 h 13145"/>
                  <a:gd name="T30" fmla="*/ 15912 w 16049"/>
                  <a:gd name="T31" fmla="*/ 825 h 13145"/>
                  <a:gd name="T32" fmla="*/ 15417 w 16049"/>
                  <a:gd name="T33" fmla="*/ 200 h 13145"/>
                  <a:gd name="T34" fmla="*/ 14857 w 16049"/>
                  <a:gd name="T35" fmla="*/ 135 h 13145"/>
                  <a:gd name="T36" fmla="*/ 9045 w 16049"/>
                  <a:gd name="T37" fmla="*/ 4583 h 13145"/>
                  <a:gd name="T38" fmla="*/ 8192 w 16049"/>
                  <a:gd name="T39" fmla="*/ 3508 h 13145"/>
                  <a:gd name="T40" fmla="*/ 7727 w 16049"/>
                  <a:gd name="T41" fmla="*/ 3563 h 13145"/>
                  <a:gd name="T42" fmla="*/ 7095 w 16049"/>
                  <a:gd name="T43" fmla="*/ 4928 h 13145"/>
                  <a:gd name="T44" fmla="*/ 9262 w 16049"/>
                  <a:gd name="T45" fmla="*/ 7658 h 13145"/>
                  <a:gd name="T46" fmla="*/ 10732 w 16049"/>
                  <a:gd name="T47" fmla="*/ 7348 h 13145"/>
                  <a:gd name="T48" fmla="*/ 10890 w 16049"/>
                  <a:gd name="T49" fmla="*/ 6908 h 13145"/>
                  <a:gd name="T50" fmla="*/ 10037 w 16049"/>
                  <a:gd name="T51" fmla="*/ 5835 h 13145"/>
                  <a:gd name="T52" fmla="*/ 15849 w 16049"/>
                  <a:gd name="T53" fmla="*/ 1388 h 13145"/>
                  <a:gd name="T54" fmla="*/ 15912 w 16049"/>
                  <a:gd name="T55" fmla="*/ 825 h 131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16049" h="13145">
                    <a:moveTo>
                      <a:pt x="6412" y="5470"/>
                    </a:moveTo>
                    <a:lnTo>
                      <a:pt x="8580" y="8200"/>
                    </a:lnTo>
                    <a:cubicBezTo>
                      <a:pt x="8580" y="8200"/>
                      <a:pt x="8165" y="10760"/>
                      <a:pt x="6665" y="11953"/>
                    </a:cubicBezTo>
                    <a:cubicBezTo>
                      <a:pt x="5167" y="13145"/>
                      <a:pt x="0" y="12805"/>
                      <a:pt x="0" y="12805"/>
                    </a:cubicBezTo>
                    <a:cubicBezTo>
                      <a:pt x="0" y="12805"/>
                      <a:pt x="95" y="12228"/>
                      <a:pt x="275" y="11420"/>
                    </a:cubicBezTo>
                    <a:lnTo>
                      <a:pt x="2640" y="8615"/>
                    </a:lnTo>
                    <a:cubicBezTo>
                      <a:pt x="2740" y="8498"/>
                      <a:pt x="2617" y="8325"/>
                      <a:pt x="2475" y="8378"/>
                    </a:cubicBezTo>
                    <a:lnTo>
                      <a:pt x="965" y="8930"/>
                    </a:lnTo>
                    <a:cubicBezTo>
                      <a:pt x="1325" y="7888"/>
                      <a:pt x="1782" y="6930"/>
                      <a:pt x="2330" y="6493"/>
                    </a:cubicBezTo>
                    <a:cubicBezTo>
                      <a:pt x="3827" y="5298"/>
                      <a:pt x="6412" y="5470"/>
                      <a:pt x="6412" y="5470"/>
                    </a:cubicBezTo>
                    <a:close/>
                    <a:moveTo>
                      <a:pt x="12362" y="8845"/>
                    </a:moveTo>
                    <a:cubicBezTo>
                      <a:pt x="11262" y="8845"/>
                      <a:pt x="10367" y="9740"/>
                      <a:pt x="10367" y="10843"/>
                    </a:cubicBezTo>
                    <a:cubicBezTo>
                      <a:pt x="10367" y="11945"/>
                      <a:pt x="11260" y="12840"/>
                      <a:pt x="12362" y="12840"/>
                    </a:cubicBezTo>
                    <a:cubicBezTo>
                      <a:pt x="13465" y="12840"/>
                      <a:pt x="14357" y="11945"/>
                      <a:pt x="14357" y="10843"/>
                    </a:cubicBezTo>
                    <a:cubicBezTo>
                      <a:pt x="14357" y="9738"/>
                      <a:pt x="13462" y="8845"/>
                      <a:pt x="12362" y="8845"/>
                    </a:cubicBezTo>
                    <a:close/>
                    <a:moveTo>
                      <a:pt x="15912" y="825"/>
                    </a:moveTo>
                    <a:lnTo>
                      <a:pt x="15417" y="200"/>
                    </a:lnTo>
                    <a:cubicBezTo>
                      <a:pt x="15280" y="28"/>
                      <a:pt x="15030" y="0"/>
                      <a:pt x="14857" y="135"/>
                    </a:cubicBezTo>
                    <a:lnTo>
                      <a:pt x="9045" y="4583"/>
                    </a:lnTo>
                    <a:lnTo>
                      <a:pt x="8192" y="3508"/>
                    </a:lnTo>
                    <a:cubicBezTo>
                      <a:pt x="8065" y="3348"/>
                      <a:pt x="7815" y="3378"/>
                      <a:pt x="7727" y="3563"/>
                    </a:cubicBezTo>
                    <a:lnTo>
                      <a:pt x="7095" y="4928"/>
                    </a:lnTo>
                    <a:lnTo>
                      <a:pt x="9262" y="7658"/>
                    </a:lnTo>
                    <a:lnTo>
                      <a:pt x="10732" y="7348"/>
                    </a:lnTo>
                    <a:cubicBezTo>
                      <a:pt x="10932" y="7305"/>
                      <a:pt x="11017" y="7068"/>
                      <a:pt x="10890" y="6908"/>
                    </a:cubicBezTo>
                    <a:lnTo>
                      <a:pt x="10037" y="5835"/>
                    </a:lnTo>
                    <a:lnTo>
                      <a:pt x="15849" y="1388"/>
                    </a:lnTo>
                    <a:cubicBezTo>
                      <a:pt x="16022" y="1250"/>
                      <a:pt x="16049" y="998"/>
                      <a:pt x="15912" y="825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</p:grp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ADDC8D0A-3D2E-3FB1-4DB9-AA192BF3B780}"/>
                </a:ext>
              </a:extLst>
            </p:cNvPr>
            <p:cNvSpPr txBox="1"/>
            <p:nvPr/>
          </p:nvSpPr>
          <p:spPr>
            <a:xfrm>
              <a:off x="2310065" y="3821631"/>
              <a:ext cx="3481137" cy="14856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黑体 CN Bold" panose="020B0800000000000000" pitchFamily="34" charset="-122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rPr>
                <a:t>请您单击此处输入文本内容，可根据自己的需要适当地调整文字的颜色或者大小等属性，可以直接复制粘贴文本内容。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20335E02-C68D-EF9E-A767-BFDAD84DC86C}"/>
              </a:ext>
            </a:extLst>
          </p:cNvPr>
          <p:cNvGrpSpPr/>
          <p:nvPr/>
        </p:nvGrpSpPr>
        <p:grpSpPr>
          <a:xfrm>
            <a:off x="6521648" y="1758530"/>
            <a:ext cx="5076796" cy="1485600"/>
            <a:chOff x="6521648" y="1768055"/>
            <a:chExt cx="5076796" cy="1485600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88DB5EE-062D-EDE2-E9DD-2E8B92AD274C}"/>
                </a:ext>
              </a:extLst>
            </p:cNvPr>
            <p:cNvGrpSpPr/>
            <p:nvPr/>
          </p:nvGrpSpPr>
          <p:grpSpPr>
            <a:xfrm>
              <a:off x="6521648" y="1851132"/>
              <a:ext cx="1376294" cy="1376294"/>
              <a:chOff x="6714152" y="2066651"/>
              <a:chExt cx="1376294" cy="1376294"/>
            </a:xfrm>
          </p:grpSpPr>
          <p:sp>
            <p:nvSpPr>
              <p:cNvPr id="18" name="五边形 17">
                <a:extLst>
                  <a:ext uri="{FF2B5EF4-FFF2-40B4-BE49-F238E27FC236}">
                    <a16:creationId xmlns:a16="http://schemas.microsoft.com/office/drawing/2014/main" id="{33F7CB1C-DE8B-ECC8-75B0-7C426D7C5FEB}"/>
                  </a:ext>
                </a:extLst>
              </p:cNvPr>
              <p:cNvSpPr/>
              <p:nvPr/>
            </p:nvSpPr>
            <p:spPr>
              <a:xfrm>
                <a:off x="6714152" y="2066651"/>
                <a:ext cx="1376294" cy="1376294"/>
              </a:xfrm>
              <a:prstGeom prst="pentagon">
                <a:avLst/>
              </a:prstGeom>
              <a:solidFill>
                <a:srgbClr val="D5AF6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  <p:sp>
            <p:nvSpPr>
              <p:cNvPr id="19" name="iconfont-11790-5634266">
                <a:extLst>
                  <a:ext uri="{FF2B5EF4-FFF2-40B4-BE49-F238E27FC236}">
                    <a16:creationId xmlns:a16="http://schemas.microsoft.com/office/drawing/2014/main" id="{5D933CBF-A4DF-829A-EB3D-E8859CAAD93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7097457" y="2527776"/>
                <a:ext cx="609685" cy="609685"/>
              </a:xfrm>
              <a:custGeom>
                <a:avLst/>
                <a:gdLst>
                  <a:gd name="T0" fmla="*/ 6934 w 12400"/>
                  <a:gd name="T1" fmla="*/ 4987 h 12400"/>
                  <a:gd name="T2" fmla="*/ 6223 w 12400"/>
                  <a:gd name="T3" fmla="*/ 5698 h 12400"/>
                  <a:gd name="T4" fmla="*/ 5476 w 12400"/>
                  <a:gd name="T5" fmla="*/ 5698 h 12400"/>
                  <a:gd name="T6" fmla="*/ 5476 w 12400"/>
                  <a:gd name="T7" fmla="*/ 4294 h 12400"/>
                  <a:gd name="T8" fmla="*/ 6061 w 12400"/>
                  <a:gd name="T9" fmla="*/ 4294 h 12400"/>
                  <a:gd name="T10" fmla="*/ 6934 w 12400"/>
                  <a:gd name="T11" fmla="*/ 4987 h 12400"/>
                  <a:gd name="T12" fmla="*/ 12400 w 12400"/>
                  <a:gd name="T13" fmla="*/ 6200 h 12400"/>
                  <a:gd name="T14" fmla="*/ 6200 w 12400"/>
                  <a:gd name="T15" fmla="*/ 12400 h 12400"/>
                  <a:gd name="T16" fmla="*/ 0 w 12400"/>
                  <a:gd name="T17" fmla="*/ 6200 h 12400"/>
                  <a:gd name="T18" fmla="*/ 6200 w 12400"/>
                  <a:gd name="T19" fmla="*/ 0 h 12400"/>
                  <a:gd name="T20" fmla="*/ 12400 w 12400"/>
                  <a:gd name="T21" fmla="*/ 6200 h 12400"/>
                  <a:gd name="T22" fmla="*/ 8885 w 12400"/>
                  <a:gd name="T23" fmla="*/ 8810 h 12400"/>
                  <a:gd name="T24" fmla="*/ 7768 w 12400"/>
                  <a:gd name="T25" fmla="*/ 6786 h 12400"/>
                  <a:gd name="T26" fmla="*/ 8716 w 12400"/>
                  <a:gd name="T27" fmla="*/ 4924 h 12400"/>
                  <a:gd name="T28" fmla="*/ 6079 w 12400"/>
                  <a:gd name="T29" fmla="*/ 2692 h 12400"/>
                  <a:gd name="T30" fmla="*/ 4312 w 12400"/>
                  <a:gd name="T31" fmla="*/ 2692 h 12400"/>
                  <a:gd name="T32" fmla="*/ 3712 w 12400"/>
                  <a:gd name="T33" fmla="*/ 3292 h 12400"/>
                  <a:gd name="T34" fmla="*/ 3712 w 12400"/>
                  <a:gd name="T35" fmla="*/ 9100 h 12400"/>
                  <a:gd name="T36" fmla="*/ 4312 w 12400"/>
                  <a:gd name="T37" fmla="*/ 9700 h 12400"/>
                  <a:gd name="T38" fmla="*/ 4876 w 12400"/>
                  <a:gd name="T39" fmla="*/ 9700 h 12400"/>
                  <a:gd name="T40" fmla="*/ 5476 w 12400"/>
                  <a:gd name="T41" fmla="*/ 9100 h 12400"/>
                  <a:gd name="T42" fmla="*/ 5476 w 12400"/>
                  <a:gd name="T43" fmla="*/ 7308 h 12400"/>
                  <a:gd name="T44" fmla="*/ 6115 w 12400"/>
                  <a:gd name="T45" fmla="*/ 7308 h 12400"/>
                  <a:gd name="T46" fmla="*/ 7219 w 12400"/>
                  <a:gd name="T47" fmla="*/ 9382 h 12400"/>
                  <a:gd name="T48" fmla="*/ 7748 w 12400"/>
                  <a:gd name="T49" fmla="*/ 9700 h 12400"/>
                  <a:gd name="T50" fmla="*/ 8360 w 12400"/>
                  <a:gd name="T51" fmla="*/ 9700 h 12400"/>
                  <a:gd name="T52" fmla="*/ 8885 w 12400"/>
                  <a:gd name="T53" fmla="*/ 8810 h 124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400" h="12400">
                    <a:moveTo>
                      <a:pt x="6934" y="4987"/>
                    </a:moveTo>
                    <a:cubicBezTo>
                      <a:pt x="6934" y="5452"/>
                      <a:pt x="6688" y="5698"/>
                      <a:pt x="6223" y="5698"/>
                    </a:cubicBezTo>
                    <a:lnTo>
                      <a:pt x="5476" y="5698"/>
                    </a:lnTo>
                    <a:lnTo>
                      <a:pt x="5476" y="4294"/>
                    </a:lnTo>
                    <a:lnTo>
                      <a:pt x="6061" y="4294"/>
                    </a:lnTo>
                    <a:cubicBezTo>
                      <a:pt x="6778" y="4294"/>
                      <a:pt x="6934" y="4513"/>
                      <a:pt x="6934" y="4987"/>
                    </a:cubicBezTo>
                    <a:close/>
                    <a:moveTo>
                      <a:pt x="12400" y="6200"/>
                    </a:moveTo>
                    <a:cubicBezTo>
                      <a:pt x="12400" y="9624"/>
                      <a:pt x="9624" y="12400"/>
                      <a:pt x="6200" y="12400"/>
                    </a:cubicBezTo>
                    <a:cubicBezTo>
                      <a:pt x="2776" y="12400"/>
                      <a:pt x="0" y="9624"/>
                      <a:pt x="0" y="6200"/>
                    </a:cubicBezTo>
                    <a:cubicBezTo>
                      <a:pt x="0" y="2776"/>
                      <a:pt x="2776" y="0"/>
                      <a:pt x="6200" y="0"/>
                    </a:cubicBezTo>
                    <a:cubicBezTo>
                      <a:pt x="9624" y="0"/>
                      <a:pt x="12400" y="2776"/>
                      <a:pt x="12400" y="6200"/>
                    </a:cubicBezTo>
                    <a:close/>
                    <a:moveTo>
                      <a:pt x="8885" y="8810"/>
                    </a:moveTo>
                    <a:cubicBezTo>
                      <a:pt x="7717" y="6690"/>
                      <a:pt x="7803" y="6844"/>
                      <a:pt x="7768" y="6786"/>
                    </a:cubicBezTo>
                    <a:cubicBezTo>
                      <a:pt x="8354" y="6407"/>
                      <a:pt x="8716" y="5711"/>
                      <a:pt x="8716" y="4924"/>
                    </a:cubicBezTo>
                    <a:cubicBezTo>
                      <a:pt x="8716" y="3568"/>
                      <a:pt x="7929" y="2692"/>
                      <a:pt x="6079" y="2692"/>
                    </a:cubicBezTo>
                    <a:lnTo>
                      <a:pt x="4312" y="2692"/>
                    </a:lnTo>
                    <a:cubicBezTo>
                      <a:pt x="3981" y="2692"/>
                      <a:pt x="3712" y="2961"/>
                      <a:pt x="3712" y="3292"/>
                    </a:cubicBezTo>
                    <a:lnTo>
                      <a:pt x="3712" y="9100"/>
                    </a:lnTo>
                    <a:cubicBezTo>
                      <a:pt x="3712" y="9431"/>
                      <a:pt x="3981" y="9700"/>
                      <a:pt x="4312" y="9700"/>
                    </a:cubicBezTo>
                    <a:lnTo>
                      <a:pt x="4876" y="9700"/>
                    </a:lnTo>
                    <a:cubicBezTo>
                      <a:pt x="5208" y="9700"/>
                      <a:pt x="5476" y="9431"/>
                      <a:pt x="5476" y="9100"/>
                    </a:cubicBezTo>
                    <a:lnTo>
                      <a:pt x="5476" y="7308"/>
                    </a:lnTo>
                    <a:lnTo>
                      <a:pt x="6115" y="7308"/>
                    </a:lnTo>
                    <a:lnTo>
                      <a:pt x="7219" y="9382"/>
                    </a:lnTo>
                    <a:cubicBezTo>
                      <a:pt x="7323" y="9578"/>
                      <a:pt x="7526" y="9700"/>
                      <a:pt x="7748" y="9700"/>
                    </a:cubicBezTo>
                    <a:lnTo>
                      <a:pt x="8360" y="9700"/>
                    </a:lnTo>
                    <a:cubicBezTo>
                      <a:pt x="8816" y="9700"/>
                      <a:pt x="9106" y="9210"/>
                      <a:pt x="8885" y="881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E300A7C-3ABC-A68A-3484-0CF237BF7F40}"/>
                </a:ext>
              </a:extLst>
            </p:cNvPr>
            <p:cNvSpPr txBox="1"/>
            <p:nvPr/>
          </p:nvSpPr>
          <p:spPr>
            <a:xfrm>
              <a:off x="8117307" y="1768055"/>
              <a:ext cx="3481137" cy="14856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黑体 CN Bold" panose="020B0800000000000000" pitchFamily="34" charset="-122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rPr>
                <a:t>请您单击此处输入文本内容，可根据自己的需要适当地调整文字的颜色或者大小等属性，可以直接复制粘贴文本内容。</a:t>
              </a: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AFCD0A96-7027-7BA1-B6D8-03A5036E689F}"/>
              </a:ext>
            </a:extLst>
          </p:cNvPr>
          <p:cNvGrpSpPr/>
          <p:nvPr/>
        </p:nvGrpSpPr>
        <p:grpSpPr>
          <a:xfrm>
            <a:off x="6521648" y="3935931"/>
            <a:ext cx="5076796" cy="1485600"/>
            <a:chOff x="6521648" y="3821631"/>
            <a:chExt cx="5076796" cy="1485600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41137843-FD55-5D1A-C7EF-AF0AB69595F7}"/>
                </a:ext>
              </a:extLst>
            </p:cNvPr>
            <p:cNvGrpSpPr/>
            <p:nvPr/>
          </p:nvGrpSpPr>
          <p:grpSpPr>
            <a:xfrm>
              <a:off x="6521648" y="3904708"/>
              <a:ext cx="1376294" cy="1376294"/>
              <a:chOff x="6714152" y="4048976"/>
              <a:chExt cx="1376294" cy="1376294"/>
            </a:xfrm>
          </p:grpSpPr>
          <p:sp>
            <p:nvSpPr>
              <p:cNvPr id="23" name="五边形 22">
                <a:extLst>
                  <a:ext uri="{FF2B5EF4-FFF2-40B4-BE49-F238E27FC236}">
                    <a16:creationId xmlns:a16="http://schemas.microsoft.com/office/drawing/2014/main" id="{1DE18CBD-CDD6-1A69-74AC-9E12EDFA4995}"/>
                  </a:ext>
                </a:extLst>
              </p:cNvPr>
              <p:cNvSpPr/>
              <p:nvPr/>
            </p:nvSpPr>
            <p:spPr>
              <a:xfrm>
                <a:off x="6714152" y="4048976"/>
                <a:ext cx="1376294" cy="1376294"/>
              </a:xfrm>
              <a:prstGeom prst="pentagon">
                <a:avLst/>
              </a:prstGeom>
              <a:solidFill>
                <a:srgbClr val="17467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  <p:sp>
            <p:nvSpPr>
              <p:cNvPr id="24" name="iconfont-11790-5634266">
                <a:extLst>
                  <a:ext uri="{FF2B5EF4-FFF2-40B4-BE49-F238E27FC236}">
                    <a16:creationId xmlns:a16="http://schemas.microsoft.com/office/drawing/2014/main" id="{37A0DFC7-C3D0-27CB-1547-8753B9E7AD0B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7097457" y="4510101"/>
                <a:ext cx="609685" cy="609685"/>
              </a:xfrm>
              <a:custGeom>
                <a:avLst/>
                <a:gdLst>
                  <a:gd name="T0" fmla="*/ 10000 w 11200"/>
                  <a:gd name="T1" fmla="*/ 11200 h 11200"/>
                  <a:gd name="T2" fmla="*/ 1200 w 11200"/>
                  <a:gd name="T3" fmla="*/ 11200 h 11200"/>
                  <a:gd name="T4" fmla="*/ 0 w 11200"/>
                  <a:gd name="T5" fmla="*/ 10000 h 11200"/>
                  <a:gd name="T6" fmla="*/ 0 w 11200"/>
                  <a:gd name="T7" fmla="*/ 1200 h 11200"/>
                  <a:gd name="T8" fmla="*/ 1200 w 11200"/>
                  <a:gd name="T9" fmla="*/ 0 h 11200"/>
                  <a:gd name="T10" fmla="*/ 10000 w 11200"/>
                  <a:gd name="T11" fmla="*/ 0 h 11200"/>
                  <a:gd name="T12" fmla="*/ 11200 w 11200"/>
                  <a:gd name="T13" fmla="*/ 1200 h 11200"/>
                  <a:gd name="T14" fmla="*/ 11200 w 11200"/>
                  <a:gd name="T15" fmla="*/ 10000 h 11200"/>
                  <a:gd name="T16" fmla="*/ 10000 w 11200"/>
                  <a:gd name="T17" fmla="*/ 11200 h 11200"/>
                  <a:gd name="T18" fmla="*/ 5953 w 11200"/>
                  <a:gd name="T19" fmla="*/ 3648 h 11200"/>
                  <a:gd name="T20" fmla="*/ 2560 w 11200"/>
                  <a:gd name="T21" fmla="*/ 7040 h 11200"/>
                  <a:gd name="T22" fmla="*/ 2403 w 11200"/>
                  <a:gd name="T23" fmla="*/ 8468 h 11200"/>
                  <a:gd name="T24" fmla="*/ 2735 w 11200"/>
                  <a:gd name="T25" fmla="*/ 8800 h 11200"/>
                  <a:gd name="T26" fmla="*/ 4163 w 11200"/>
                  <a:gd name="T27" fmla="*/ 8643 h 11200"/>
                  <a:gd name="T28" fmla="*/ 7555 w 11200"/>
                  <a:gd name="T29" fmla="*/ 5250 h 11200"/>
                  <a:gd name="T30" fmla="*/ 7555 w 11200"/>
                  <a:gd name="T31" fmla="*/ 5038 h 11200"/>
                  <a:gd name="T32" fmla="*/ 6168 w 11200"/>
                  <a:gd name="T33" fmla="*/ 3650 h 11200"/>
                  <a:gd name="T34" fmla="*/ 5953 w 11200"/>
                  <a:gd name="T35" fmla="*/ 3648 h 11200"/>
                  <a:gd name="T36" fmla="*/ 8625 w 11200"/>
                  <a:gd name="T37" fmla="*/ 3328 h 11200"/>
                  <a:gd name="T38" fmla="*/ 7873 w 11200"/>
                  <a:gd name="T39" fmla="*/ 2575 h 11200"/>
                  <a:gd name="T40" fmla="*/ 7025 w 11200"/>
                  <a:gd name="T41" fmla="*/ 2575 h 11200"/>
                  <a:gd name="T42" fmla="*/ 6447 w 11200"/>
                  <a:gd name="T43" fmla="*/ 3153 h 11200"/>
                  <a:gd name="T44" fmla="*/ 6447 w 11200"/>
                  <a:gd name="T45" fmla="*/ 3365 h 11200"/>
                  <a:gd name="T46" fmla="*/ 7835 w 11200"/>
                  <a:gd name="T47" fmla="*/ 4753 h 11200"/>
                  <a:gd name="T48" fmla="*/ 8048 w 11200"/>
                  <a:gd name="T49" fmla="*/ 4753 h 11200"/>
                  <a:gd name="T50" fmla="*/ 8625 w 11200"/>
                  <a:gd name="T51" fmla="*/ 4175 h 11200"/>
                  <a:gd name="T52" fmla="*/ 8625 w 11200"/>
                  <a:gd name="T53" fmla="*/ 3328 h 11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1200" h="11200">
                    <a:moveTo>
                      <a:pt x="10000" y="11200"/>
                    </a:moveTo>
                    <a:lnTo>
                      <a:pt x="1200" y="11200"/>
                    </a:lnTo>
                    <a:cubicBezTo>
                      <a:pt x="538" y="11200"/>
                      <a:pt x="0" y="10663"/>
                      <a:pt x="0" y="10000"/>
                    </a:cubicBezTo>
                    <a:lnTo>
                      <a:pt x="0" y="1200"/>
                    </a:lnTo>
                    <a:cubicBezTo>
                      <a:pt x="0" y="538"/>
                      <a:pt x="538" y="0"/>
                      <a:pt x="1200" y="0"/>
                    </a:cubicBezTo>
                    <a:lnTo>
                      <a:pt x="10000" y="0"/>
                    </a:lnTo>
                    <a:cubicBezTo>
                      <a:pt x="10663" y="0"/>
                      <a:pt x="11200" y="538"/>
                      <a:pt x="11200" y="1200"/>
                    </a:cubicBezTo>
                    <a:lnTo>
                      <a:pt x="11200" y="10000"/>
                    </a:lnTo>
                    <a:cubicBezTo>
                      <a:pt x="11200" y="10663"/>
                      <a:pt x="10663" y="11200"/>
                      <a:pt x="10000" y="11200"/>
                    </a:cubicBezTo>
                    <a:close/>
                    <a:moveTo>
                      <a:pt x="5953" y="3648"/>
                    </a:moveTo>
                    <a:lnTo>
                      <a:pt x="2560" y="7040"/>
                    </a:lnTo>
                    <a:lnTo>
                      <a:pt x="2403" y="8468"/>
                    </a:lnTo>
                    <a:cubicBezTo>
                      <a:pt x="2383" y="8658"/>
                      <a:pt x="2542" y="8820"/>
                      <a:pt x="2735" y="8800"/>
                    </a:cubicBezTo>
                    <a:lnTo>
                      <a:pt x="4163" y="8643"/>
                    </a:lnTo>
                    <a:lnTo>
                      <a:pt x="7555" y="5250"/>
                    </a:lnTo>
                    <a:cubicBezTo>
                      <a:pt x="7613" y="5193"/>
                      <a:pt x="7613" y="5098"/>
                      <a:pt x="7555" y="5038"/>
                    </a:cubicBezTo>
                    <a:lnTo>
                      <a:pt x="6168" y="3650"/>
                    </a:lnTo>
                    <a:cubicBezTo>
                      <a:pt x="6105" y="3590"/>
                      <a:pt x="6010" y="3590"/>
                      <a:pt x="5953" y="3648"/>
                    </a:cubicBezTo>
                    <a:close/>
                    <a:moveTo>
                      <a:pt x="8625" y="3328"/>
                    </a:moveTo>
                    <a:lnTo>
                      <a:pt x="7873" y="2575"/>
                    </a:lnTo>
                    <a:cubicBezTo>
                      <a:pt x="7638" y="2340"/>
                      <a:pt x="7257" y="2340"/>
                      <a:pt x="7025" y="2575"/>
                    </a:cubicBezTo>
                    <a:lnTo>
                      <a:pt x="6447" y="3153"/>
                    </a:lnTo>
                    <a:cubicBezTo>
                      <a:pt x="6390" y="3210"/>
                      <a:pt x="6390" y="3305"/>
                      <a:pt x="6447" y="3365"/>
                    </a:cubicBezTo>
                    <a:lnTo>
                      <a:pt x="7835" y="4753"/>
                    </a:lnTo>
                    <a:cubicBezTo>
                      <a:pt x="7893" y="4810"/>
                      <a:pt x="7988" y="4810"/>
                      <a:pt x="8048" y="4753"/>
                    </a:cubicBezTo>
                    <a:lnTo>
                      <a:pt x="8625" y="4175"/>
                    </a:lnTo>
                    <a:cubicBezTo>
                      <a:pt x="8858" y="3943"/>
                      <a:pt x="8858" y="3563"/>
                      <a:pt x="8625" y="332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+mn-lt"/>
                </a:endParaRPr>
              </a:p>
            </p:txBody>
          </p:sp>
        </p:grp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301B6203-07C4-67E4-8D46-B89E86E86A8F}"/>
                </a:ext>
              </a:extLst>
            </p:cNvPr>
            <p:cNvSpPr txBox="1"/>
            <p:nvPr/>
          </p:nvSpPr>
          <p:spPr>
            <a:xfrm>
              <a:off x="8117307" y="3821631"/>
              <a:ext cx="3481137" cy="14856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rPr>
                <a:t>添加标题</a:t>
              </a:r>
              <a:endPara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ea"/>
                <a:sym typeface="思源黑体 CN Bold" panose="020B0800000000000000" pitchFamily="34" charset="-122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ea"/>
                  <a:sym typeface="思源黑体 CN Bold" panose="020B0800000000000000" pitchFamily="34" charset="-122"/>
                </a:rPr>
                <a:t>请您单击此处输入文本内容，可根据自己的需要适当地调整文字的颜色或者大小等属性，可以直接复制粘贴文本内容。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674929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AD901-51FE-D515-F80D-47203F1FB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图片 37" descr="建筑的摆设布局&#10;&#10;中度可信度描述已自动生成">
            <a:extLst>
              <a:ext uri="{FF2B5EF4-FFF2-40B4-BE49-F238E27FC236}">
                <a16:creationId xmlns:a16="http://schemas.microsoft.com/office/drawing/2014/main" id="{674D0C7A-DB72-0F2F-7AC6-EB661069E88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1"/>
            <a:ext cx="12192001" cy="4442815"/>
          </a:xfrm>
          <a:custGeom>
            <a:avLst/>
            <a:gdLst>
              <a:gd name="connsiteX0" fmla="*/ 0 w 12192001"/>
              <a:gd name="connsiteY0" fmla="*/ 0 h 4442815"/>
              <a:gd name="connsiteX1" fmla="*/ 12192001 w 12192001"/>
              <a:gd name="connsiteY1" fmla="*/ 0 h 4442815"/>
              <a:gd name="connsiteX2" fmla="*/ 12192001 w 12192001"/>
              <a:gd name="connsiteY2" fmla="*/ 2817269 h 4442815"/>
              <a:gd name="connsiteX3" fmla="*/ 12007544 w 12192001"/>
              <a:gd name="connsiteY3" fmla="*/ 2948109 h 4442815"/>
              <a:gd name="connsiteX4" fmla="*/ 6096002 w 12192001"/>
              <a:gd name="connsiteY4" fmla="*/ 4442815 h 4442815"/>
              <a:gd name="connsiteX5" fmla="*/ 184460 w 12192001"/>
              <a:gd name="connsiteY5" fmla="*/ 2948109 h 4442815"/>
              <a:gd name="connsiteX6" fmla="*/ 0 w 12192001"/>
              <a:gd name="connsiteY6" fmla="*/ 2817267 h 444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4442815">
                <a:moveTo>
                  <a:pt x="0" y="0"/>
                </a:moveTo>
                <a:lnTo>
                  <a:pt x="12192001" y="0"/>
                </a:lnTo>
                <a:lnTo>
                  <a:pt x="12192001" y="2817269"/>
                </a:lnTo>
                <a:lnTo>
                  <a:pt x="12007544" y="2948109"/>
                </a:lnTo>
                <a:cubicBezTo>
                  <a:pt x="10662238" y="3855488"/>
                  <a:pt x="8515098" y="4442815"/>
                  <a:pt x="6096002" y="4442815"/>
                </a:cubicBezTo>
                <a:cubicBezTo>
                  <a:pt x="3676906" y="4442815"/>
                  <a:pt x="1529766" y="3855488"/>
                  <a:pt x="184460" y="2948109"/>
                </a:cubicBezTo>
                <a:lnTo>
                  <a:pt x="0" y="2817267"/>
                </a:lnTo>
                <a:close/>
              </a:path>
            </a:pathLst>
          </a:custGeom>
        </p:spPr>
      </p:pic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DF9877EE-DB38-6C78-8680-9CCB9119C6AB}"/>
              </a:ext>
            </a:extLst>
          </p:cNvPr>
          <p:cNvSpPr/>
          <p:nvPr/>
        </p:nvSpPr>
        <p:spPr>
          <a:xfrm>
            <a:off x="-12940" y="0"/>
            <a:ext cx="12217880" cy="4442815"/>
          </a:xfrm>
          <a:custGeom>
            <a:avLst/>
            <a:gdLst>
              <a:gd name="connsiteX0" fmla="*/ 0 w 12217880"/>
              <a:gd name="connsiteY0" fmla="*/ 0 h 4442815"/>
              <a:gd name="connsiteX1" fmla="*/ 12217880 w 12217880"/>
              <a:gd name="connsiteY1" fmla="*/ 0 h 4442815"/>
              <a:gd name="connsiteX2" fmla="*/ 12217880 w 12217880"/>
              <a:gd name="connsiteY2" fmla="*/ 2808090 h 4442815"/>
              <a:gd name="connsiteX3" fmla="*/ 12020483 w 12217880"/>
              <a:gd name="connsiteY3" fmla="*/ 2948109 h 4442815"/>
              <a:gd name="connsiteX4" fmla="*/ 6108941 w 12217880"/>
              <a:gd name="connsiteY4" fmla="*/ 4442815 h 4442815"/>
              <a:gd name="connsiteX5" fmla="*/ 197399 w 12217880"/>
              <a:gd name="connsiteY5" fmla="*/ 2948109 h 4442815"/>
              <a:gd name="connsiteX6" fmla="*/ 0 w 12217880"/>
              <a:gd name="connsiteY6" fmla="*/ 2808089 h 4442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4442815">
                <a:moveTo>
                  <a:pt x="0" y="0"/>
                </a:moveTo>
                <a:lnTo>
                  <a:pt x="12217880" y="0"/>
                </a:lnTo>
                <a:lnTo>
                  <a:pt x="12217880" y="2808090"/>
                </a:lnTo>
                <a:lnTo>
                  <a:pt x="12020483" y="2948109"/>
                </a:lnTo>
                <a:cubicBezTo>
                  <a:pt x="10675177" y="3855488"/>
                  <a:pt x="8528037" y="4442815"/>
                  <a:pt x="6108941" y="4442815"/>
                </a:cubicBezTo>
                <a:cubicBezTo>
                  <a:pt x="3689845" y="4442815"/>
                  <a:pt x="1542705" y="3855488"/>
                  <a:pt x="197399" y="2948109"/>
                </a:cubicBezTo>
                <a:lnTo>
                  <a:pt x="0" y="2808089"/>
                </a:lnTo>
                <a:close/>
              </a:path>
            </a:pathLst>
          </a:custGeom>
          <a:solidFill>
            <a:srgbClr val="174677">
              <a:alpha val="9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square" lIns="80632" tIns="40316" rIns="80632" bIns="40316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BC8FDE8B-E515-9D00-6316-024B0715D295}"/>
              </a:ext>
            </a:extLst>
          </p:cNvPr>
          <p:cNvSpPr/>
          <p:nvPr/>
        </p:nvSpPr>
        <p:spPr>
          <a:xfrm>
            <a:off x="673099" y="603409"/>
            <a:ext cx="10845800" cy="5473540"/>
          </a:xfrm>
          <a:custGeom>
            <a:avLst/>
            <a:gdLst>
              <a:gd name="connsiteX0" fmla="*/ 5422901 w 10845800"/>
              <a:gd name="connsiteY0" fmla="*/ 0 h 5473540"/>
              <a:gd name="connsiteX1" fmla="*/ 6326930 w 10845800"/>
              <a:gd name="connsiteY1" fmla="*/ 737070 h 5473540"/>
              <a:gd name="connsiteX2" fmla="*/ 6340624 w 10845800"/>
              <a:gd name="connsiteY2" fmla="*/ 872965 h 5473540"/>
              <a:gd name="connsiteX3" fmla="*/ 10845800 w 10845800"/>
              <a:gd name="connsiteY3" fmla="*/ 872965 h 5473540"/>
              <a:gd name="connsiteX4" fmla="*/ 10845800 w 10845800"/>
              <a:gd name="connsiteY4" fmla="*/ 5473540 h 5473540"/>
              <a:gd name="connsiteX5" fmla="*/ 0 w 10845800"/>
              <a:gd name="connsiteY5" fmla="*/ 5473540 h 5473540"/>
              <a:gd name="connsiteX6" fmla="*/ 0 w 10845800"/>
              <a:gd name="connsiteY6" fmla="*/ 872965 h 5473540"/>
              <a:gd name="connsiteX7" fmla="*/ 4505178 w 10845800"/>
              <a:gd name="connsiteY7" fmla="*/ 872965 h 5473540"/>
              <a:gd name="connsiteX8" fmla="*/ 4518873 w 10845800"/>
              <a:gd name="connsiteY8" fmla="*/ 737070 h 5473540"/>
              <a:gd name="connsiteX9" fmla="*/ 5422901 w 10845800"/>
              <a:gd name="connsiteY9" fmla="*/ 0 h 547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45800" h="5473540">
                <a:moveTo>
                  <a:pt x="5422901" y="0"/>
                </a:moveTo>
                <a:cubicBezTo>
                  <a:pt x="5868832" y="0"/>
                  <a:pt x="6240884" y="316425"/>
                  <a:pt x="6326930" y="737070"/>
                </a:cubicBezTo>
                <a:lnTo>
                  <a:pt x="6340624" y="872965"/>
                </a:lnTo>
                <a:lnTo>
                  <a:pt x="10845800" y="872965"/>
                </a:lnTo>
                <a:lnTo>
                  <a:pt x="10845800" y="5473540"/>
                </a:lnTo>
                <a:lnTo>
                  <a:pt x="0" y="5473540"/>
                </a:lnTo>
                <a:lnTo>
                  <a:pt x="0" y="872965"/>
                </a:lnTo>
                <a:lnTo>
                  <a:pt x="4505178" y="872965"/>
                </a:lnTo>
                <a:lnTo>
                  <a:pt x="4518873" y="737070"/>
                </a:lnTo>
                <a:cubicBezTo>
                  <a:pt x="4604918" y="316425"/>
                  <a:pt x="4976971" y="0"/>
                  <a:pt x="542290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78" name="任意多边形: 形状 77">
            <a:extLst>
              <a:ext uri="{FF2B5EF4-FFF2-40B4-BE49-F238E27FC236}">
                <a16:creationId xmlns:a16="http://schemas.microsoft.com/office/drawing/2014/main" id="{725BD943-2DCC-E501-D320-4B41CD3E8558}"/>
              </a:ext>
            </a:extLst>
          </p:cNvPr>
          <p:cNvSpPr/>
          <p:nvPr/>
        </p:nvSpPr>
        <p:spPr>
          <a:xfrm>
            <a:off x="-12940" y="4759436"/>
            <a:ext cx="12217880" cy="2098564"/>
          </a:xfrm>
          <a:custGeom>
            <a:avLst/>
            <a:gdLst>
              <a:gd name="connsiteX0" fmla="*/ 0 w 12217880"/>
              <a:gd name="connsiteY0" fmla="*/ 0 h 2098564"/>
              <a:gd name="connsiteX1" fmla="*/ 416402 w 12217880"/>
              <a:gd name="connsiteY1" fmla="*/ 280879 h 2098564"/>
              <a:gd name="connsiteX2" fmla="*/ 6108941 w 12217880"/>
              <a:gd name="connsiteY2" fmla="*/ 1635014 h 2098564"/>
              <a:gd name="connsiteX3" fmla="*/ 11801480 w 12217880"/>
              <a:gd name="connsiteY3" fmla="*/ 280879 h 2098564"/>
              <a:gd name="connsiteX4" fmla="*/ 12217880 w 12217880"/>
              <a:gd name="connsiteY4" fmla="*/ 1 h 2098564"/>
              <a:gd name="connsiteX5" fmla="*/ 12217880 w 12217880"/>
              <a:gd name="connsiteY5" fmla="*/ 2098564 h 2098564"/>
              <a:gd name="connsiteX6" fmla="*/ 0 w 12217880"/>
              <a:gd name="connsiteY6" fmla="*/ 2098564 h 2098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17880" h="2098564">
                <a:moveTo>
                  <a:pt x="0" y="0"/>
                </a:moveTo>
                <a:lnTo>
                  <a:pt x="416402" y="280879"/>
                </a:lnTo>
                <a:cubicBezTo>
                  <a:pt x="1769473" y="1107884"/>
                  <a:pt x="3817166" y="1635014"/>
                  <a:pt x="6108941" y="1635014"/>
                </a:cubicBezTo>
                <a:cubicBezTo>
                  <a:pt x="8400716" y="1635014"/>
                  <a:pt x="10448409" y="1107884"/>
                  <a:pt x="11801480" y="280879"/>
                </a:cubicBezTo>
                <a:lnTo>
                  <a:pt x="12217880" y="1"/>
                </a:lnTo>
                <a:lnTo>
                  <a:pt x="12217880" y="2098564"/>
                </a:lnTo>
                <a:lnTo>
                  <a:pt x="0" y="2098564"/>
                </a:lnTo>
                <a:close/>
              </a:path>
            </a:pathLst>
          </a:custGeom>
          <a:solidFill>
            <a:srgbClr val="1746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5BF62DB4-2D90-033B-A7A2-D9BAE5563D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631" y="781051"/>
            <a:ext cx="984738" cy="98473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5E9FBCA9-86FF-6401-3C1E-D78FF03AD6AC}"/>
              </a:ext>
            </a:extLst>
          </p:cNvPr>
          <p:cNvSpPr txBox="1"/>
          <p:nvPr/>
        </p:nvSpPr>
        <p:spPr>
          <a:xfrm>
            <a:off x="3171133" y="2398789"/>
            <a:ext cx="5832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THANK</a:t>
            </a:r>
            <a:r>
              <a:rPr kumimoji="0" lang="en-US" altLang="zh-CN" sz="2000" b="0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 YOU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思源宋体 CN" panose="02020400000000000000" pitchFamily="18" charset="-122"/>
              <a:ea typeface="思源宋体 CN" panose="02020400000000000000" pitchFamily="18" charset="-122"/>
              <a:cs typeface="+mn-cs"/>
            </a:endParaRPr>
          </a:p>
        </p:txBody>
      </p:sp>
      <p:sp>
        <p:nvSpPr>
          <p:cNvPr id="13" name="_3">
            <a:extLst>
              <a:ext uri="{FF2B5EF4-FFF2-40B4-BE49-F238E27FC236}">
                <a16:creationId xmlns:a16="http://schemas.microsoft.com/office/drawing/2014/main" id="{DF6BD3A5-D9EB-EEBD-F75A-6586EF027055}"/>
              </a:ext>
            </a:extLst>
          </p:cNvPr>
          <p:cNvSpPr/>
          <p:nvPr/>
        </p:nvSpPr>
        <p:spPr>
          <a:xfrm>
            <a:off x="2917237" y="2800231"/>
            <a:ext cx="6340197" cy="1323439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0" b="1" i="0" u="none" strike="noStrike" kern="1200" cap="none" spc="0" normalizeH="0" baseline="0" noProof="0" dirty="0">
                <a:ln>
                  <a:noFill/>
                </a:ln>
                <a:solidFill>
                  <a:srgbClr val="174677"/>
                </a:solidFill>
                <a:effectLst>
                  <a:glow>
                    <a:prstClr val="white"/>
                  </a:glow>
                </a:effectLst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+mn-cs"/>
              </a:rPr>
              <a:t>感谢老师指导</a:t>
            </a:r>
          </a:p>
        </p:txBody>
      </p:sp>
      <p:sp>
        <p:nvSpPr>
          <p:cNvPr id="14" name="TextBox 36">
            <a:extLst>
              <a:ext uri="{FF2B5EF4-FFF2-40B4-BE49-F238E27FC236}">
                <a16:creationId xmlns:a16="http://schemas.microsoft.com/office/drawing/2014/main" id="{4498D15E-4DB4-C282-5B3A-64FE370F1535}"/>
              </a:ext>
            </a:extLst>
          </p:cNvPr>
          <p:cNvSpPr txBox="1"/>
          <p:nvPr/>
        </p:nvSpPr>
        <p:spPr>
          <a:xfrm>
            <a:off x="3050886" y="4108041"/>
            <a:ext cx="60729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毕业答辩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/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开题报告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/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学术研究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/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</a:rPr>
              <a:t>调研报告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160DD86E-756E-78C7-F7E9-586BEE911E90}"/>
              </a:ext>
            </a:extLst>
          </p:cNvPr>
          <p:cNvGrpSpPr/>
          <p:nvPr/>
        </p:nvGrpSpPr>
        <p:grpSpPr>
          <a:xfrm>
            <a:off x="4157365" y="5075815"/>
            <a:ext cx="3877268" cy="432000"/>
            <a:chOff x="4181264" y="3289958"/>
            <a:chExt cx="4069257" cy="432000"/>
          </a:xfrm>
        </p:grpSpPr>
        <p:sp>
          <p:nvSpPr>
            <p:cNvPr id="5" name="Rectangle: Rounded Corners 16">
              <a:extLst>
                <a:ext uri="{FF2B5EF4-FFF2-40B4-BE49-F238E27FC236}">
                  <a16:creationId xmlns:a16="http://schemas.microsoft.com/office/drawing/2014/main" id="{252B8DBF-0BC3-C9A7-61F3-4CA7A524B537}"/>
                </a:ext>
              </a:extLst>
            </p:cNvPr>
            <p:cNvSpPr/>
            <p:nvPr/>
          </p:nvSpPr>
          <p:spPr>
            <a:xfrm>
              <a:off x="4181264" y="3289958"/>
              <a:ext cx="2066674" cy="432000"/>
            </a:xfrm>
            <a:prstGeom prst="roundRect">
              <a:avLst>
                <a:gd name="adj" fmla="val 50000"/>
              </a:avLst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rPr>
                <a:t>答辩人：第一</a:t>
              </a:r>
              <a:r>
                <a:rPr kumimoji="0" lang="en-US" altLang="zh-CN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rPr>
                <a:t>PPT</a:t>
              </a:r>
              <a:endPara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宋体 CN" panose="02020400000000000000" pitchFamily="18" charset="-122"/>
              </a:endParaRPr>
            </a:p>
          </p:txBody>
        </p:sp>
        <p:sp>
          <p:nvSpPr>
            <p:cNvPr id="6" name="Rectangle: Rounded Corners 16">
              <a:extLst>
                <a:ext uri="{FF2B5EF4-FFF2-40B4-BE49-F238E27FC236}">
                  <a16:creationId xmlns:a16="http://schemas.microsoft.com/office/drawing/2014/main" id="{1B945184-1735-61AD-12DE-BC4AE7C30AB2}"/>
                </a:ext>
              </a:extLst>
            </p:cNvPr>
            <p:cNvSpPr/>
            <p:nvPr/>
          </p:nvSpPr>
          <p:spPr>
            <a:xfrm>
              <a:off x="6414521" y="3289958"/>
              <a:ext cx="1836000" cy="432000"/>
            </a:xfrm>
            <a:prstGeom prst="roundRect">
              <a:avLst>
                <a:gd name="adj" fmla="val 50000"/>
              </a:avLst>
            </a:prstGeom>
            <a:solidFill>
              <a:srgbClr val="D5AF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rPr>
                <a:t>日期：</a:t>
              </a:r>
              <a:r>
                <a:rPr kumimoji="0" lang="en-US" altLang="zh-CN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" panose="02020400000000000000" pitchFamily="18" charset="-122"/>
                  <a:ea typeface="思源宋体 CN" panose="02020400000000000000" pitchFamily="18" charset="-122"/>
                  <a:cs typeface="+mn-cs"/>
                  <a:sym typeface="思源宋体 CN" panose="02020400000000000000" pitchFamily="18" charset="-122"/>
                </a:rPr>
                <a:t>20XX</a:t>
              </a:r>
              <a:endPara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" panose="02020400000000000000" pitchFamily="18" charset="-122"/>
                <a:ea typeface="思源宋体 CN" panose="02020400000000000000" pitchFamily="18" charset="-122"/>
                <a:cs typeface="+mn-cs"/>
                <a:sym typeface="思源宋体 CN" panose="02020400000000000000" pitchFamily="18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46067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563048" y="3933056"/>
            <a:ext cx="7263527" cy="8771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algn="ctr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kern="0" dirty="0">
                <a:solidFill>
                  <a:srgbClr val="FFC000"/>
                </a:solidFill>
                <a:latin typeface="汉仪中圆简" panose="02010609000101010101" pitchFamily="49" charset="-122"/>
                <a:ea typeface="汉仪中圆简" panose="02010609000101010101" pitchFamily="49" charset="-122"/>
              </a:rPr>
              <a:t>素材授权</a:t>
            </a:r>
            <a:r>
              <a:rPr lang="en-US" altLang="zh-CN" sz="2400" kern="0" dirty="0">
                <a:solidFill>
                  <a:srgbClr val="FFC000"/>
                </a:solidFill>
                <a:latin typeface="汉仪中圆简" panose="02010609000101010101" pitchFamily="49" charset="-122"/>
                <a:ea typeface="汉仪中圆简" panose="02010609000101010101" pitchFamily="49" charset="-122"/>
              </a:rPr>
              <a:t>/</a:t>
            </a:r>
            <a:r>
              <a:rPr lang="zh-CN" altLang="en-US" sz="2400" kern="0" dirty="0">
                <a:solidFill>
                  <a:srgbClr val="FFC000"/>
                </a:solidFill>
                <a:latin typeface="汉仪中圆简" panose="02010609000101010101" pitchFamily="49" charset="-122"/>
                <a:ea typeface="汉仪中圆简" panose="02010609000101010101" pitchFamily="49" charset="-122"/>
              </a:rPr>
              <a:t>素材来源</a:t>
            </a:r>
            <a:r>
              <a:rPr lang="en-US" altLang="zh-CN" sz="2400" kern="0" dirty="0">
                <a:solidFill>
                  <a:srgbClr val="FFC000"/>
                </a:solidFill>
                <a:latin typeface="汉仪中圆简" panose="02010609000101010101" pitchFamily="49" charset="-122"/>
                <a:ea typeface="汉仪中圆简" panose="02010609000101010101" pitchFamily="49" charset="-122"/>
              </a:rPr>
              <a:t>@</a:t>
            </a:r>
            <a:r>
              <a:rPr lang="zh-CN" altLang="en-US" sz="2400" kern="0" dirty="0">
                <a:solidFill>
                  <a:srgbClr val="FFC000"/>
                </a:solidFill>
                <a:latin typeface="汉仪中圆简" panose="02010609000101010101" pitchFamily="49" charset="-122"/>
                <a:ea typeface="汉仪中圆简" panose="02010609000101010101" pitchFamily="49" charset="-122"/>
              </a:rPr>
              <a:t>包图网</a:t>
            </a:r>
            <a:endParaRPr lang="en-US" altLang="zh-CN" sz="2400" kern="0" dirty="0">
              <a:solidFill>
                <a:srgbClr val="FFC000"/>
              </a:solidFill>
              <a:latin typeface="汉仪中圆简" panose="02010609000101010101" pitchFamily="49" charset="-122"/>
              <a:ea typeface="汉仪中圆简" panose="02010609000101010101" pitchFamily="49" charset="-122"/>
            </a:endParaRPr>
          </a:p>
          <a:p>
            <a:pPr marL="342900" indent="-342900" algn="ctr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kern="0" dirty="0">
                <a:solidFill>
                  <a:srgbClr val="FFC000"/>
                </a:solidFill>
                <a:latin typeface="汉仪中圆简" panose="02010609000101010101" pitchFamily="49" charset="-122"/>
                <a:ea typeface="汉仪中圆简" panose="02010609000101010101" pitchFamily="49" charset="-122"/>
              </a:rPr>
              <a:t>本素材仅供学习研究使用。禁止商用、传播、转载。</a:t>
            </a:r>
            <a:endParaRPr lang="en-US" altLang="zh-CN" sz="2400" kern="0" dirty="0">
              <a:solidFill>
                <a:srgbClr val="FFC000"/>
              </a:solidFill>
              <a:latin typeface="汉仪中圆简" panose="02010609000101010101" pitchFamily="49" charset="-122"/>
              <a:ea typeface="汉仪中圆简" panose="02010609000101010101" pitchFamily="49" charset="-122"/>
            </a:endParaRPr>
          </a:p>
        </p:txBody>
      </p:sp>
      <p:pic>
        <p:nvPicPr>
          <p:cNvPr id="1026" name="Picture 2" descr="https://js.ibaotu.com/revision/img/logo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65281" y="1844823"/>
            <a:ext cx="2259061" cy="8711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矩形 6"/>
          <p:cNvSpPr/>
          <p:nvPr/>
        </p:nvSpPr>
        <p:spPr>
          <a:xfrm>
            <a:off x="4594053" y="2802290"/>
            <a:ext cx="3201517" cy="4072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algn="ctr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 kern="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3"/>
              </a:rPr>
              <a:t>https://ibaotu.com/ppt/</a:t>
            </a:r>
            <a:r>
              <a:rPr lang="en-US" altLang="zh-CN" sz="2000" kern="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25716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3071664" y="4437112"/>
            <a:ext cx="6768752" cy="2160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模板： 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www.1ppt.com/moban/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模板：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3"/>
              </a:rPr>
              <a:t>www.1ppt.com/hangye/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节日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模板：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4"/>
              </a:rPr>
              <a:t>www.1ppt.com/jieri/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素材： 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5"/>
              </a:rPr>
              <a:t>www.1ppt.com/sucai/</a:t>
            </a:r>
            <a:endParaRPr lang="en-US" altLang="zh-CN" sz="1100" dirty="0">
              <a:solidFill>
                <a:srgbClr val="EEECE1">
                  <a:lumMod val="2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背景图片：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6"/>
              </a:rPr>
              <a:t>www.1ppt.com/beijing/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图表： 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7"/>
              </a:rPr>
              <a:t>www.1ppt.com/tubiao/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</a:t>
            </a:r>
          </a:p>
          <a:p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下载：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8"/>
              </a:rPr>
              <a:t>www.1ppt.com/xiazai/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教程： 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9"/>
              </a:rPr>
              <a:t>www.1ppt.com/powerpoint/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</a:t>
            </a:r>
          </a:p>
          <a:p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Word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模板：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10"/>
              </a:rPr>
              <a:t>www.1ppt.com/word/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Excel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模板：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11"/>
              </a:rPr>
              <a:t>www.1ppt.com/excel/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</a:p>
          <a:p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个人简历：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12"/>
              </a:rPr>
              <a:t>www.1ppt.com/jianli/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PPT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课件： 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13"/>
              </a:rPr>
              <a:t>www.1ppt.com/kejian/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手抄报：    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14"/>
              </a:rPr>
              <a:t>www.1ppt.com/shouchaobao/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试题下载：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15"/>
              </a:rPr>
              <a:t>www.1ppt.com/shiti/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</a:p>
          <a:p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教案下载：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16"/>
              </a:rPr>
              <a:t>www.1ppt.com/jiaoan/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</a:t>
            </a:r>
            <a:r>
              <a:rPr lang="zh-CN" altLang="en-US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字体下载：      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17"/>
              </a:rPr>
              <a:t>www.1ppt.com/ziti/</a:t>
            </a:r>
            <a:r>
              <a:rPr lang="en-US" altLang="zh-CN" sz="110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</a:t>
            </a:r>
            <a:endParaRPr lang="zh-CN" altLang="en-US" sz="1100" dirty="0">
              <a:solidFill>
                <a:srgbClr val="EEECE1">
                  <a:lumMod val="2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17"/>
          <p:cNvSpPr>
            <a:spLocks noChangeArrowheads="1"/>
          </p:cNvSpPr>
          <p:nvPr/>
        </p:nvSpPr>
        <p:spPr bwMode="gray">
          <a:xfrm>
            <a:off x="1524000" y="2998276"/>
            <a:ext cx="9144000" cy="136682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zh-CN" altLang="en-US" kern="0" dirty="0">
              <a:solidFill>
                <a:srgbClr val="005397"/>
              </a:solidFill>
              <a:latin typeface="Arial"/>
              <a:ea typeface="微软雅黑"/>
            </a:endParaRPr>
          </a:p>
        </p:txBody>
      </p:sp>
      <p:sp>
        <p:nvSpPr>
          <p:cNvPr id="15" name="Rectangle 3"/>
          <p:cNvSpPr>
            <a:spLocks noChangeArrowheads="1"/>
          </p:cNvSpPr>
          <p:nvPr/>
        </p:nvSpPr>
        <p:spPr bwMode="auto">
          <a:xfrm>
            <a:off x="1920306" y="3097346"/>
            <a:ext cx="4103687" cy="1195751"/>
          </a:xfrm>
          <a:prstGeom prst="rect">
            <a:avLst/>
          </a:prstGeom>
          <a:noFill/>
          <a:ln w="3175" algn="ctr">
            <a:noFill/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rgbClr val="5B8CC1"/>
              </a:buClr>
              <a:defRPr/>
            </a:pPr>
            <a:r>
              <a:rPr lang="zh-CN" altLang="en-US" sz="2000" b="1" kern="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可以在下列情况使用</a:t>
            </a:r>
            <a:endParaRPr lang="zh-CN" altLang="en-US" sz="1200" kern="0" dirty="0">
              <a:solidFill>
                <a:prstClr val="white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  <a:buClr>
                <a:srgbClr val="5B8CC1"/>
              </a:buClr>
              <a:buFont typeface="Wingdings" pitchFamily="2" charset="2"/>
              <a:buChar char="n"/>
              <a:defRPr/>
            </a:pPr>
            <a:r>
              <a:rPr lang="zh-CN" altLang="en-US" sz="1200" kern="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个人学习、研究。</a:t>
            </a:r>
          </a:p>
          <a:p>
            <a:pPr>
              <a:lnSpc>
                <a:spcPct val="150000"/>
              </a:lnSpc>
              <a:buClr>
                <a:srgbClr val="5B8CC1"/>
              </a:buClr>
              <a:buFont typeface="Wingdings" pitchFamily="2" charset="2"/>
              <a:buChar char="n"/>
              <a:defRPr/>
            </a:pPr>
            <a:r>
              <a:rPr lang="zh-CN" altLang="en-US" sz="1200" kern="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拷贝模板中的内容用于其它幻灯片母版中使用。</a:t>
            </a:r>
          </a:p>
        </p:txBody>
      </p:sp>
      <p:sp>
        <p:nvSpPr>
          <p:cNvPr id="16" name="Rectangle 4"/>
          <p:cNvSpPr>
            <a:spLocks noChangeArrowheads="1"/>
          </p:cNvSpPr>
          <p:nvPr/>
        </p:nvSpPr>
        <p:spPr bwMode="auto">
          <a:xfrm>
            <a:off x="6096000" y="3097346"/>
            <a:ext cx="4103688" cy="1195751"/>
          </a:xfrm>
          <a:prstGeom prst="rect">
            <a:avLst/>
          </a:prstGeom>
          <a:noFill/>
          <a:ln w="3175" algn="ctr">
            <a:noFill/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rgbClr val="5B8CC1"/>
              </a:buClr>
              <a:defRPr/>
            </a:pPr>
            <a:r>
              <a:rPr lang="zh-CN" altLang="en-US" sz="2000" b="1" kern="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不可以在以下情况使用</a:t>
            </a:r>
            <a:endParaRPr lang="zh-CN" altLang="en-US" sz="1050" b="1" kern="0" dirty="0">
              <a:solidFill>
                <a:prstClr val="white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  <a:buClr>
                <a:srgbClr val="5B8CC1"/>
              </a:buClr>
              <a:buFont typeface="Wingdings" pitchFamily="2" charset="2"/>
              <a:buChar char="n"/>
              <a:defRPr/>
            </a:pPr>
            <a:r>
              <a:rPr lang="zh-CN" altLang="en-US" sz="1200" kern="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任何形式的在线付费下载。</a:t>
            </a:r>
          </a:p>
          <a:p>
            <a:pPr>
              <a:lnSpc>
                <a:spcPct val="150000"/>
              </a:lnSpc>
              <a:buClr>
                <a:srgbClr val="5B8CC1"/>
              </a:buClr>
              <a:buFont typeface="Wingdings" pitchFamily="2" charset="2"/>
              <a:buChar char="n"/>
              <a:defRPr/>
            </a:pPr>
            <a:r>
              <a:rPr lang="zh-CN" altLang="en-US" sz="1200" kern="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网络转</a:t>
            </a:r>
            <a:r>
              <a:rPr lang="zh-CN" altLang="en-US" sz="1200" kern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载、线上线下传</a:t>
            </a:r>
            <a:r>
              <a:rPr lang="zh-CN" altLang="en-US" sz="1200" kern="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播。</a:t>
            </a:r>
            <a:endParaRPr lang="zh-CN" altLang="en-GB" sz="1200" kern="0" dirty="0">
              <a:solidFill>
                <a:prstClr val="white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26" y="356246"/>
            <a:ext cx="5919787" cy="2352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9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6EBBEC50-721B-9297-DE8C-65115C350AC0}"/>
                  </a:ext>
                </a:extLst>
              </p14:cNvPr>
              <p14:cNvContentPartPr/>
              <p14:nvPr/>
            </p14:nvContentPartPr>
            <p14:xfrm>
              <a:off x="-1269037" y="737060"/>
              <a:ext cx="360" cy="360"/>
            </p14:xfrm>
          </p:contentPart>
        </mc:Choice>
        <mc:Fallback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6EBBEC50-721B-9297-DE8C-65115C350AC0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-1287037" y="629060"/>
                <a:ext cx="36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14106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3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3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3.3"/>
</p:tagLst>
</file>

<file path=ppt/theme/theme1.xml><?xml version="1.0" encoding="utf-8"?>
<a:theme xmlns:a="http://schemas.openxmlformats.org/drawingml/2006/main" name="第一PPT，www.1ppt.com">
  <a:themeElements>
    <a:clrScheme name="母校模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4232C"/>
      </a:accent1>
      <a:accent2>
        <a:srgbClr val="BC827A"/>
      </a:accent2>
      <a:accent3>
        <a:srgbClr val="FFF5F2"/>
      </a:accent3>
      <a:accent4>
        <a:srgbClr val="798897"/>
      </a:accent4>
      <a:accent5>
        <a:srgbClr val="FFDC1C"/>
      </a:accent5>
      <a:accent6>
        <a:srgbClr val="FFE75D"/>
      </a:accent6>
      <a:hlink>
        <a:srgbClr val="0563C1"/>
      </a:hlink>
      <a:folHlink>
        <a:srgbClr val="954F72"/>
      </a:folHlink>
    </a:clrScheme>
    <a:fontScheme name="母校模板">
      <a:majorFont>
        <a:latin typeface="思源宋体 CN Heavy"/>
        <a:ea typeface="思源宋体 CN Heavy"/>
        <a:cs typeface=""/>
      </a:majorFont>
      <a:minorFont>
        <a:latin typeface="思源黑体 CN Regular"/>
        <a:ea typeface="思源黑体 CN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dirty="0">
            <a:solidFill>
              <a:schemeClr val="tx1">
                <a:lumMod val="75000"/>
                <a:lumOff val="25000"/>
              </a:schemeClr>
            </a:solidFill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A7B6A75D-6C63-4FB1-B497-69F792BAC6F9}" vid="{6746430A-A00C-4F71-8CB0-55A1D80E928E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等线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等线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</TotalTime>
  <Words>2541</Words>
  <Application>Microsoft Office PowerPoint</Application>
  <PresentationFormat>宽屏</PresentationFormat>
  <Paragraphs>218</Paragraphs>
  <Slides>27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汉仪中圆简</vt:lpstr>
      <vt:lpstr>思源宋体 CN</vt:lpstr>
      <vt:lpstr>思源宋体 CN Light</vt:lpstr>
      <vt:lpstr>Arial</vt:lpstr>
      <vt:lpstr>Arial Black</vt:lpstr>
      <vt:lpstr>Wingdings</vt:lpstr>
      <vt:lpstr>思源宋体 CN Heavy</vt:lpstr>
      <vt:lpstr>微软雅黑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第一PPT</Manager>
  <Company>第一PPT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毕业论文答辩</dc:title>
  <dc:creator>第一PPT，www.1ppt.com</dc:creator>
  <cp:keywords>www.1ppt.com</cp:keywords>
  <dc:description>第一PPT</dc:description>
  <cp:lastModifiedBy>PC</cp:lastModifiedBy>
  <cp:revision>24</cp:revision>
  <dcterms:created xsi:type="dcterms:W3CDTF">2025-02-11T02:55:35Z</dcterms:created>
  <dcterms:modified xsi:type="dcterms:W3CDTF">2026-02-14T05:41:02Z</dcterms:modified>
</cp:coreProperties>
</file>